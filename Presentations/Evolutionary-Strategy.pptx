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45"/>
  </p:notesMasterIdLst>
  <p:sldIdLst>
    <p:sldId id="256" r:id="rId2"/>
    <p:sldId id="319" r:id="rId3"/>
    <p:sldId id="340" r:id="rId4"/>
    <p:sldId id="347" r:id="rId5"/>
    <p:sldId id="348" r:id="rId6"/>
    <p:sldId id="357" r:id="rId7"/>
    <p:sldId id="266" r:id="rId8"/>
    <p:sldId id="320" r:id="rId9"/>
    <p:sldId id="322" r:id="rId10"/>
    <p:sldId id="324" r:id="rId11"/>
    <p:sldId id="326" r:id="rId12"/>
    <p:sldId id="342" r:id="rId13"/>
    <p:sldId id="325" r:id="rId14"/>
    <p:sldId id="260" r:id="rId15"/>
    <p:sldId id="262" r:id="rId16"/>
    <p:sldId id="267" r:id="rId17"/>
    <p:sldId id="329" r:id="rId18"/>
    <p:sldId id="349" r:id="rId19"/>
    <p:sldId id="351" r:id="rId20"/>
    <p:sldId id="358" r:id="rId21"/>
    <p:sldId id="330" r:id="rId22"/>
    <p:sldId id="352" r:id="rId23"/>
    <p:sldId id="359" r:id="rId24"/>
    <p:sldId id="261" r:id="rId25"/>
    <p:sldId id="354" r:id="rId26"/>
    <p:sldId id="356" r:id="rId27"/>
    <p:sldId id="355" r:id="rId28"/>
    <p:sldId id="271" r:id="rId29"/>
    <p:sldId id="327" r:id="rId30"/>
    <p:sldId id="334" r:id="rId31"/>
    <p:sldId id="332" r:id="rId32"/>
    <p:sldId id="331" r:id="rId33"/>
    <p:sldId id="360" r:id="rId34"/>
    <p:sldId id="336" r:id="rId35"/>
    <p:sldId id="361" r:id="rId36"/>
    <p:sldId id="337" r:id="rId37"/>
    <p:sldId id="338" r:id="rId38"/>
    <p:sldId id="333" r:id="rId39"/>
    <p:sldId id="263" r:id="rId40"/>
    <p:sldId id="339" r:id="rId41"/>
    <p:sldId id="335" r:id="rId42"/>
    <p:sldId id="264" r:id="rId43"/>
    <p:sldId id="343" r:id="rId44"/>
  </p:sldIdLst>
  <p:sldSz cx="9144000" cy="5143500" type="screen16x9"/>
  <p:notesSz cx="6858000" cy="9144000"/>
  <p:embeddedFontLst>
    <p:embeddedFont>
      <p:font typeface="Abhaya Libre" panose="02000503000000000000" pitchFamily="2" charset="0"/>
      <p:regular r:id="rId46"/>
      <p:bold r:id="rId47"/>
    </p:embeddedFont>
    <p:embeddedFont>
      <p:font typeface="Albert Sans" pitchFamily="2" charset="0"/>
      <p:regular r:id="rId48"/>
      <p:bold r:id="rId49"/>
      <p:italic r:id="rId50"/>
      <p:boldItalic r:id="rId51"/>
    </p:embeddedFont>
    <p:embeddedFont>
      <p:font typeface="Cairo" pitchFamily="2" charset="-78"/>
      <p:regular r:id="rId52"/>
      <p:bold r:id="rId53"/>
    </p:embeddedFont>
    <p:embeddedFont>
      <p:font typeface="Cairo Black" pitchFamily="2" charset="-78"/>
      <p:bold r:id="rId54"/>
    </p:embeddedFont>
    <p:embeddedFont>
      <p:font typeface="Cambria Math" panose="02040503050406030204" pitchFamily="18" charset="0"/>
      <p:regular r:id="rId55"/>
    </p:embeddedFont>
    <p:embeddedFont>
      <p:font typeface="Chivo" pitchFamily="2" charset="0"/>
      <p:regular r:id="rId56"/>
      <p:bold r:id="rId57"/>
      <p:italic r:id="rId58"/>
      <p:boldItalic r:id="rId59"/>
    </p:embeddedFont>
    <p:embeddedFont>
      <p:font typeface="Fredoka One" panose="02000000000000000000" pitchFamily="2" charset="0"/>
      <p:regular r:id="rId60"/>
    </p:embeddedFont>
    <p:embeddedFont>
      <p:font typeface="Roboto Condensed Light" panose="02000000000000000000" pitchFamily="2" charset="0"/>
      <p:regular r:id="rId61"/>
      <p: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rs iran" initials="pi" lastIdx="1" clrIdx="0">
    <p:extLst>
      <p:ext uri="{19B8F6BF-5375-455C-9EA6-DF929625EA0E}">
        <p15:presenceInfo xmlns:p15="http://schemas.microsoft.com/office/powerpoint/2012/main" userId="836587e06677be7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DFDF8"/>
    <a:srgbClr val="134F5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9BB4DD-7DBC-41CF-8C53-D7E3B3F673E1}">
  <a:tblStyle styleId="{6A9BB4DD-7DBC-41CF-8C53-D7E3B3F673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7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582fa11c66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582fa11c66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58719f21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58719f21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321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57d03485c9_2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57d03485c9_2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1d69dc45ff8_1_8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1d69dc45ff8_1_8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24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1d69dc45ff8_1_8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1d69dc45ff8_1_8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1007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1d69dc45ff8_1_8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1d69dc45ff8_1_8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019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1d69dc45ff8_1_8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1d69dc45ff8_1_8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1953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152a7caf94b_1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152a7caf94b_1_1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06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152a7caf94b_1_1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152a7caf94b_1_1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556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58719f21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58719f21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52a7caf94b_1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152a7caf94b_1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52a7caf94b_1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152a7caf94b_1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52a7caf94b_1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152a7caf94b_1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3299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52a7caf94b_1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152a7caf94b_1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837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52a7caf94b_1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152a7caf94b_1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1623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52a7caf94b_1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52a7caf94b_1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52a7caf94b_1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152a7caf94b_1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461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52a7caf94b_1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152a7caf94b_1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2665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52a7caf94b_1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152a7caf94b_1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9404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157d03485c9_2_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157d03485c9_2_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1d69dc45ff8_1_8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1d69dc45ff8_1_8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0456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1d69dc45ff8_1_8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1d69dc45ff8_1_8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929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57d03485c9_2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57d03485c9_2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0037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52a7caf94b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52a7caf94b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76538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52a7caf94b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52a7caf94b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1236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52a7caf94b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52a7caf94b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52424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57d03485c9_2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57d03485c9_2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0577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52a7caf94b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52a7caf94b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57d03485c9_2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57d03485c9_2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1763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52a7caf94b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52a7caf94b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07735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52a7caf94b_1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52a7caf94b_1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g152a7caf94b_1_2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" name="Google Shape;1858;g152a7caf94b_1_2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867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rot="-174">
            <a:off x="713225" y="1337524"/>
            <a:ext cx="5943600" cy="198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 b="0">
                <a:latin typeface="Cairo Black"/>
                <a:ea typeface="Cairo Black"/>
                <a:cs typeface="Cairo Black"/>
                <a:sym typeface="Cair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24225"/>
            <a:ext cx="3543300" cy="45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45275" y="-61949"/>
            <a:ext cx="936749" cy="936749"/>
            <a:chOff x="245275" y="-61949"/>
            <a:chExt cx="936749" cy="936749"/>
          </a:xfrm>
        </p:grpSpPr>
        <p:sp>
          <p:nvSpPr>
            <p:cNvPr id="12" name="Google Shape;12;p2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" name="Google Shape;13;p2"/>
            <p:cNvCxnSpPr>
              <a:stCxn id="12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/>
          <p:nvPr/>
        </p:nvSpPr>
        <p:spPr>
          <a:xfrm>
            <a:off x="3245325" y="3471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30450" y="44451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0A074-B678-AAE8-252A-7EC70BA78A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530325" y="2088250"/>
            <a:ext cx="47856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2530325" y="955450"/>
            <a:ext cx="1413300" cy="113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530325" y="3148550"/>
            <a:ext cx="4785600" cy="418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cxnSp>
        <p:nvCxnSpPr>
          <p:cNvPr id="20" name="Google Shape;20;p3"/>
          <p:cNvCxnSpPr/>
          <p:nvPr/>
        </p:nvCxnSpPr>
        <p:spPr>
          <a:xfrm flipH="1">
            <a:off x="4471400" y="47394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8073475" y="7361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2" name="Google Shape;22;p3"/>
          <p:cNvSpPr/>
          <p:nvPr/>
        </p:nvSpPr>
        <p:spPr>
          <a:xfrm>
            <a:off x="8506900" y="494536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23;p3"/>
          <p:cNvGrpSpPr/>
          <p:nvPr/>
        </p:nvGrpSpPr>
        <p:grpSpPr>
          <a:xfrm>
            <a:off x="7718463" y="-163654"/>
            <a:ext cx="613379" cy="610156"/>
            <a:chOff x="4705338" y="292646"/>
            <a:chExt cx="613379" cy="610156"/>
          </a:xfrm>
        </p:grpSpPr>
        <p:sp>
          <p:nvSpPr>
            <p:cNvPr id="24" name="Google Shape;24;p3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3"/>
          <p:cNvGrpSpPr/>
          <p:nvPr/>
        </p:nvGrpSpPr>
        <p:grpSpPr>
          <a:xfrm>
            <a:off x="7898650" y="3671826"/>
            <a:ext cx="936749" cy="936749"/>
            <a:chOff x="245275" y="-61949"/>
            <a:chExt cx="936749" cy="936749"/>
          </a:xfrm>
        </p:grpSpPr>
        <p:sp>
          <p:nvSpPr>
            <p:cNvPr id="27" name="Google Shape;27;p3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" name="Google Shape;28;p3"/>
            <p:cNvCxnSpPr>
              <a:stCxn id="27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" name="Google Shape;29;p3"/>
          <p:cNvSpPr/>
          <p:nvPr/>
        </p:nvSpPr>
        <p:spPr>
          <a:xfrm>
            <a:off x="6502550" y="-8403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3"/>
          <p:cNvCxnSpPr/>
          <p:nvPr/>
        </p:nvCxnSpPr>
        <p:spPr>
          <a:xfrm flipH="1">
            <a:off x="519275" y="1490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638EF7-43C2-24F0-D7D8-B87B083E1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04150" y="1196575"/>
            <a:ext cx="444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04150" y="1870450"/>
            <a:ext cx="4449900" cy="20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hivo"/>
              <a:buChar char="●"/>
              <a:defRPr sz="14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>
            <a:spLocks noGrp="1"/>
          </p:cNvSpPr>
          <p:nvPr>
            <p:ph type="pic" idx="2"/>
          </p:nvPr>
        </p:nvSpPr>
        <p:spPr>
          <a:xfrm>
            <a:off x="5561850" y="950400"/>
            <a:ext cx="2868900" cy="32427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4"/>
          <p:cNvSpPr/>
          <p:nvPr/>
        </p:nvSpPr>
        <p:spPr>
          <a:xfrm>
            <a:off x="324800" y="2127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4758213" y="256621"/>
            <a:ext cx="613379" cy="610156"/>
            <a:chOff x="4705338" y="292646"/>
            <a:chExt cx="613379" cy="610156"/>
          </a:xfrm>
        </p:grpSpPr>
        <p:sp>
          <p:nvSpPr>
            <p:cNvPr id="37" name="Google Shape;37;p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4"/>
          <p:cNvSpPr/>
          <p:nvPr/>
        </p:nvSpPr>
        <p:spPr>
          <a:xfrm>
            <a:off x="294475" y="43255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704350" y="41097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4"/>
          <p:cNvCxnSpPr/>
          <p:nvPr/>
        </p:nvCxnSpPr>
        <p:spPr>
          <a:xfrm flipH="1">
            <a:off x="8117250" y="-1138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2" name="Google Shape;42;p4"/>
          <p:cNvCxnSpPr/>
          <p:nvPr/>
        </p:nvCxnSpPr>
        <p:spPr>
          <a:xfrm flipH="1">
            <a:off x="699175" y="43255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5C3A5-E1D1-76CA-A4DB-D906F4CB0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1065975" y="2224250"/>
            <a:ext cx="3124800" cy="18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4953225" y="2224259"/>
            <a:ext cx="3124800" cy="18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1065975" y="1778300"/>
            <a:ext cx="3124800" cy="44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title" idx="3"/>
          </p:nvPr>
        </p:nvSpPr>
        <p:spPr>
          <a:xfrm>
            <a:off x="4953226" y="1778300"/>
            <a:ext cx="3124800" cy="44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 idx="4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5"/>
          <p:cNvCxnSpPr/>
          <p:nvPr/>
        </p:nvCxnSpPr>
        <p:spPr>
          <a:xfrm flipH="1">
            <a:off x="4106475" y="42931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50" name="Google Shape;50;p5"/>
          <p:cNvSpPr/>
          <p:nvPr/>
        </p:nvSpPr>
        <p:spPr>
          <a:xfrm>
            <a:off x="433000" y="14892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332288" y="372721"/>
            <a:ext cx="613379" cy="610156"/>
            <a:chOff x="4705338" y="292646"/>
            <a:chExt cx="613379" cy="610156"/>
          </a:xfrm>
        </p:grpSpPr>
        <p:sp>
          <p:nvSpPr>
            <p:cNvPr id="52" name="Google Shape;52;p5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54;p5"/>
          <p:cNvGrpSpPr/>
          <p:nvPr/>
        </p:nvGrpSpPr>
        <p:grpSpPr>
          <a:xfrm>
            <a:off x="8140125" y="3943476"/>
            <a:ext cx="936749" cy="936749"/>
            <a:chOff x="245275" y="-61949"/>
            <a:chExt cx="936749" cy="936749"/>
          </a:xfrm>
        </p:grpSpPr>
        <p:sp>
          <p:nvSpPr>
            <p:cNvPr id="55" name="Google Shape;55;p5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" name="Google Shape;56;p5"/>
            <p:cNvCxnSpPr>
              <a:stCxn id="55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" name="Google Shape;57;p5"/>
          <p:cNvSpPr/>
          <p:nvPr/>
        </p:nvSpPr>
        <p:spPr>
          <a:xfrm>
            <a:off x="761500" y="455346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664750" y="164800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5BBF89-0D59-CADA-B89A-29E2E516A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8580250" y="3488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3884013" y="4694896"/>
            <a:ext cx="613379" cy="610156"/>
            <a:chOff x="4705338" y="292646"/>
            <a:chExt cx="613379" cy="610156"/>
          </a:xfrm>
        </p:grpSpPr>
        <p:sp>
          <p:nvSpPr>
            <p:cNvPr id="63" name="Google Shape;63;p6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290F40-3F8E-7AE2-533C-E8B2B9FC8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1621275" y="1397525"/>
            <a:ext cx="40170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ubTitle" idx="1"/>
          </p:nvPr>
        </p:nvSpPr>
        <p:spPr>
          <a:xfrm>
            <a:off x="1621275" y="2310675"/>
            <a:ext cx="4017000" cy="15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92" name="Google Shape;92;p9"/>
          <p:cNvCxnSpPr/>
          <p:nvPr/>
        </p:nvCxnSpPr>
        <p:spPr>
          <a:xfrm flipH="1">
            <a:off x="827600" y="42498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grpSp>
        <p:nvGrpSpPr>
          <p:cNvPr id="93" name="Google Shape;93;p9"/>
          <p:cNvGrpSpPr/>
          <p:nvPr/>
        </p:nvGrpSpPr>
        <p:grpSpPr>
          <a:xfrm>
            <a:off x="141850" y="1445151"/>
            <a:ext cx="936749" cy="936749"/>
            <a:chOff x="245275" y="-61949"/>
            <a:chExt cx="936749" cy="936749"/>
          </a:xfrm>
        </p:grpSpPr>
        <p:sp>
          <p:nvSpPr>
            <p:cNvPr id="94" name="Google Shape;94;p9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5" name="Google Shape;95;p9"/>
            <p:cNvCxnSpPr>
              <a:stCxn id="94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6" name="Google Shape;96;p9"/>
          <p:cNvSpPr/>
          <p:nvPr/>
        </p:nvSpPr>
        <p:spPr>
          <a:xfrm>
            <a:off x="445975" y="44612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5264725" y="2393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7A1147-5DF4-7AC6-9488-7F214ABC3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36C5E8-5D44-D035-ED9C-57250E8BA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713225" y="2198600"/>
            <a:ext cx="47316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title" idx="2" hasCustomPrompt="1"/>
          </p:nvPr>
        </p:nvSpPr>
        <p:spPr>
          <a:xfrm>
            <a:off x="2416025" y="1065800"/>
            <a:ext cx="1326000" cy="113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43" name="Google Shape;143;p14"/>
          <p:cNvSpPr txBox="1">
            <a:spLocks noGrp="1"/>
          </p:cNvSpPr>
          <p:nvPr>
            <p:ph type="subTitle" idx="1"/>
          </p:nvPr>
        </p:nvSpPr>
        <p:spPr>
          <a:xfrm>
            <a:off x="713225" y="3258575"/>
            <a:ext cx="4731600" cy="418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grpSp>
        <p:nvGrpSpPr>
          <p:cNvPr id="144" name="Google Shape;144;p14"/>
          <p:cNvGrpSpPr/>
          <p:nvPr/>
        </p:nvGrpSpPr>
        <p:grpSpPr>
          <a:xfrm>
            <a:off x="6696713" y="455646"/>
            <a:ext cx="613379" cy="610156"/>
            <a:chOff x="4705338" y="292646"/>
            <a:chExt cx="613379" cy="610156"/>
          </a:xfrm>
        </p:grpSpPr>
        <p:sp>
          <p:nvSpPr>
            <p:cNvPr id="145" name="Google Shape;145;p1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14"/>
          <p:cNvGrpSpPr/>
          <p:nvPr/>
        </p:nvGrpSpPr>
        <p:grpSpPr>
          <a:xfrm>
            <a:off x="8638025" y="3510526"/>
            <a:ext cx="936749" cy="936749"/>
            <a:chOff x="245275" y="-61949"/>
            <a:chExt cx="936749" cy="936749"/>
          </a:xfrm>
        </p:grpSpPr>
        <p:sp>
          <p:nvSpPr>
            <p:cNvPr id="148" name="Google Shape;148;p14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9" name="Google Shape;149;p14"/>
            <p:cNvCxnSpPr>
              <a:stCxn id="14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0" name="Google Shape;150;p14"/>
          <p:cNvSpPr/>
          <p:nvPr/>
        </p:nvSpPr>
        <p:spPr>
          <a:xfrm>
            <a:off x="503550" y="455650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436775" y="4293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2" name="Google Shape;152;p14"/>
          <p:cNvCxnSpPr/>
          <p:nvPr/>
        </p:nvCxnSpPr>
        <p:spPr>
          <a:xfrm flipH="1">
            <a:off x="503550" y="11091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14"/>
          <p:cNvCxnSpPr/>
          <p:nvPr/>
        </p:nvCxnSpPr>
        <p:spPr>
          <a:xfrm flipH="1">
            <a:off x="4106475" y="42931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6A8E44-8166-F0B4-F499-683D55CA30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>
            <a:spLocks noGrp="1"/>
          </p:cNvSpPr>
          <p:nvPr>
            <p:ph type="title"/>
          </p:nvPr>
        </p:nvSpPr>
        <p:spPr>
          <a:xfrm>
            <a:off x="745675" y="2398600"/>
            <a:ext cx="46344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title" idx="2" hasCustomPrompt="1"/>
          </p:nvPr>
        </p:nvSpPr>
        <p:spPr>
          <a:xfrm>
            <a:off x="4144675" y="1265800"/>
            <a:ext cx="1235400" cy="113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57" name="Google Shape;157;p15"/>
          <p:cNvSpPr txBox="1">
            <a:spLocks noGrp="1"/>
          </p:cNvSpPr>
          <p:nvPr>
            <p:ph type="subTitle" idx="1"/>
          </p:nvPr>
        </p:nvSpPr>
        <p:spPr>
          <a:xfrm>
            <a:off x="745675" y="3458900"/>
            <a:ext cx="4634400" cy="418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grpSp>
        <p:nvGrpSpPr>
          <p:cNvPr id="158" name="Google Shape;158;p15"/>
          <p:cNvGrpSpPr/>
          <p:nvPr/>
        </p:nvGrpSpPr>
        <p:grpSpPr>
          <a:xfrm>
            <a:off x="6990388" y="4334946"/>
            <a:ext cx="613379" cy="610156"/>
            <a:chOff x="4705338" y="292646"/>
            <a:chExt cx="613379" cy="610156"/>
          </a:xfrm>
        </p:grpSpPr>
        <p:sp>
          <p:nvSpPr>
            <p:cNvPr id="159" name="Google Shape;159;p15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1" name="Google Shape;161;p15"/>
          <p:cNvCxnSpPr/>
          <p:nvPr/>
        </p:nvCxnSpPr>
        <p:spPr>
          <a:xfrm flipH="1">
            <a:off x="5491187" y="46085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15"/>
          <p:cNvCxnSpPr/>
          <p:nvPr/>
        </p:nvCxnSpPr>
        <p:spPr>
          <a:xfrm flipH="1">
            <a:off x="226313" y="10280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grpSp>
        <p:nvGrpSpPr>
          <p:cNvPr id="163" name="Google Shape;163;p15"/>
          <p:cNvGrpSpPr/>
          <p:nvPr/>
        </p:nvGrpSpPr>
        <p:grpSpPr>
          <a:xfrm>
            <a:off x="2665238" y="71126"/>
            <a:ext cx="936749" cy="936749"/>
            <a:chOff x="245275" y="-61949"/>
            <a:chExt cx="936749" cy="936749"/>
          </a:xfrm>
        </p:grpSpPr>
        <p:sp>
          <p:nvSpPr>
            <p:cNvPr id="164" name="Google Shape;164;p15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5" name="Google Shape;165;p15"/>
            <p:cNvCxnSpPr>
              <a:stCxn id="164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6" name="Google Shape;166;p15"/>
          <p:cNvSpPr/>
          <p:nvPr/>
        </p:nvSpPr>
        <p:spPr>
          <a:xfrm flipH="1">
            <a:off x="226314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"/>
          <p:cNvSpPr/>
          <p:nvPr/>
        </p:nvSpPr>
        <p:spPr>
          <a:xfrm flipH="1">
            <a:off x="355627" y="48408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"/>
          <p:cNvSpPr/>
          <p:nvPr/>
        </p:nvSpPr>
        <p:spPr>
          <a:xfrm flipH="1">
            <a:off x="1249077" y="5056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37642E-7D04-2BF5-267F-9D39B5A92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3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>
            <a:spLocks noGrp="1"/>
          </p:cNvSpPr>
          <p:nvPr>
            <p:ph type="title"/>
          </p:nvPr>
        </p:nvSpPr>
        <p:spPr>
          <a:xfrm>
            <a:off x="3154775" y="1776350"/>
            <a:ext cx="47250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title" idx="2" hasCustomPrompt="1"/>
          </p:nvPr>
        </p:nvSpPr>
        <p:spPr>
          <a:xfrm>
            <a:off x="1408550" y="1776350"/>
            <a:ext cx="1332600" cy="1060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1"/>
          </p:nvPr>
        </p:nvSpPr>
        <p:spPr>
          <a:xfrm>
            <a:off x="3154775" y="2836650"/>
            <a:ext cx="4725000" cy="418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-165400" y="250446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>
            <a:off x="6648563" y="193996"/>
            <a:ext cx="613379" cy="610156"/>
            <a:chOff x="4705338" y="292646"/>
            <a:chExt cx="613379" cy="610156"/>
          </a:xfrm>
        </p:grpSpPr>
        <p:sp>
          <p:nvSpPr>
            <p:cNvPr id="175" name="Google Shape;175;p16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" name="Google Shape;177;p16"/>
          <p:cNvGrpSpPr/>
          <p:nvPr/>
        </p:nvGrpSpPr>
        <p:grpSpPr>
          <a:xfrm>
            <a:off x="854400" y="3795726"/>
            <a:ext cx="936749" cy="936749"/>
            <a:chOff x="245275" y="-61949"/>
            <a:chExt cx="936749" cy="936749"/>
          </a:xfrm>
        </p:grpSpPr>
        <p:sp>
          <p:nvSpPr>
            <p:cNvPr id="178" name="Google Shape;178;p16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9" name="Google Shape;179;p16"/>
            <p:cNvCxnSpPr>
              <a:stCxn id="17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0" name="Google Shape;180;p16"/>
          <p:cNvSpPr/>
          <p:nvPr/>
        </p:nvSpPr>
        <p:spPr>
          <a:xfrm>
            <a:off x="213138" y="-134500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3627200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2" name="Google Shape;182;p16"/>
          <p:cNvCxnSpPr/>
          <p:nvPr/>
        </p:nvCxnSpPr>
        <p:spPr>
          <a:xfrm flipH="1">
            <a:off x="8759950" y="60860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DF81DE-A74E-E39F-C68A-354651356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92" name="Google Shape;292;p24"/>
          <p:cNvCxnSpPr/>
          <p:nvPr/>
        </p:nvCxnSpPr>
        <p:spPr>
          <a:xfrm flipH="1">
            <a:off x="8370075" y="41453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93" name="Google Shape;293;p24"/>
          <p:cNvSpPr/>
          <p:nvPr/>
        </p:nvSpPr>
        <p:spPr>
          <a:xfrm>
            <a:off x="419150" y="6764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4" name="Google Shape;294;p24"/>
          <p:cNvGrpSpPr/>
          <p:nvPr/>
        </p:nvGrpSpPr>
        <p:grpSpPr>
          <a:xfrm>
            <a:off x="1211813" y="-182954"/>
            <a:ext cx="613379" cy="610156"/>
            <a:chOff x="4705338" y="292646"/>
            <a:chExt cx="613379" cy="610156"/>
          </a:xfrm>
        </p:grpSpPr>
        <p:sp>
          <p:nvSpPr>
            <p:cNvPr id="295" name="Google Shape;295;p2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24"/>
          <p:cNvGrpSpPr/>
          <p:nvPr/>
        </p:nvGrpSpPr>
        <p:grpSpPr>
          <a:xfrm>
            <a:off x="192000" y="1694501"/>
            <a:ext cx="936749" cy="936749"/>
            <a:chOff x="245275" y="-61949"/>
            <a:chExt cx="936749" cy="936749"/>
          </a:xfrm>
        </p:grpSpPr>
        <p:sp>
          <p:nvSpPr>
            <p:cNvPr id="298" name="Google Shape;298;p24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9" name="Google Shape;299;p24"/>
            <p:cNvCxnSpPr>
              <a:stCxn id="29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0" name="Google Shape;300;p24"/>
          <p:cNvSpPr/>
          <p:nvPr/>
        </p:nvSpPr>
        <p:spPr>
          <a:xfrm>
            <a:off x="8472100" y="1640600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90650" y="45147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2" name="Google Shape;302;p24"/>
          <p:cNvGrpSpPr/>
          <p:nvPr/>
        </p:nvGrpSpPr>
        <p:grpSpPr>
          <a:xfrm>
            <a:off x="8595538" y="234421"/>
            <a:ext cx="613379" cy="610156"/>
            <a:chOff x="4705338" y="292646"/>
            <a:chExt cx="613379" cy="610156"/>
          </a:xfrm>
        </p:grpSpPr>
        <p:sp>
          <p:nvSpPr>
            <p:cNvPr id="303" name="Google Shape;303;p2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05" name="Google Shape;305;p24"/>
          <p:cNvCxnSpPr/>
          <p:nvPr/>
        </p:nvCxnSpPr>
        <p:spPr>
          <a:xfrm flipH="1">
            <a:off x="7731700" y="-15990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38B4D1-8326-1856-B0A1-FEEA371C75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_ONLY_8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32"/>
          <p:cNvSpPr txBox="1">
            <a:spLocks noGrp="1"/>
          </p:cNvSpPr>
          <p:nvPr>
            <p:ph type="body" idx="1"/>
          </p:nvPr>
        </p:nvSpPr>
        <p:spPr>
          <a:xfrm>
            <a:off x="720025" y="1254600"/>
            <a:ext cx="6656400" cy="23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08" name="Google Shape;408;p32"/>
          <p:cNvGrpSpPr/>
          <p:nvPr/>
        </p:nvGrpSpPr>
        <p:grpSpPr>
          <a:xfrm rot="10800000">
            <a:off x="-192975" y="4009951"/>
            <a:ext cx="936749" cy="936749"/>
            <a:chOff x="245275" y="-61949"/>
            <a:chExt cx="936749" cy="936749"/>
          </a:xfrm>
        </p:grpSpPr>
        <p:sp>
          <p:nvSpPr>
            <p:cNvPr id="409" name="Google Shape;409;p32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10" name="Google Shape;410;p32"/>
            <p:cNvCxnSpPr>
              <a:stCxn id="409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11" name="Google Shape;411;p32"/>
          <p:cNvCxnSpPr/>
          <p:nvPr/>
        </p:nvCxnSpPr>
        <p:spPr>
          <a:xfrm flipH="1">
            <a:off x="8218725" y="2459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412" name="Google Shape;412;p32"/>
          <p:cNvSpPr/>
          <p:nvPr/>
        </p:nvSpPr>
        <p:spPr>
          <a:xfrm>
            <a:off x="930450" y="44451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3" name="Google Shape;413;p32"/>
          <p:cNvCxnSpPr/>
          <p:nvPr/>
        </p:nvCxnSpPr>
        <p:spPr>
          <a:xfrm flipH="1">
            <a:off x="-150225" y="2107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14" name="Google Shape;414;p32"/>
          <p:cNvSpPr/>
          <p:nvPr/>
        </p:nvSpPr>
        <p:spPr>
          <a:xfrm>
            <a:off x="8623525" y="12545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9D862-AC63-5699-4D5C-788AD375D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_1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 txBox="1">
            <a:spLocks noGrp="1"/>
          </p:cNvSpPr>
          <p:nvPr>
            <p:ph type="body" idx="1"/>
          </p:nvPr>
        </p:nvSpPr>
        <p:spPr>
          <a:xfrm>
            <a:off x="720025" y="1254600"/>
            <a:ext cx="6018000" cy="11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7" name="Google Shape;417;p33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18" name="Google Shape;418;p33"/>
          <p:cNvGrpSpPr/>
          <p:nvPr/>
        </p:nvGrpSpPr>
        <p:grpSpPr>
          <a:xfrm rot="10800000">
            <a:off x="-165925" y="97026"/>
            <a:ext cx="936749" cy="936749"/>
            <a:chOff x="245275" y="-61949"/>
            <a:chExt cx="936749" cy="936749"/>
          </a:xfrm>
        </p:grpSpPr>
        <p:sp>
          <p:nvSpPr>
            <p:cNvPr id="419" name="Google Shape;419;p33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0" name="Google Shape;420;p33"/>
            <p:cNvCxnSpPr>
              <a:stCxn id="419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21" name="Google Shape;421;p33"/>
          <p:cNvCxnSpPr/>
          <p:nvPr/>
        </p:nvCxnSpPr>
        <p:spPr>
          <a:xfrm flipH="1">
            <a:off x="8556900" y="4775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422" name="Google Shape;422;p33"/>
          <p:cNvSpPr/>
          <p:nvPr/>
        </p:nvSpPr>
        <p:spPr>
          <a:xfrm>
            <a:off x="7998725" y="1508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3" name="Google Shape;423;p33"/>
          <p:cNvGrpSpPr/>
          <p:nvPr/>
        </p:nvGrpSpPr>
        <p:grpSpPr>
          <a:xfrm>
            <a:off x="6695338" y="-188604"/>
            <a:ext cx="613379" cy="610156"/>
            <a:chOff x="4705338" y="292646"/>
            <a:chExt cx="613379" cy="610156"/>
          </a:xfrm>
        </p:grpSpPr>
        <p:sp>
          <p:nvSpPr>
            <p:cNvPr id="424" name="Google Shape;424;p33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3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" name="Google Shape;426;p33"/>
          <p:cNvSpPr/>
          <p:nvPr/>
        </p:nvSpPr>
        <p:spPr>
          <a:xfrm>
            <a:off x="220500" y="21408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3"/>
          <p:cNvSpPr/>
          <p:nvPr/>
        </p:nvSpPr>
        <p:spPr>
          <a:xfrm>
            <a:off x="-165925" y="46631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8" name="Google Shape;428;p33"/>
          <p:cNvCxnSpPr/>
          <p:nvPr/>
        </p:nvCxnSpPr>
        <p:spPr>
          <a:xfrm flipH="1">
            <a:off x="8327225" y="43542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FF612F-E3D7-B7C3-79C9-48507FA29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3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5"/>
          <p:cNvSpPr txBox="1">
            <a:spLocks noGrp="1"/>
          </p:cNvSpPr>
          <p:nvPr>
            <p:ph type="body" idx="1"/>
          </p:nvPr>
        </p:nvSpPr>
        <p:spPr>
          <a:xfrm>
            <a:off x="4748375" y="1244800"/>
            <a:ext cx="3675600" cy="33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7" name="Google Shape;447;p35"/>
          <p:cNvSpPr txBox="1">
            <a:spLocks noGrp="1"/>
          </p:cNvSpPr>
          <p:nvPr>
            <p:ph type="body" idx="2"/>
          </p:nvPr>
        </p:nvSpPr>
        <p:spPr>
          <a:xfrm>
            <a:off x="720025" y="1244800"/>
            <a:ext cx="3675600" cy="33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8" name="Google Shape;448;p35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35"/>
          <p:cNvSpPr/>
          <p:nvPr/>
        </p:nvSpPr>
        <p:spPr>
          <a:xfrm>
            <a:off x="-151450" y="16247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5"/>
          <p:cNvSpPr/>
          <p:nvPr/>
        </p:nvSpPr>
        <p:spPr>
          <a:xfrm>
            <a:off x="251000" y="22322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1" name="Google Shape;451;p35"/>
          <p:cNvGrpSpPr/>
          <p:nvPr/>
        </p:nvGrpSpPr>
        <p:grpSpPr>
          <a:xfrm>
            <a:off x="7760425" y="-291399"/>
            <a:ext cx="936749" cy="936749"/>
            <a:chOff x="245275" y="-61949"/>
            <a:chExt cx="936749" cy="936749"/>
          </a:xfrm>
        </p:grpSpPr>
        <p:sp>
          <p:nvSpPr>
            <p:cNvPr id="452" name="Google Shape;452;p35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3" name="Google Shape;453;p35"/>
            <p:cNvCxnSpPr>
              <a:stCxn id="452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44FDA0-FD84-ED9E-3D8F-8FE1D551B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2_1_1_1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7"/>
          <p:cNvSpPr txBox="1">
            <a:spLocks noGrp="1"/>
          </p:cNvSpPr>
          <p:nvPr>
            <p:ph type="subTitle" idx="1"/>
          </p:nvPr>
        </p:nvSpPr>
        <p:spPr>
          <a:xfrm>
            <a:off x="712025" y="2016375"/>
            <a:ext cx="23733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481" name="Google Shape;481;p37"/>
          <p:cNvSpPr txBox="1">
            <a:spLocks noGrp="1"/>
          </p:cNvSpPr>
          <p:nvPr>
            <p:ph type="subTitle" idx="2"/>
          </p:nvPr>
        </p:nvSpPr>
        <p:spPr>
          <a:xfrm>
            <a:off x="712025" y="2455104"/>
            <a:ext cx="23733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82" name="Google Shape;482;p37"/>
          <p:cNvSpPr txBox="1">
            <a:spLocks noGrp="1"/>
          </p:cNvSpPr>
          <p:nvPr>
            <p:ph type="subTitle" idx="3"/>
          </p:nvPr>
        </p:nvSpPr>
        <p:spPr>
          <a:xfrm>
            <a:off x="3385350" y="2016375"/>
            <a:ext cx="23733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483" name="Google Shape;483;p37"/>
          <p:cNvSpPr txBox="1">
            <a:spLocks noGrp="1"/>
          </p:cNvSpPr>
          <p:nvPr>
            <p:ph type="subTitle" idx="4"/>
          </p:nvPr>
        </p:nvSpPr>
        <p:spPr>
          <a:xfrm>
            <a:off x="3385350" y="2455104"/>
            <a:ext cx="23733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84" name="Google Shape;484;p37"/>
          <p:cNvSpPr txBox="1">
            <a:spLocks noGrp="1"/>
          </p:cNvSpPr>
          <p:nvPr>
            <p:ph type="subTitle" idx="5"/>
          </p:nvPr>
        </p:nvSpPr>
        <p:spPr>
          <a:xfrm>
            <a:off x="6058675" y="2016375"/>
            <a:ext cx="23733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485" name="Google Shape;485;p37"/>
          <p:cNvSpPr txBox="1">
            <a:spLocks noGrp="1"/>
          </p:cNvSpPr>
          <p:nvPr>
            <p:ph type="subTitle" idx="6"/>
          </p:nvPr>
        </p:nvSpPr>
        <p:spPr>
          <a:xfrm>
            <a:off x="6058675" y="2455104"/>
            <a:ext cx="23733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86" name="Google Shape;486;p3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87" name="Google Shape;487;p37"/>
          <p:cNvCxnSpPr/>
          <p:nvPr/>
        </p:nvCxnSpPr>
        <p:spPr>
          <a:xfrm flipH="1">
            <a:off x="-366700" y="64370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88" name="Google Shape;488;p37"/>
          <p:cNvCxnSpPr/>
          <p:nvPr/>
        </p:nvCxnSpPr>
        <p:spPr>
          <a:xfrm flipH="1">
            <a:off x="4471400" y="47394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89" name="Google Shape;489;p37"/>
          <p:cNvSpPr/>
          <p:nvPr/>
        </p:nvSpPr>
        <p:spPr>
          <a:xfrm>
            <a:off x="7846625" y="49561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0" name="Google Shape;490;p37"/>
          <p:cNvGrpSpPr/>
          <p:nvPr/>
        </p:nvGrpSpPr>
        <p:grpSpPr>
          <a:xfrm>
            <a:off x="-366700" y="4129296"/>
            <a:ext cx="613379" cy="610156"/>
            <a:chOff x="4705338" y="292646"/>
            <a:chExt cx="613379" cy="610156"/>
          </a:xfrm>
        </p:grpSpPr>
        <p:sp>
          <p:nvSpPr>
            <p:cNvPr id="491" name="Google Shape;491;p37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37"/>
          <p:cNvGrpSpPr/>
          <p:nvPr/>
        </p:nvGrpSpPr>
        <p:grpSpPr>
          <a:xfrm rot="10800000">
            <a:off x="965650" y="4508876"/>
            <a:ext cx="936749" cy="936749"/>
            <a:chOff x="245275" y="-61949"/>
            <a:chExt cx="936749" cy="936749"/>
          </a:xfrm>
        </p:grpSpPr>
        <p:sp>
          <p:nvSpPr>
            <p:cNvPr id="494" name="Google Shape;494;p37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5" name="Google Shape;495;p37"/>
            <p:cNvCxnSpPr>
              <a:stCxn id="494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96" name="Google Shape;496;p37"/>
          <p:cNvCxnSpPr/>
          <p:nvPr/>
        </p:nvCxnSpPr>
        <p:spPr>
          <a:xfrm flipH="1">
            <a:off x="551750" y="5660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497" name="Google Shape;497;p37"/>
          <p:cNvCxnSpPr/>
          <p:nvPr/>
        </p:nvCxnSpPr>
        <p:spPr>
          <a:xfrm flipH="1">
            <a:off x="8733725" y="5462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084860-24BE-BC31-29DD-643A92A3F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_1_1_1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42"/>
          <p:cNvSpPr txBox="1">
            <a:spLocks noGrp="1"/>
          </p:cNvSpPr>
          <p:nvPr>
            <p:ph type="subTitle" idx="1"/>
          </p:nvPr>
        </p:nvSpPr>
        <p:spPr>
          <a:xfrm>
            <a:off x="3352175" y="3107261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81" name="Google Shape;581;p42"/>
          <p:cNvSpPr txBox="1">
            <a:spLocks noGrp="1"/>
          </p:cNvSpPr>
          <p:nvPr>
            <p:ph type="subTitle" idx="2"/>
          </p:nvPr>
        </p:nvSpPr>
        <p:spPr>
          <a:xfrm>
            <a:off x="3352175" y="3422499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82" name="Google Shape;582;p42"/>
          <p:cNvSpPr txBox="1">
            <a:spLocks noGrp="1"/>
          </p:cNvSpPr>
          <p:nvPr>
            <p:ph type="subTitle" idx="3"/>
          </p:nvPr>
        </p:nvSpPr>
        <p:spPr>
          <a:xfrm>
            <a:off x="3352175" y="1678650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83" name="Google Shape;583;p42"/>
          <p:cNvSpPr txBox="1">
            <a:spLocks noGrp="1"/>
          </p:cNvSpPr>
          <p:nvPr>
            <p:ph type="subTitle" idx="4"/>
          </p:nvPr>
        </p:nvSpPr>
        <p:spPr>
          <a:xfrm>
            <a:off x="3352175" y="1993877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84" name="Google Shape;584;p42"/>
          <p:cNvSpPr txBox="1">
            <a:spLocks noGrp="1"/>
          </p:cNvSpPr>
          <p:nvPr>
            <p:ph type="subTitle" idx="5"/>
          </p:nvPr>
        </p:nvSpPr>
        <p:spPr>
          <a:xfrm>
            <a:off x="5991150" y="1678660"/>
            <a:ext cx="24396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85" name="Google Shape;585;p42"/>
          <p:cNvSpPr txBox="1">
            <a:spLocks noGrp="1"/>
          </p:cNvSpPr>
          <p:nvPr>
            <p:ph type="subTitle" idx="6"/>
          </p:nvPr>
        </p:nvSpPr>
        <p:spPr>
          <a:xfrm>
            <a:off x="5991150" y="1993888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86" name="Google Shape;586;p42"/>
          <p:cNvSpPr txBox="1">
            <a:spLocks noGrp="1"/>
          </p:cNvSpPr>
          <p:nvPr>
            <p:ph type="subTitle" idx="7"/>
          </p:nvPr>
        </p:nvSpPr>
        <p:spPr>
          <a:xfrm>
            <a:off x="713200" y="1678650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87" name="Google Shape;587;p42"/>
          <p:cNvSpPr txBox="1">
            <a:spLocks noGrp="1"/>
          </p:cNvSpPr>
          <p:nvPr>
            <p:ph type="subTitle" idx="8"/>
          </p:nvPr>
        </p:nvSpPr>
        <p:spPr>
          <a:xfrm>
            <a:off x="713200" y="1993877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88" name="Google Shape;588;p42"/>
          <p:cNvSpPr txBox="1">
            <a:spLocks noGrp="1"/>
          </p:cNvSpPr>
          <p:nvPr>
            <p:ph type="subTitle" idx="9"/>
          </p:nvPr>
        </p:nvSpPr>
        <p:spPr>
          <a:xfrm>
            <a:off x="713200" y="3107261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89" name="Google Shape;589;p42"/>
          <p:cNvSpPr txBox="1">
            <a:spLocks noGrp="1"/>
          </p:cNvSpPr>
          <p:nvPr>
            <p:ph type="subTitle" idx="13"/>
          </p:nvPr>
        </p:nvSpPr>
        <p:spPr>
          <a:xfrm>
            <a:off x="713200" y="3422499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90" name="Google Shape;590;p42"/>
          <p:cNvSpPr txBox="1">
            <a:spLocks noGrp="1"/>
          </p:cNvSpPr>
          <p:nvPr>
            <p:ph type="subTitle" idx="14"/>
          </p:nvPr>
        </p:nvSpPr>
        <p:spPr>
          <a:xfrm>
            <a:off x="5991150" y="3107250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91" name="Google Shape;591;p42"/>
          <p:cNvSpPr txBox="1">
            <a:spLocks noGrp="1"/>
          </p:cNvSpPr>
          <p:nvPr>
            <p:ph type="subTitle" idx="15"/>
          </p:nvPr>
        </p:nvSpPr>
        <p:spPr>
          <a:xfrm>
            <a:off x="5991150" y="3422475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92" name="Google Shape;592;p42"/>
          <p:cNvSpPr/>
          <p:nvPr/>
        </p:nvSpPr>
        <p:spPr>
          <a:xfrm>
            <a:off x="937625" y="4474850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3" name="Google Shape;593;p42"/>
          <p:cNvCxnSpPr/>
          <p:nvPr/>
        </p:nvCxnSpPr>
        <p:spPr>
          <a:xfrm flipH="1">
            <a:off x="4471400" y="47394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94" name="Google Shape;594;p42"/>
          <p:cNvCxnSpPr/>
          <p:nvPr/>
        </p:nvCxnSpPr>
        <p:spPr>
          <a:xfrm flipH="1">
            <a:off x="8749825" y="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595" name="Google Shape;595;p42"/>
          <p:cNvSpPr/>
          <p:nvPr/>
        </p:nvSpPr>
        <p:spPr>
          <a:xfrm>
            <a:off x="7949600" y="49183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42"/>
          <p:cNvGrpSpPr/>
          <p:nvPr/>
        </p:nvGrpSpPr>
        <p:grpSpPr>
          <a:xfrm>
            <a:off x="-75237" y="4533346"/>
            <a:ext cx="613379" cy="610156"/>
            <a:chOff x="4705338" y="292646"/>
            <a:chExt cx="613379" cy="610156"/>
          </a:xfrm>
        </p:grpSpPr>
        <p:sp>
          <p:nvSpPr>
            <p:cNvPr id="597" name="Google Shape;597;p42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2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8475900" y="3538101"/>
            <a:ext cx="936749" cy="936749"/>
            <a:chOff x="245275" y="-61949"/>
            <a:chExt cx="936749" cy="936749"/>
          </a:xfrm>
        </p:grpSpPr>
        <p:sp>
          <p:nvSpPr>
            <p:cNvPr id="600" name="Google Shape;600;p42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01" name="Google Shape;601;p42"/>
            <p:cNvCxnSpPr>
              <a:stCxn id="600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02" name="Google Shape;602;p42"/>
          <p:cNvCxnSpPr/>
          <p:nvPr/>
        </p:nvCxnSpPr>
        <p:spPr>
          <a:xfrm rot="10800000" flipH="1">
            <a:off x="161150" y="1490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603" name="Google Shape;603;p42"/>
          <p:cNvSpPr/>
          <p:nvPr/>
        </p:nvSpPr>
        <p:spPr>
          <a:xfrm>
            <a:off x="8147400" y="2127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2D55E1-6F9E-1E49-0FB7-8E76E576A0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oogle Shape;618;p44"/>
          <p:cNvGrpSpPr/>
          <p:nvPr/>
        </p:nvGrpSpPr>
        <p:grpSpPr>
          <a:xfrm rot="-4218355">
            <a:off x="-1801268" y="705180"/>
            <a:ext cx="4780599" cy="5926831"/>
            <a:chOff x="3453675" y="959025"/>
            <a:chExt cx="2670400" cy="3310675"/>
          </a:xfrm>
        </p:grpSpPr>
        <p:sp>
          <p:nvSpPr>
            <p:cNvPr id="619" name="Google Shape;619;p44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4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4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4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4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4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4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4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4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4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4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4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4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4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4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4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4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4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4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4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4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4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2" name="Google Shape;642;p44"/>
          <p:cNvSpPr/>
          <p:nvPr/>
        </p:nvSpPr>
        <p:spPr>
          <a:xfrm>
            <a:off x="4054150" y="42800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3" name="Google Shape;643;p44"/>
          <p:cNvCxnSpPr/>
          <p:nvPr/>
        </p:nvCxnSpPr>
        <p:spPr>
          <a:xfrm flipH="1">
            <a:off x="4471400" y="47394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44" name="Google Shape;644;p44"/>
          <p:cNvCxnSpPr/>
          <p:nvPr/>
        </p:nvCxnSpPr>
        <p:spPr>
          <a:xfrm flipH="1">
            <a:off x="7843675" y="-1999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645" name="Google Shape;645;p44"/>
          <p:cNvSpPr/>
          <p:nvPr/>
        </p:nvSpPr>
        <p:spPr>
          <a:xfrm>
            <a:off x="8506900" y="494536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6" name="Google Shape;646;p44"/>
          <p:cNvGrpSpPr/>
          <p:nvPr/>
        </p:nvGrpSpPr>
        <p:grpSpPr>
          <a:xfrm>
            <a:off x="7383013" y="736121"/>
            <a:ext cx="613379" cy="610156"/>
            <a:chOff x="4705338" y="292646"/>
            <a:chExt cx="613379" cy="610156"/>
          </a:xfrm>
        </p:grpSpPr>
        <p:sp>
          <p:nvSpPr>
            <p:cNvPr id="647" name="Google Shape;647;p4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9" name="Google Shape;649;p44"/>
          <p:cNvGrpSpPr/>
          <p:nvPr/>
        </p:nvGrpSpPr>
        <p:grpSpPr>
          <a:xfrm>
            <a:off x="7898650" y="3671826"/>
            <a:ext cx="936749" cy="936749"/>
            <a:chOff x="245275" y="-61949"/>
            <a:chExt cx="936749" cy="936749"/>
          </a:xfrm>
        </p:grpSpPr>
        <p:sp>
          <p:nvSpPr>
            <p:cNvPr id="650" name="Google Shape;650;p44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1" name="Google Shape;651;p44"/>
            <p:cNvCxnSpPr>
              <a:stCxn id="650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52" name="Google Shape;652;p44"/>
          <p:cNvSpPr/>
          <p:nvPr/>
        </p:nvSpPr>
        <p:spPr>
          <a:xfrm>
            <a:off x="6448450" y="-2196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3" name="Google Shape;653;p44"/>
          <p:cNvCxnSpPr/>
          <p:nvPr/>
        </p:nvCxnSpPr>
        <p:spPr>
          <a:xfrm flipH="1">
            <a:off x="519275" y="1490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994778-90CB-EBAB-44AF-50DD0ABE0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5"/>
          <p:cNvSpPr/>
          <p:nvPr/>
        </p:nvSpPr>
        <p:spPr>
          <a:xfrm>
            <a:off x="1900200" y="444432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6" name="Google Shape;656;p45"/>
          <p:cNvCxnSpPr/>
          <p:nvPr/>
        </p:nvCxnSpPr>
        <p:spPr>
          <a:xfrm flipH="1">
            <a:off x="2912750" y="49453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57" name="Google Shape;657;p45"/>
          <p:cNvCxnSpPr/>
          <p:nvPr/>
        </p:nvCxnSpPr>
        <p:spPr>
          <a:xfrm flipH="1">
            <a:off x="8556900" y="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658" name="Google Shape;658;p45"/>
          <p:cNvSpPr/>
          <p:nvPr/>
        </p:nvSpPr>
        <p:spPr>
          <a:xfrm>
            <a:off x="8430775" y="13734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9" name="Google Shape;659;p45"/>
          <p:cNvGrpSpPr/>
          <p:nvPr/>
        </p:nvGrpSpPr>
        <p:grpSpPr>
          <a:xfrm>
            <a:off x="406525" y="4187546"/>
            <a:ext cx="613379" cy="610156"/>
            <a:chOff x="4705338" y="292646"/>
            <a:chExt cx="613379" cy="610156"/>
          </a:xfrm>
        </p:grpSpPr>
        <p:sp>
          <p:nvSpPr>
            <p:cNvPr id="660" name="Google Shape;660;p45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5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2" name="Google Shape;662;p45"/>
          <p:cNvGrpSpPr/>
          <p:nvPr/>
        </p:nvGrpSpPr>
        <p:grpSpPr>
          <a:xfrm>
            <a:off x="244850" y="386476"/>
            <a:ext cx="936749" cy="936749"/>
            <a:chOff x="245275" y="-61949"/>
            <a:chExt cx="936749" cy="936749"/>
          </a:xfrm>
        </p:grpSpPr>
        <p:sp>
          <p:nvSpPr>
            <p:cNvPr id="663" name="Google Shape;663;p45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64" name="Google Shape;664;p45"/>
            <p:cNvCxnSpPr>
              <a:stCxn id="663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65" name="Google Shape;665;p45"/>
          <p:cNvSpPr/>
          <p:nvPr/>
        </p:nvSpPr>
        <p:spPr>
          <a:xfrm>
            <a:off x="7606600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66" name="Google Shape;666;p45"/>
          <p:cNvCxnSpPr/>
          <p:nvPr/>
        </p:nvCxnSpPr>
        <p:spPr>
          <a:xfrm flipH="1">
            <a:off x="7727600" y="43150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667" name="Google Shape;667;p45"/>
          <p:cNvSpPr/>
          <p:nvPr/>
        </p:nvSpPr>
        <p:spPr>
          <a:xfrm>
            <a:off x="1634250" y="-13016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DC02EB-684B-2993-361D-0874DAED1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Char char="●"/>
              <a:defRPr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785DDA-4388-6316-5A75-CD26099CF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B68E6-880E-4DE1-ADBE-8F025A627F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8" r:id="rId7"/>
    <p:sldLayoutId id="2147483660" r:id="rId8"/>
    <p:sldLayoutId id="2147483661" r:id="rId9"/>
    <p:sldLayoutId id="2147483662" r:id="rId10"/>
    <p:sldLayoutId id="2147483670" r:id="rId11"/>
    <p:sldLayoutId id="2147483678" r:id="rId12"/>
    <p:sldLayoutId id="2147483679" r:id="rId13"/>
    <p:sldLayoutId id="2147483681" r:id="rId14"/>
    <p:sldLayoutId id="2147483683" r:id="rId15"/>
    <p:sldLayoutId id="2147483688" r:id="rId16"/>
    <p:sldLayoutId id="2147483690" r:id="rId17"/>
    <p:sldLayoutId id="2147483691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jpe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9"/>
          <p:cNvSpPr txBox="1">
            <a:spLocks noGrp="1"/>
          </p:cNvSpPr>
          <p:nvPr>
            <p:ph type="ctrTitle"/>
          </p:nvPr>
        </p:nvSpPr>
        <p:spPr>
          <a:xfrm rot="-174">
            <a:off x="713225" y="1337512"/>
            <a:ext cx="6412586" cy="19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Evolutionary Strategy</a:t>
            </a:r>
            <a:endParaRPr dirty="0"/>
          </a:p>
        </p:txBody>
      </p:sp>
      <p:sp>
        <p:nvSpPr>
          <p:cNvPr id="679" name="Google Shape;679;p49"/>
          <p:cNvSpPr txBox="1">
            <a:spLocks noGrp="1"/>
          </p:cNvSpPr>
          <p:nvPr>
            <p:ph type="subTitle" idx="1"/>
          </p:nvPr>
        </p:nvSpPr>
        <p:spPr>
          <a:xfrm>
            <a:off x="858342" y="2692732"/>
            <a:ext cx="2101834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Advanced Algorithm</a:t>
            </a:r>
            <a:endParaRPr dirty="0"/>
          </a:p>
        </p:txBody>
      </p:sp>
      <p:grpSp>
        <p:nvGrpSpPr>
          <p:cNvPr id="680" name="Google Shape;680;p49"/>
          <p:cNvGrpSpPr/>
          <p:nvPr/>
        </p:nvGrpSpPr>
        <p:grpSpPr>
          <a:xfrm>
            <a:off x="5832080" y="629557"/>
            <a:ext cx="4780550" cy="5926770"/>
            <a:chOff x="3453675" y="959025"/>
            <a:chExt cx="2670400" cy="3310675"/>
          </a:xfrm>
        </p:grpSpPr>
        <p:sp>
          <p:nvSpPr>
            <p:cNvPr id="681" name="Google Shape;681;p49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9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9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9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9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9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9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9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9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9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9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9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9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9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9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9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9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9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9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9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9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9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04" name="Google Shape;704;p49"/>
          <p:cNvCxnSpPr/>
          <p:nvPr/>
        </p:nvCxnSpPr>
        <p:spPr>
          <a:xfrm flipH="1">
            <a:off x="4696400" y="40214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grpSp>
        <p:nvGrpSpPr>
          <p:cNvPr id="705" name="Google Shape;705;p49"/>
          <p:cNvGrpSpPr/>
          <p:nvPr/>
        </p:nvGrpSpPr>
        <p:grpSpPr>
          <a:xfrm>
            <a:off x="7125813" y="1337371"/>
            <a:ext cx="613379" cy="610156"/>
            <a:chOff x="4705338" y="292646"/>
            <a:chExt cx="613379" cy="610156"/>
          </a:xfrm>
        </p:grpSpPr>
        <p:sp>
          <p:nvSpPr>
            <p:cNvPr id="706" name="Google Shape;706;p49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9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632" y="112459"/>
            <a:ext cx="1009896" cy="10098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09F0E9-3C44-C7F4-D8E2-609AFFDBC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Brands of Evolutionary Algorithms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32" y="1677042"/>
            <a:ext cx="3914504" cy="2689264"/>
          </a:xfrm>
          <a:prstGeom prst="rect">
            <a:avLst/>
          </a:prstGeom>
        </p:spPr>
      </p:pic>
      <p:grpSp>
        <p:nvGrpSpPr>
          <p:cNvPr id="4" name="Google Shape;718;p50"/>
          <p:cNvGrpSpPr/>
          <p:nvPr/>
        </p:nvGrpSpPr>
        <p:grpSpPr>
          <a:xfrm rot="13413185">
            <a:off x="4454885" y="1289639"/>
            <a:ext cx="1057303" cy="1020499"/>
            <a:chOff x="245275" y="-61949"/>
            <a:chExt cx="936749" cy="936749"/>
          </a:xfrm>
        </p:grpSpPr>
        <p:sp>
          <p:nvSpPr>
            <p:cNvPr id="5" name="Google Shape;719;p50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" name="Google Shape;720;p50"/>
            <p:cNvCxnSpPr>
              <a:stCxn id="5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TextBox 7"/>
          <p:cNvSpPr txBox="1"/>
          <p:nvPr/>
        </p:nvSpPr>
        <p:spPr>
          <a:xfrm>
            <a:off x="5566010" y="1970525"/>
            <a:ext cx="198644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Fast in tracking goals</a:t>
            </a:r>
          </a:p>
          <a:p>
            <a:r>
              <a:rPr lang="en-US" dirty="0">
                <a:solidFill>
                  <a:schemeClr val="tx1"/>
                </a:solidFill>
              </a:rPr>
              <a:t>Real-Valued Optimizer</a:t>
            </a:r>
          </a:p>
          <a:p>
            <a:r>
              <a:rPr lang="en-US" dirty="0">
                <a:solidFill>
                  <a:schemeClr val="tx1"/>
                </a:solidFill>
              </a:rPr>
              <a:t>Rich in Theory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0CBA5-B16F-7E69-8F58-5CC0A8C30B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3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0" name="Google Shape;800;p53"/>
          <p:cNvGrpSpPr/>
          <p:nvPr/>
        </p:nvGrpSpPr>
        <p:grpSpPr>
          <a:xfrm rot="-4218355">
            <a:off x="-1409018" y="1311880"/>
            <a:ext cx="4780599" cy="5926831"/>
            <a:chOff x="3453675" y="959025"/>
            <a:chExt cx="2670400" cy="3310675"/>
          </a:xfrm>
        </p:grpSpPr>
        <p:sp>
          <p:nvSpPr>
            <p:cNvPr id="801" name="Google Shape;801;p53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3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3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3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3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3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3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3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3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53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53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3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3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3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3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3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3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3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3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3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3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3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3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4" name="Google Shape;824;p53"/>
          <p:cNvSpPr txBox="1">
            <a:spLocks noGrp="1"/>
          </p:cNvSpPr>
          <p:nvPr>
            <p:ph type="title"/>
          </p:nvPr>
        </p:nvSpPr>
        <p:spPr>
          <a:xfrm>
            <a:off x="2530325" y="2088250"/>
            <a:ext cx="47856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Algorithm Flowchart</a:t>
            </a:r>
            <a:endParaRPr dirty="0"/>
          </a:p>
        </p:txBody>
      </p:sp>
      <p:sp>
        <p:nvSpPr>
          <p:cNvPr id="825" name="Google Shape;825;p53"/>
          <p:cNvSpPr txBox="1">
            <a:spLocks noGrp="1"/>
          </p:cNvSpPr>
          <p:nvPr>
            <p:ph type="subTitle" idx="1"/>
          </p:nvPr>
        </p:nvSpPr>
        <p:spPr>
          <a:xfrm>
            <a:off x="2530325" y="3148550"/>
            <a:ext cx="2900657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ES and GA serve as frontiers.</a:t>
            </a:r>
            <a:endParaRPr dirty="0"/>
          </a:p>
        </p:txBody>
      </p:sp>
      <p:sp>
        <p:nvSpPr>
          <p:cNvPr id="827" name="Google Shape;827;p53"/>
          <p:cNvSpPr/>
          <p:nvPr/>
        </p:nvSpPr>
        <p:spPr>
          <a:xfrm>
            <a:off x="4054150" y="42800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6953F9-E4D7-5427-F97E-8F861EDAC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0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888F-D228-61BF-B8E1-9B1059E1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 Algorithm Flowchart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FECC3-8EFF-ABCD-DD33-106C69A5A702}"/>
              </a:ext>
            </a:extLst>
          </p:cNvPr>
          <p:cNvSpPr txBox="1"/>
          <p:nvPr/>
        </p:nvSpPr>
        <p:spPr>
          <a:xfrm>
            <a:off x="713225" y="1448365"/>
            <a:ext cx="292259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Start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Initialize Population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Fitness Evaluation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While Not Stopping Criteria Met: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1. Parent Selection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2. Generate Offspring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3. Fitness Evaluation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4. Survival Selection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Return Best Candidate</a:t>
            </a:r>
          </a:p>
          <a:p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95FD5A-C49C-A55E-3315-35B0E67D0D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5"/>
          <a:stretch/>
        </p:blipFill>
        <p:spPr>
          <a:xfrm>
            <a:off x="4263618" y="1196345"/>
            <a:ext cx="4167107" cy="338343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3C30C5-6389-EEEA-5E9D-6CFAA2E6DA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08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CD51-987F-CBF8-023A-A4A6537A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Difference Between ES and GA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38F28C-9A26-4030-2A41-1C850CA0AA61}"/>
              </a:ext>
            </a:extLst>
          </p:cNvPr>
          <p:cNvCxnSpPr>
            <a:cxnSpLocks/>
          </p:cNvCxnSpPr>
          <p:nvPr/>
        </p:nvCxnSpPr>
        <p:spPr>
          <a:xfrm flipH="1" flipV="1">
            <a:off x="3003350" y="3686615"/>
            <a:ext cx="1444664" cy="552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3CAECFA-926B-3D35-D832-C770D03B0D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72" r="64725" b="56160"/>
          <a:stretch/>
        </p:blipFill>
        <p:spPr>
          <a:xfrm>
            <a:off x="128222" y="2134180"/>
            <a:ext cx="3411480" cy="18347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839FC9-F668-9EF8-4452-AFB6E2718C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55"/>
          <a:stretch/>
        </p:blipFill>
        <p:spPr>
          <a:xfrm>
            <a:off x="4263618" y="1196345"/>
            <a:ext cx="4167107" cy="338343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4406C9-1E1D-1913-288D-1A47140BC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6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00DB0CCD-AADC-5F9A-80F2-EA6FBE0A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Offspring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D4C96A-4518-BEE4-0B43-2EC6AB17E72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721634" y="1302465"/>
            <a:ext cx="4150133" cy="253857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1FC094-3199-84F2-2C72-3B236B98B1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26D69-C5AC-7536-DF51-DF59BA9C2E65}"/>
              </a:ext>
            </a:extLst>
          </p:cNvPr>
          <p:cNvSpPr txBox="1"/>
          <p:nvPr/>
        </p:nvSpPr>
        <p:spPr>
          <a:xfrm>
            <a:off x="178489" y="4042539"/>
            <a:ext cx="2972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Introducing new genetic material</a:t>
            </a:r>
          </a:p>
          <a:p>
            <a:pPr marL="342900" indent="-34290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Taking short Step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CA126-7137-1535-28A6-6597A465A57D}"/>
              </a:ext>
            </a:extLst>
          </p:cNvPr>
          <p:cNvSpPr txBox="1"/>
          <p:nvPr/>
        </p:nvSpPr>
        <p:spPr>
          <a:xfrm>
            <a:off x="4943920" y="4042539"/>
            <a:ext cx="3358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Recombination of Parents Information</a:t>
            </a:r>
          </a:p>
          <a:p>
            <a:pPr marL="342900" indent="-34290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Taking Large Steps</a:t>
            </a:r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53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9"/>
          <p:cNvSpPr txBox="1">
            <a:spLocks noGrp="1"/>
          </p:cNvSpPr>
          <p:nvPr>
            <p:ph type="title"/>
          </p:nvPr>
        </p:nvSpPr>
        <p:spPr>
          <a:xfrm>
            <a:off x="713225" y="2198600"/>
            <a:ext cx="47316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Mutation</a:t>
            </a:r>
            <a:endParaRPr dirty="0"/>
          </a:p>
        </p:txBody>
      </p:sp>
      <p:sp>
        <p:nvSpPr>
          <p:cNvPr id="936" name="Google Shape;936;p59"/>
          <p:cNvSpPr txBox="1">
            <a:spLocks noGrp="1"/>
          </p:cNvSpPr>
          <p:nvPr>
            <p:ph type="subTitle" idx="1"/>
          </p:nvPr>
        </p:nvSpPr>
        <p:spPr>
          <a:xfrm>
            <a:off x="713225" y="3258575"/>
            <a:ext cx="4731600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Mutation for Continuous Representation</a:t>
            </a:r>
            <a:endParaRPr dirty="0"/>
          </a:p>
        </p:txBody>
      </p:sp>
      <p:grpSp>
        <p:nvGrpSpPr>
          <p:cNvPr id="937" name="Google Shape;937;p59"/>
          <p:cNvGrpSpPr/>
          <p:nvPr/>
        </p:nvGrpSpPr>
        <p:grpSpPr>
          <a:xfrm>
            <a:off x="5377480" y="229057"/>
            <a:ext cx="4780550" cy="5926770"/>
            <a:chOff x="3453675" y="959025"/>
            <a:chExt cx="2670400" cy="3310675"/>
          </a:xfrm>
        </p:grpSpPr>
        <p:sp>
          <p:nvSpPr>
            <p:cNvPr id="938" name="Google Shape;938;p59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59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59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59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59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59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59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59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59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59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59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59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59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59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59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59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59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59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59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59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59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59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59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1" name="Google Shape;961;p59"/>
          <p:cNvSpPr/>
          <p:nvPr/>
        </p:nvSpPr>
        <p:spPr>
          <a:xfrm>
            <a:off x="6516000" y="21985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1920" y="4765548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15/35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3425C1-9693-ADC2-9902-E2FF34C33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92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What mutation do you propose?</a:t>
            </a:r>
            <a:endParaRPr dirty="0"/>
          </a:p>
        </p:txBody>
      </p:sp>
      <p:sp>
        <p:nvSpPr>
          <p:cNvPr id="1645" name="Google Shape;1645;p92"/>
          <p:cNvSpPr txBox="1">
            <a:spLocks noGrp="1"/>
          </p:cNvSpPr>
          <p:nvPr>
            <p:ph type="body" idx="1"/>
          </p:nvPr>
        </p:nvSpPr>
        <p:spPr>
          <a:xfrm>
            <a:off x="720025" y="1254600"/>
            <a:ext cx="6018000" cy="11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 individual in ES:</a:t>
            </a:r>
            <a:endParaRPr dirty="0"/>
          </a:p>
        </p:txBody>
      </p:sp>
      <p:sp>
        <p:nvSpPr>
          <p:cNvPr id="1646" name="Google Shape;1646;p92"/>
          <p:cNvSpPr/>
          <p:nvPr/>
        </p:nvSpPr>
        <p:spPr>
          <a:xfrm>
            <a:off x="3249425" y="1834475"/>
            <a:ext cx="18375" cy="16225"/>
          </a:xfrm>
          <a:custGeom>
            <a:avLst/>
            <a:gdLst/>
            <a:ahLst/>
            <a:cxnLst/>
            <a:rect l="l" t="t" r="r" b="b"/>
            <a:pathLst>
              <a:path w="735" h="649" extrusionOk="0">
                <a:moveTo>
                  <a:pt x="391" y="0"/>
                </a:moveTo>
                <a:cubicBezTo>
                  <a:pt x="363" y="0"/>
                  <a:pt x="336" y="4"/>
                  <a:pt x="308" y="12"/>
                </a:cubicBezTo>
                <a:cubicBezTo>
                  <a:pt x="237" y="27"/>
                  <a:pt x="182" y="67"/>
                  <a:pt x="150" y="122"/>
                </a:cubicBezTo>
                <a:cubicBezTo>
                  <a:pt x="95" y="146"/>
                  <a:pt x="47" y="185"/>
                  <a:pt x="24" y="248"/>
                </a:cubicBezTo>
                <a:cubicBezTo>
                  <a:pt x="0" y="304"/>
                  <a:pt x="8" y="359"/>
                  <a:pt x="32" y="406"/>
                </a:cubicBezTo>
                <a:cubicBezTo>
                  <a:pt x="63" y="485"/>
                  <a:pt x="134" y="556"/>
                  <a:pt x="198" y="596"/>
                </a:cubicBezTo>
                <a:cubicBezTo>
                  <a:pt x="255" y="631"/>
                  <a:pt x="320" y="648"/>
                  <a:pt x="385" y="648"/>
                </a:cubicBezTo>
                <a:cubicBezTo>
                  <a:pt x="453" y="648"/>
                  <a:pt x="520" y="629"/>
                  <a:pt x="577" y="588"/>
                </a:cubicBezTo>
                <a:cubicBezTo>
                  <a:pt x="679" y="509"/>
                  <a:pt x="734" y="367"/>
                  <a:pt x="695" y="233"/>
                </a:cubicBezTo>
                <a:cubicBezTo>
                  <a:pt x="655" y="94"/>
                  <a:pt x="528" y="0"/>
                  <a:pt x="391" y="0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92"/>
          <p:cNvSpPr/>
          <p:nvPr/>
        </p:nvSpPr>
        <p:spPr>
          <a:xfrm>
            <a:off x="3249800" y="1840275"/>
            <a:ext cx="425" cy="825"/>
          </a:xfrm>
          <a:custGeom>
            <a:avLst/>
            <a:gdLst/>
            <a:ahLst/>
            <a:cxnLst/>
            <a:rect l="l" t="t" r="r" b="b"/>
            <a:pathLst>
              <a:path w="17" h="33" extrusionOk="0">
                <a:moveTo>
                  <a:pt x="17" y="1"/>
                </a:moveTo>
                <a:lnTo>
                  <a:pt x="9" y="16"/>
                </a:lnTo>
                <a:cubicBezTo>
                  <a:pt x="9" y="16"/>
                  <a:pt x="17" y="9"/>
                  <a:pt x="17" y="1"/>
                </a:cubicBezTo>
                <a:close/>
                <a:moveTo>
                  <a:pt x="9" y="16"/>
                </a:moveTo>
                <a:lnTo>
                  <a:pt x="1" y="32"/>
                </a:lnTo>
                <a:cubicBezTo>
                  <a:pt x="9" y="24"/>
                  <a:pt x="9" y="24"/>
                  <a:pt x="9" y="16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8" name="Google Shape;1648;p92"/>
          <p:cNvGrpSpPr/>
          <p:nvPr/>
        </p:nvGrpSpPr>
        <p:grpSpPr>
          <a:xfrm rot="1985394">
            <a:off x="4973372" y="2231898"/>
            <a:ext cx="872943" cy="2445896"/>
            <a:chOff x="2380850" y="1328050"/>
            <a:chExt cx="492800" cy="1380775"/>
          </a:xfrm>
        </p:grpSpPr>
        <p:sp>
          <p:nvSpPr>
            <p:cNvPr id="1649" name="Google Shape;1649;p92"/>
            <p:cNvSpPr/>
            <p:nvPr/>
          </p:nvSpPr>
          <p:spPr>
            <a:xfrm>
              <a:off x="2438250" y="1421850"/>
              <a:ext cx="61000" cy="28975"/>
            </a:xfrm>
            <a:custGeom>
              <a:avLst/>
              <a:gdLst/>
              <a:ahLst/>
              <a:cxnLst/>
              <a:rect l="l" t="t" r="r" b="b"/>
              <a:pathLst>
                <a:path w="2440" h="1159" extrusionOk="0">
                  <a:moveTo>
                    <a:pt x="504" y="1"/>
                  </a:moveTo>
                  <a:cubicBezTo>
                    <a:pt x="268" y="1"/>
                    <a:pt x="56" y="178"/>
                    <a:pt x="29" y="417"/>
                  </a:cubicBezTo>
                  <a:cubicBezTo>
                    <a:pt x="1" y="674"/>
                    <a:pt x="186" y="917"/>
                    <a:pt x="457" y="945"/>
                  </a:cubicBezTo>
                  <a:cubicBezTo>
                    <a:pt x="799" y="988"/>
                    <a:pt x="1184" y="1059"/>
                    <a:pt x="1569" y="1159"/>
                  </a:cubicBezTo>
                  <a:cubicBezTo>
                    <a:pt x="1840" y="902"/>
                    <a:pt x="2140" y="660"/>
                    <a:pt x="2439" y="417"/>
                  </a:cubicBezTo>
                  <a:cubicBezTo>
                    <a:pt x="1769" y="203"/>
                    <a:pt x="1127" y="61"/>
                    <a:pt x="557" y="4"/>
                  </a:cubicBezTo>
                  <a:cubicBezTo>
                    <a:pt x="539" y="2"/>
                    <a:pt x="522" y="1"/>
                    <a:pt x="50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92"/>
            <p:cNvSpPr/>
            <p:nvPr/>
          </p:nvSpPr>
          <p:spPr>
            <a:xfrm>
              <a:off x="2504225" y="1441550"/>
              <a:ext cx="203975" cy="395450"/>
            </a:xfrm>
            <a:custGeom>
              <a:avLst/>
              <a:gdLst/>
              <a:ahLst/>
              <a:cxnLst/>
              <a:rect l="l" t="t" r="r" b="b"/>
              <a:pathLst>
                <a:path w="8159" h="15818" extrusionOk="0">
                  <a:moveTo>
                    <a:pt x="842" y="0"/>
                  </a:moveTo>
                  <a:cubicBezTo>
                    <a:pt x="556" y="228"/>
                    <a:pt x="271" y="457"/>
                    <a:pt x="0" y="699"/>
                  </a:cubicBezTo>
                  <a:cubicBezTo>
                    <a:pt x="913" y="1041"/>
                    <a:pt x="1869" y="1526"/>
                    <a:pt x="2767" y="2125"/>
                  </a:cubicBezTo>
                  <a:lnTo>
                    <a:pt x="3680" y="1997"/>
                  </a:lnTo>
                  <a:cubicBezTo>
                    <a:pt x="3689" y="1996"/>
                    <a:pt x="3699" y="1995"/>
                    <a:pt x="3708" y="1995"/>
                  </a:cubicBezTo>
                  <a:cubicBezTo>
                    <a:pt x="3824" y="1995"/>
                    <a:pt x="3924" y="2078"/>
                    <a:pt x="3951" y="2197"/>
                  </a:cubicBezTo>
                  <a:cubicBezTo>
                    <a:pt x="3965" y="2325"/>
                    <a:pt x="3880" y="2453"/>
                    <a:pt x="3751" y="2468"/>
                  </a:cubicBezTo>
                  <a:lnTo>
                    <a:pt x="3323" y="2525"/>
                  </a:lnTo>
                  <a:cubicBezTo>
                    <a:pt x="4122" y="3138"/>
                    <a:pt x="4849" y="3865"/>
                    <a:pt x="5449" y="4678"/>
                  </a:cubicBezTo>
                  <a:cubicBezTo>
                    <a:pt x="5491" y="4750"/>
                    <a:pt x="5548" y="4835"/>
                    <a:pt x="5605" y="4907"/>
                  </a:cubicBezTo>
                  <a:lnTo>
                    <a:pt x="6304" y="4821"/>
                  </a:lnTo>
                  <a:cubicBezTo>
                    <a:pt x="6319" y="4818"/>
                    <a:pt x="6334" y="4816"/>
                    <a:pt x="6349" y="4816"/>
                  </a:cubicBezTo>
                  <a:cubicBezTo>
                    <a:pt x="6461" y="4816"/>
                    <a:pt x="6563" y="4907"/>
                    <a:pt x="6575" y="5021"/>
                  </a:cubicBezTo>
                  <a:cubicBezTo>
                    <a:pt x="6590" y="5149"/>
                    <a:pt x="6490" y="5277"/>
                    <a:pt x="6361" y="5292"/>
                  </a:cubicBezTo>
                  <a:lnTo>
                    <a:pt x="5876" y="5349"/>
                  </a:lnTo>
                  <a:cubicBezTo>
                    <a:pt x="6561" y="6490"/>
                    <a:pt x="6903" y="7702"/>
                    <a:pt x="6903" y="8957"/>
                  </a:cubicBezTo>
                  <a:lnTo>
                    <a:pt x="7360" y="8914"/>
                  </a:lnTo>
                  <a:cubicBezTo>
                    <a:pt x="7368" y="8914"/>
                    <a:pt x="7376" y="8913"/>
                    <a:pt x="7384" y="8913"/>
                  </a:cubicBezTo>
                  <a:cubicBezTo>
                    <a:pt x="7502" y="8913"/>
                    <a:pt x="7603" y="9009"/>
                    <a:pt x="7616" y="9143"/>
                  </a:cubicBezTo>
                  <a:cubicBezTo>
                    <a:pt x="7631" y="9271"/>
                    <a:pt x="7531" y="9385"/>
                    <a:pt x="7403" y="9399"/>
                  </a:cubicBezTo>
                  <a:lnTo>
                    <a:pt x="6889" y="9442"/>
                  </a:lnTo>
                  <a:cubicBezTo>
                    <a:pt x="6875" y="9799"/>
                    <a:pt x="6818" y="10184"/>
                    <a:pt x="6746" y="10555"/>
                  </a:cubicBezTo>
                  <a:cubicBezTo>
                    <a:pt x="6561" y="11396"/>
                    <a:pt x="6204" y="12223"/>
                    <a:pt x="5734" y="13051"/>
                  </a:cubicBezTo>
                  <a:lnTo>
                    <a:pt x="6147" y="13008"/>
                  </a:lnTo>
                  <a:cubicBezTo>
                    <a:pt x="6290" y="13008"/>
                    <a:pt x="6390" y="13093"/>
                    <a:pt x="6404" y="13236"/>
                  </a:cubicBezTo>
                  <a:cubicBezTo>
                    <a:pt x="6418" y="13364"/>
                    <a:pt x="6319" y="13479"/>
                    <a:pt x="6190" y="13479"/>
                  </a:cubicBezTo>
                  <a:lnTo>
                    <a:pt x="5434" y="13550"/>
                  </a:lnTo>
                  <a:cubicBezTo>
                    <a:pt x="5063" y="14120"/>
                    <a:pt x="4650" y="14705"/>
                    <a:pt x="4208" y="15276"/>
                  </a:cubicBezTo>
                  <a:cubicBezTo>
                    <a:pt x="4464" y="15461"/>
                    <a:pt x="4721" y="15647"/>
                    <a:pt x="4978" y="15818"/>
                  </a:cubicBezTo>
                  <a:cubicBezTo>
                    <a:pt x="6247" y="14192"/>
                    <a:pt x="7303" y="12523"/>
                    <a:pt x="7674" y="10754"/>
                  </a:cubicBezTo>
                  <a:cubicBezTo>
                    <a:pt x="8158" y="8415"/>
                    <a:pt x="7659" y="6119"/>
                    <a:pt x="6219" y="4122"/>
                  </a:cubicBezTo>
                  <a:cubicBezTo>
                    <a:pt x="4821" y="2197"/>
                    <a:pt x="2781" y="813"/>
                    <a:pt x="84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92"/>
            <p:cNvSpPr/>
            <p:nvPr/>
          </p:nvSpPr>
          <p:spPr>
            <a:xfrm>
              <a:off x="2401875" y="1841975"/>
              <a:ext cx="240350" cy="511000"/>
            </a:xfrm>
            <a:custGeom>
              <a:avLst/>
              <a:gdLst/>
              <a:ahLst/>
              <a:cxnLst/>
              <a:rect l="l" t="t" r="r" b="b"/>
              <a:pathLst>
                <a:path w="9614" h="20440" extrusionOk="0">
                  <a:moveTo>
                    <a:pt x="7703" y="0"/>
                  </a:moveTo>
                  <a:cubicBezTo>
                    <a:pt x="7303" y="500"/>
                    <a:pt x="6890" y="985"/>
                    <a:pt x="6476" y="1469"/>
                  </a:cubicBezTo>
                  <a:cubicBezTo>
                    <a:pt x="3295" y="5221"/>
                    <a:pt x="1" y="9100"/>
                    <a:pt x="2796" y="13736"/>
                  </a:cubicBezTo>
                  <a:cubicBezTo>
                    <a:pt x="4308" y="16246"/>
                    <a:pt x="6718" y="18385"/>
                    <a:pt x="9143" y="20439"/>
                  </a:cubicBezTo>
                  <a:cubicBezTo>
                    <a:pt x="9229" y="20296"/>
                    <a:pt x="9300" y="20154"/>
                    <a:pt x="9371" y="20011"/>
                  </a:cubicBezTo>
                  <a:cubicBezTo>
                    <a:pt x="9457" y="19869"/>
                    <a:pt x="9528" y="19726"/>
                    <a:pt x="9614" y="19583"/>
                  </a:cubicBezTo>
                  <a:cubicBezTo>
                    <a:pt x="9214" y="19241"/>
                    <a:pt x="8815" y="18913"/>
                    <a:pt x="8430" y="18571"/>
                  </a:cubicBezTo>
                  <a:lnTo>
                    <a:pt x="7631" y="18699"/>
                  </a:lnTo>
                  <a:lnTo>
                    <a:pt x="7603" y="18699"/>
                  </a:lnTo>
                  <a:cubicBezTo>
                    <a:pt x="7489" y="18699"/>
                    <a:pt x="7389" y="18628"/>
                    <a:pt x="7360" y="18499"/>
                  </a:cubicBezTo>
                  <a:cubicBezTo>
                    <a:pt x="7346" y="18371"/>
                    <a:pt x="7432" y="18257"/>
                    <a:pt x="7560" y="18228"/>
                  </a:cubicBezTo>
                  <a:lnTo>
                    <a:pt x="7974" y="18157"/>
                  </a:lnTo>
                  <a:cubicBezTo>
                    <a:pt x="7203" y="17472"/>
                    <a:pt x="6447" y="16759"/>
                    <a:pt x="5777" y="16032"/>
                  </a:cubicBezTo>
                  <a:lnTo>
                    <a:pt x="5021" y="16117"/>
                  </a:lnTo>
                  <a:cubicBezTo>
                    <a:pt x="5007" y="16117"/>
                    <a:pt x="5007" y="16132"/>
                    <a:pt x="4993" y="16132"/>
                  </a:cubicBezTo>
                  <a:cubicBezTo>
                    <a:pt x="4879" y="16132"/>
                    <a:pt x="4764" y="16032"/>
                    <a:pt x="4750" y="15918"/>
                  </a:cubicBezTo>
                  <a:cubicBezTo>
                    <a:pt x="4736" y="15789"/>
                    <a:pt x="4836" y="15661"/>
                    <a:pt x="4964" y="15647"/>
                  </a:cubicBezTo>
                  <a:lnTo>
                    <a:pt x="5378" y="15604"/>
                  </a:lnTo>
                  <a:cubicBezTo>
                    <a:pt x="4707" y="14848"/>
                    <a:pt x="4094" y="14064"/>
                    <a:pt x="3609" y="13251"/>
                  </a:cubicBezTo>
                  <a:cubicBezTo>
                    <a:pt x="3524" y="13122"/>
                    <a:pt x="3452" y="12994"/>
                    <a:pt x="3395" y="12865"/>
                  </a:cubicBezTo>
                  <a:lnTo>
                    <a:pt x="2796" y="12923"/>
                  </a:lnTo>
                  <a:lnTo>
                    <a:pt x="2782" y="12923"/>
                  </a:lnTo>
                  <a:cubicBezTo>
                    <a:pt x="2654" y="12923"/>
                    <a:pt x="2554" y="12823"/>
                    <a:pt x="2539" y="12709"/>
                  </a:cubicBezTo>
                  <a:cubicBezTo>
                    <a:pt x="2525" y="12580"/>
                    <a:pt x="2625" y="12452"/>
                    <a:pt x="2753" y="12452"/>
                  </a:cubicBezTo>
                  <a:lnTo>
                    <a:pt x="3167" y="12409"/>
                  </a:lnTo>
                  <a:cubicBezTo>
                    <a:pt x="2568" y="11011"/>
                    <a:pt x="2582" y="9671"/>
                    <a:pt x="2996" y="8373"/>
                  </a:cubicBezTo>
                  <a:lnTo>
                    <a:pt x="2582" y="8373"/>
                  </a:lnTo>
                  <a:cubicBezTo>
                    <a:pt x="2440" y="8373"/>
                    <a:pt x="2340" y="8259"/>
                    <a:pt x="2340" y="8130"/>
                  </a:cubicBezTo>
                  <a:cubicBezTo>
                    <a:pt x="2340" y="8002"/>
                    <a:pt x="2440" y="7902"/>
                    <a:pt x="2582" y="7902"/>
                  </a:cubicBezTo>
                  <a:lnTo>
                    <a:pt x="3167" y="7902"/>
                  </a:lnTo>
                  <a:cubicBezTo>
                    <a:pt x="3623" y="6732"/>
                    <a:pt x="4365" y="5591"/>
                    <a:pt x="5249" y="4450"/>
                  </a:cubicBezTo>
                  <a:lnTo>
                    <a:pt x="4836" y="4436"/>
                  </a:lnTo>
                  <a:cubicBezTo>
                    <a:pt x="4707" y="4436"/>
                    <a:pt x="4608" y="4322"/>
                    <a:pt x="4608" y="4194"/>
                  </a:cubicBezTo>
                  <a:cubicBezTo>
                    <a:pt x="4608" y="4065"/>
                    <a:pt x="4722" y="3965"/>
                    <a:pt x="4850" y="3965"/>
                  </a:cubicBezTo>
                  <a:lnTo>
                    <a:pt x="5620" y="3994"/>
                  </a:lnTo>
                  <a:cubicBezTo>
                    <a:pt x="6119" y="3366"/>
                    <a:pt x="6661" y="2725"/>
                    <a:pt x="7203" y="2083"/>
                  </a:cubicBezTo>
                  <a:cubicBezTo>
                    <a:pt x="7432" y="1812"/>
                    <a:pt x="7674" y="1526"/>
                    <a:pt x="7917" y="1241"/>
                  </a:cubicBezTo>
                  <a:lnTo>
                    <a:pt x="7517" y="1141"/>
                  </a:lnTo>
                  <a:cubicBezTo>
                    <a:pt x="7389" y="1113"/>
                    <a:pt x="7303" y="985"/>
                    <a:pt x="7332" y="856"/>
                  </a:cubicBezTo>
                  <a:cubicBezTo>
                    <a:pt x="7356" y="747"/>
                    <a:pt x="7453" y="679"/>
                    <a:pt x="7561" y="679"/>
                  </a:cubicBezTo>
                  <a:cubicBezTo>
                    <a:pt x="7579" y="679"/>
                    <a:pt x="7598" y="681"/>
                    <a:pt x="7617" y="685"/>
                  </a:cubicBezTo>
                  <a:lnTo>
                    <a:pt x="8259" y="828"/>
                  </a:lnTo>
                  <a:cubicBezTo>
                    <a:pt x="8330" y="728"/>
                    <a:pt x="8416" y="642"/>
                    <a:pt x="8487" y="557"/>
                  </a:cubicBezTo>
                  <a:cubicBezTo>
                    <a:pt x="8230" y="371"/>
                    <a:pt x="7974" y="186"/>
                    <a:pt x="770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92"/>
            <p:cNvSpPr/>
            <p:nvPr/>
          </p:nvSpPr>
          <p:spPr>
            <a:xfrm>
              <a:off x="2648975" y="2347225"/>
              <a:ext cx="224675" cy="303825"/>
            </a:xfrm>
            <a:custGeom>
              <a:avLst/>
              <a:gdLst/>
              <a:ahLst/>
              <a:cxnLst/>
              <a:rect l="l" t="t" r="r" b="b"/>
              <a:pathLst>
                <a:path w="8987" h="12153" extrusionOk="0">
                  <a:moveTo>
                    <a:pt x="472" y="1"/>
                  </a:moveTo>
                  <a:cubicBezTo>
                    <a:pt x="429" y="86"/>
                    <a:pt x="372" y="172"/>
                    <a:pt x="329" y="258"/>
                  </a:cubicBezTo>
                  <a:cubicBezTo>
                    <a:pt x="215" y="457"/>
                    <a:pt x="115" y="657"/>
                    <a:pt x="1" y="857"/>
                  </a:cubicBezTo>
                  <a:cubicBezTo>
                    <a:pt x="714" y="1456"/>
                    <a:pt x="1399" y="2040"/>
                    <a:pt x="2055" y="2611"/>
                  </a:cubicBezTo>
                  <a:lnTo>
                    <a:pt x="2754" y="2440"/>
                  </a:lnTo>
                  <a:cubicBezTo>
                    <a:pt x="2776" y="2432"/>
                    <a:pt x="2799" y="2429"/>
                    <a:pt x="2821" y="2429"/>
                  </a:cubicBezTo>
                  <a:cubicBezTo>
                    <a:pt x="2924" y="2429"/>
                    <a:pt x="3015" y="2505"/>
                    <a:pt x="3039" y="2611"/>
                  </a:cubicBezTo>
                  <a:cubicBezTo>
                    <a:pt x="3082" y="2739"/>
                    <a:pt x="2996" y="2868"/>
                    <a:pt x="2868" y="2896"/>
                  </a:cubicBezTo>
                  <a:lnTo>
                    <a:pt x="2468" y="2996"/>
                  </a:lnTo>
                  <a:cubicBezTo>
                    <a:pt x="5463" y="5706"/>
                    <a:pt x="7432" y="8316"/>
                    <a:pt x="5991" y="11482"/>
                  </a:cubicBezTo>
                  <a:cubicBezTo>
                    <a:pt x="5877" y="11711"/>
                    <a:pt x="5991" y="11996"/>
                    <a:pt x="6219" y="12110"/>
                  </a:cubicBezTo>
                  <a:cubicBezTo>
                    <a:pt x="6291" y="12139"/>
                    <a:pt x="6348" y="12153"/>
                    <a:pt x="6419" y="12153"/>
                  </a:cubicBezTo>
                  <a:cubicBezTo>
                    <a:pt x="6605" y="12153"/>
                    <a:pt x="6776" y="12053"/>
                    <a:pt x="6847" y="11868"/>
                  </a:cubicBezTo>
                  <a:cubicBezTo>
                    <a:pt x="8986" y="7189"/>
                    <a:pt x="4864" y="3709"/>
                    <a:pt x="486" y="15"/>
                  </a:cubicBezTo>
                  <a:cubicBezTo>
                    <a:pt x="486" y="15"/>
                    <a:pt x="472" y="1"/>
                    <a:pt x="47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92"/>
            <p:cNvSpPr/>
            <p:nvPr/>
          </p:nvSpPr>
          <p:spPr>
            <a:xfrm>
              <a:off x="2380850" y="1328050"/>
              <a:ext cx="427200" cy="1380775"/>
            </a:xfrm>
            <a:custGeom>
              <a:avLst/>
              <a:gdLst/>
              <a:ahLst/>
              <a:cxnLst/>
              <a:rect l="l" t="t" r="r" b="b"/>
              <a:pathLst>
                <a:path w="17088" h="55231" extrusionOk="0">
                  <a:moveTo>
                    <a:pt x="11368" y="0"/>
                  </a:moveTo>
                  <a:cubicBezTo>
                    <a:pt x="11300" y="0"/>
                    <a:pt x="11232" y="15"/>
                    <a:pt x="11168" y="47"/>
                  </a:cubicBezTo>
                  <a:cubicBezTo>
                    <a:pt x="11068" y="90"/>
                    <a:pt x="8729" y="1217"/>
                    <a:pt x="6233" y="3014"/>
                  </a:cubicBezTo>
                  <a:cubicBezTo>
                    <a:pt x="5691" y="3399"/>
                    <a:pt x="5192" y="3784"/>
                    <a:pt x="4735" y="4169"/>
                  </a:cubicBezTo>
                  <a:cubicBezTo>
                    <a:pt x="4436" y="4412"/>
                    <a:pt x="4136" y="4654"/>
                    <a:pt x="3865" y="4911"/>
                  </a:cubicBezTo>
                  <a:cubicBezTo>
                    <a:pt x="1883" y="6708"/>
                    <a:pt x="713" y="8477"/>
                    <a:pt x="357" y="10174"/>
                  </a:cubicBezTo>
                  <a:cubicBezTo>
                    <a:pt x="0" y="11843"/>
                    <a:pt x="442" y="13426"/>
                    <a:pt x="1683" y="14866"/>
                  </a:cubicBezTo>
                  <a:cubicBezTo>
                    <a:pt x="3666" y="17177"/>
                    <a:pt x="6133" y="18889"/>
                    <a:pt x="8315" y="20400"/>
                  </a:cubicBezTo>
                  <a:cubicBezTo>
                    <a:pt x="8401" y="20458"/>
                    <a:pt x="8472" y="20515"/>
                    <a:pt x="8544" y="20557"/>
                  </a:cubicBezTo>
                  <a:cubicBezTo>
                    <a:pt x="8815" y="20743"/>
                    <a:pt x="9071" y="20928"/>
                    <a:pt x="9328" y="21114"/>
                  </a:cubicBezTo>
                  <a:cubicBezTo>
                    <a:pt x="9556" y="21271"/>
                    <a:pt x="9770" y="21427"/>
                    <a:pt x="9998" y="21584"/>
                  </a:cubicBezTo>
                  <a:lnTo>
                    <a:pt x="11624" y="21955"/>
                  </a:lnTo>
                  <a:cubicBezTo>
                    <a:pt x="11753" y="21984"/>
                    <a:pt x="11838" y="22112"/>
                    <a:pt x="11810" y="22240"/>
                  </a:cubicBezTo>
                  <a:cubicBezTo>
                    <a:pt x="11781" y="22354"/>
                    <a:pt x="11681" y="22426"/>
                    <a:pt x="11567" y="22426"/>
                  </a:cubicBezTo>
                  <a:lnTo>
                    <a:pt x="11525" y="22426"/>
                  </a:lnTo>
                  <a:lnTo>
                    <a:pt x="10926" y="22283"/>
                  </a:lnTo>
                  <a:lnTo>
                    <a:pt x="10926" y="22283"/>
                  </a:lnTo>
                  <a:cubicBezTo>
                    <a:pt x="11952" y="23082"/>
                    <a:pt x="12851" y="23881"/>
                    <a:pt x="13521" y="24779"/>
                  </a:cubicBezTo>
                  <a:lnTo>
                    <a:pt x="14292" y="24808"/>
                  </a:lnTo>
                  <a:cubicBezTo>
                    <a:pt x="14420" y="24808"/>
                    <a:pt x="14520" y="24922"/>
                    <a:pt x="14520" y="25050"/>
                  </a:cubicBezTo>
                  <a:cubicBezTo>
                    <a:pt x="14505" y="25179"/>
                    <a:pt x="14406" y="25278"/>
                    <a:pt x="14277" y="25278"/>
                  </a:cubicBezTo>
                  <a:lnTo>
                    <a:pt x="13849" y="25264"/>
                  </a:lnTo>
                  <a:lnTo>
                    <a:pt x="13849" y="25264"/>
                  </a:lnTo>
                  <a:cubicBezTo>
                    <a:pt x="14448" y="26205"/>
                    <a:pt x="14805" y="27232"/>
                    <a:pt x="14848" y="28445"/>
                  </a:cubicBezTo>
                  <a:lnTo>
                    <a:pt x="15333" y="28445"/>
                  </a:lnTo>
                  <a:cubicBezTo>
                    <a:pt x="15475" y="28445"/>
                    <a:pt x="15575" y="28559"/>
                    <a:pt x="15575" y="28687"/>
                  </a:cubicBezTo>
                  <a:cubicBezTo>
                    <a:pt x="15575" y="28816"/>
                    <a:pt x="15475" y="28930"/>
                    <a:pt x="15333" y="28930"/>
                  </a:cubicBezTo>
                  <a:lnTo>
                    <a:pt x="14862" y="28930"/>
                  </a:lnTo>
                  <a:cubicBezTo>
                    <a:pt x="14834" y="29700"/>
                    <a:pt x="14691" y="30541"/>
                    <a:pt x="14406" y="31468"/>
                  </a:cubicBezTo>
                  <a:cubicBezTo>
                    <a:pt x="14363" y="31625"/>
                    <a:pt x="14306" y="31782"/>
                    <a:pt x="14263" y="31953"/>
                  </a:cubicBezTo>
                  <a:lnTo>
                    <a:pt x="14677" y="31911"/>
                  </a:lnTo>
                  <a:cubicBezTo>
                    <a:pt x="14685" y="31910"/>
                    <a:pt x="14693" y="31909"/>
                    <a:pt x="14701" y="31909"/>
                  </a:cubicBezTo>
                  <a:cubicBezTo>
                    <a:pt x="14819" y="31909"/>
                    <a:pt x="14920" y="32004"/>
                    <a:pt x="14933" y="32125"/>
                  </a:cubicBezTo>
                  <a:cubicBezTo>
                    <a:pt x="14948" y="32253"/>
                    <a:pt x="14848" y="32367"/>
                    <a:pt x="14719" y="32381"/>
                  </a:cubicBezTo>
                  <a:lnTo>
                    <a:pt x="14092" y="32438"/>
                  </a:lnTo>
                  <a:cubicBezTo>
                    <a:pt x="13750" y="33422"/>
                    <a:pt x="13336" y="34407"/>
                    <a:pt x="12880" y="35391"/>
                  </a:cubicBezTo>
                  <a:lnTo>
                    <a:pt x="13293" y="35334"/>
                  </a:lnTo>
                  <a:cubicBezTo>
                    <a:pt x="13301" y="35333"/>
                    <a:pt x="13310" y="35332"/>
                    <a:pt x="13318" y="35332"/>
                  </a:cubicBezTo>
                  <a:cubicBezTo>
                    <a:pt x="13436" y="35332"/>
                    <a:pt x="13537" y="35427"/>
                    <a:pt x="13550" y="35548"/>
                  </a:cubicBezTo>
                  <a:cubicBezTo>
                    <a:pt x="13564" y="35676"/>
                    <a:pt x="13479" y="35790"/>
                    <a:pt x="13350" y="35804"/>
                  </a:cubicBezTo>
                  <a:lnTo>
                    <a:pt x="12651" y="35890"/>
                  </a:lnTo>
                  <a:cubicBezTo>
                    <a:pt x="12266" y="36689"/>
                    <a:pt x="11853" y="37487"/>
                    <a:pt x="11439" y="38286"/>
                  </a:cubicBezTo>
                  <a:lnTo>
                    <a:pt x="11853" y="38215"/>
                  </a:lnTo>
                  <a:cubicBezTo>
                    <a:pt x="11868" y="38211"/>
                    <a:pt x="11882" y="38210"/>
                    <a:pt x="11897" y="38210"/>
                  </a:cubicBezTo>
                  <a:cubicBezTo>
                    <a:pt x="12009" y="38210"/>
                    <a:pt x="12111" y="38301"/>
                    <a:pt x="12124" y="38414"/>
                  </a:cubicBezTo>
                  <a:cubicBezTo>
                    <a:pt x="12152" y="38543"/>
                    <a:pt x="12067" y="38657"/>
                    <a:pt x="11938" y="38685"/>
                  </a:cubicBezTo>
                  <a:lnTo>
                    <a:pt x="11168" y="38814"/>
                  </a:lnTo>
                  <a:cubicBezTo>
                    <a:pt x="10926" y="39256"/>
                    <a:pt x="10683" y="39698"/>
                    <a:pt x="10455" y="40140"/>
                  </a:cubicBezTo>
                  <a:cubicBezTo>
                    <a:pt x="10369" y="40283"/>
                    <a:pt x="10298" y="40426"/>
                    <a:pt x="10212" y="40568"/>
                  </a:cubicBezTo>
                  <a:cubicBezTo>
                    <a:pt x="10141" y="40711"/>
                    <a:pt x="10070" y="40853"/>
                    <a:pt x="9984" y="40996"/>
                  </a:cubicBezTo>
                  <a:cubicBezTo>
                    <a:pt x="7089" y="46373"/>
                    <a:pt x="4479" y="51436"/>
                    <a:pt x="7588" y="55059"/>
                  </a:cubicBezTo>
                  <a:cubicBezTo>
                    <a:pt x="7688" y="55173"/>
                    <a:pt x="7816" y="55230"/>
                    <a:pt x="7945" y="55230"/>
                  </a:cubicBezTo>
                  <a:cubicBezTo>
                    <a:pt x="8059" y="55230"/>
                    <a:pt x="8173" y="55188"/>
                    <a:pt x="8258" y="55116"/>
                  </a:cubicBezTo>
                  <a:cubicBezTo>
                    <a:pt x="8458" y="54945"/>
                    <a:pt x="8487" y="54631"/>
                    <a:pt x="8315" y="54446"/>
                  </a:cubicBezTo>
                  <a:cubicBezTo>
                    <a:pt x="6761" y="52649"/>
                    <a:pt x="6875" y="50367"/>
                    <a:pt x="7802" y="47771"/>
                  </a:cubicBezTo>
                  <a:lnTo>
                    <a:pt x="7802" y="47771"/>
                  </a:lnTo>
                  <a:lnTo>
                    <a:pt x="7388" y="47799"/>
                  </a:lnTo>
                  <a:cubicBezTo>
                    <a:pt x="7388" y="47814"/>
                    <a:pt x="7374" y="47814"/>
                    <a:pt x="7374" y="47814"/>
                  </a:cubicBezTo>
                  <a:cubicBezTo>
                    <a:pt x="7246" y="47814"/>
                    <a:pt x="7146" y="47714"/>
                    <a:pt x="7132" y="47585"/>
                  </a:cubicBezTo>
                  <a:cubicBezTo>
                    <a:pt x="7117" y="47457"/>
                    <a:pt x="7217" y="47343"/>
                    <a:pt x="7346" y="47329"/>
                  </a:cubicBezTo>
                  <a:lnTo>
                    <a:pt x="7973" y="47272"/>
                  </a:lnTo>
                  <a:cubicBezTo>
                    <a:pt x="8287" y="46473"/>
                    <a:pt x="8658" y="45646"/>
                    <a:pt x="9071" y="44790"/>
                  </a:cubicBezTo>
                  <a:lnTo>
                    <a:pt x="9071" y="44790"/>
                  </a:lnTo>
                  <a:lnTo>
                    <a:pt x="8672" y="44890"/>
                  </a:lnTo>
                  <a:cubicBezTo>
                    <a:pt x="8658" y="44904"/>
                    <a:pt x="8629" y="44904"/>
                    <a:pt x="8615" y="44904"/>
                  </a:cubicBezTo>
                  <a:cubicBezTo>
                    <a:pt x="8501" y="44904"/>
                    <a:pt x="8415" y="44833"/>
                    <a:pt x="8387" y="44719"/>
                  </a:cubicBezTo>
                  <a:cubicBezTo>
                    <a:pt x="8358" y="44590"/>
                    <a:pt x="8430" y="44462"/>
                    <a:pt x="8558" y="44433"/>
                  </a:cubicBezTo>
                  <a:lnTo>
                    <a:pt x="9357" y="44234"/>
                  </a:lnTo>
                  <a:cubicBezTo>
                    <a:pt x="9784" y="43392"/>
                    <a:pt x="10255" y="42522"/>
                    <a:pt x="10726" y="41624"/>
                  </a:cubicBezTo>
                  <a:cubicBezTo>
                    <a:pt x="10840" y="41424"/>
                    <a:pt x="10940" y="41224"/>
                    <a:pt x="11054" y="41025"/>
                  </a:cubicBezTo>
                  <a:cubicBezTo>
                    <a:pt x="11097" y="40939"/>
                    <a:pt x="11154" y="40853"/>
                    <a:pt x="11197" y="40768"/>
                  </a:cubicBezTo>
                  <a:cubicBezTo>
                    <a:pt x="12780" y="37844"/>
                    <a:pt x="14377" y="34834"/>
                    <a:pt x="15318" y="31739"/>
                  </a:cubicBezTo>
                  <a:cubicBezTo>
                    <a:pt x="17087" y="25934"/>
                    <a:pt x="13935" y="23196"/>
                    <a:pt x="9913" y="20358"/>
                  </a:cubicBezTo>
                  <a:cubicBezTo>
                    <a:pt x="9656" y="20187"/>
                    <a:pt x="9399" y="20001"/>
                    <a:pt x="9143" y="19816"/>
                  </a:cubicBezTo>
                  <a:cubicBezTo>
                    <a:pt x="9043" y="19759"/>
                    <a:pt x="8957" y="19687"/>
                    <a:pt x="8857" y="19630"/>
                  </a:cubicBezTo>
                  <a:cubicBezTo>
                    <a:pt x="8258" y="19202"/>
                    <a:pt x="7645" y="18789"/>
                    <a:pt x="7046" y="18347"/>
                  </a:cubicBezTo>
                  <a:lnTo>
                    <a:pt x="6048" y="18418"/>
                  </a:lnTo>
                  <a:cubicBezTo>
                    <a:pt x="6048" y="18432"/>
                    <a:pt x="6033" y="18432"/>
                    <a:pt x="6033" y="18432"/>
                  </a:cubicBezTo>
                  <a:cubicBezTo>
                    <a:pt x="5905" y="18432"/>
                    <a:pt x="5805" y="18332"/>
                    <a:pt x="5791" y="18204"/>
                  </a:cubicBezTo>
                  <a:cubicBezTo>
                    <a:pt x="5777" y="18076"/>
                    <a:pt x="5876" y="17962"/>
                    <a:pt x="6005" y="17947"/>
                  </a:cubicBezTo>
                  <a:lnTo>
                    <a:pt x="6461" y="17919"/>
                  </a:lnTo>
                  <a:cubicBezTo>
                    <a:pt x="5192" y="16977"/>
                    <a:pt x="3951" y="15936"/>
                    <a:pt x="2839" y="14724"/>
                  </a:cubicBezTo>
                  <a:lnTo>
                    <a:pt x="2068" y="14795"/>
                  </a:lnTo>
                  <a:lnTo>
                    <a:pt x="2040" y="14795"/>
                  </a:lnTo>
                  <a:cubicBezTo>
                    <a:pt x="1926" y="14795"/>
                    <a:pt x="1812" y="14695"/>
                    <a:pt x="1812" y="14567"/>
                  </a:cubicBezTo>
                  <a:cubicBezTo>
                    <a:pt x="1797" y="14439"/>
                    <a:pt x="1897" y="14324"/>
                    <a:pt x="2026" y="14310"/>
                  </a:cubicBezTo>
                  <a:lnTo>
                    <a:pt x="2439" y="14282"/>
                  </a:lnTo>
                  <a:cubicBezTo>
                    <a:pt x="2425" y="14267"/>
                    <a:pt x="2411" y="14253"/>
                    <a:pt x="2411" y="14239"/>
                  </a:cubicBezTo>
                  <a:cubicBezTo>
                    <a:pt x="1541" y="13226"/>
                    <a:pt x="1141" y="12185"/>
                    <a:pt x="1184" y="11073"/>
                  </a:cubicBezTo>
                  <a:lnTo>
                    <a:pt x="1184" y="11073"/>
                  </a:lnTo>
                  <a:lnTo>
                    <a:pt x="756" y="11130"/>
                  </a:lnTo>
                  <a:lnTo>
                    <a:pt x="728" y="11130"/>
                  </a:lnTo>
                  <a:cubicBezTo>
                    <a:pt x="614" y="11130"/>
                    <a:pt x="499" y="11030"/>
                    <a:pt x="485" y="10916"/>
                  </a:cubicBezTo>
                  <a:cubicBezTo>
                    <a:pt x="471" y="10787"/>
                    <a:pt x="571" y="10673"/>
                    <a:pt x="699" y="10645"/>
                  </a:cubicBezTo>
                  <a:lnTo>
                    <a:pt x="1241" y="10588"/>
                  </a:lnTo>
                  <a:cubicBezTo>
                    <a:pt x="1255" y="10516"/>
                    <a:pt x="1270" y="10445"/>
                    <a:pt x="1284" y="10374"/>
                  </a:cubicBezTo>
                  <a:cubicBezTo>
                    <a:pt x="1455" y="9532"/>
                    <a:pt x="1869" y="8705"/>
                    <a:pt x="2425" y="7920"/>
                  </a:cubicBezTo>
                  <a:lnTo>
                    <a:pt x="2425" y="7920"/>
                  </a:lnTo>
                  <a:lnTo>
                    <a:pt x="1997" y="7978"/>
                  </a:lnTo>
                  <a:lnTo>
                    <a:pt x="1968" y="7978"/>
                  </a:lnTo>
                  <a:cubicBezTo>
                    <a:pt x="1854" y="7978"/>
                    <a:pt x="1755" y="7892"/>
                    <a:pt x="1740" y="7778"/>
                  </a:cubicBezTo>
                  <a:cubicBezTo>
                    <a:pt x="1712" y="7649"/>
                    <a:pt x="1812" y="7521"/>
                    <a:pt x="1940" y="7507"/>
                  </a:cubicBezTo>
                  <a:lnTo>
                    <a:pt x="2824" y="7378"/>
                  </a:lnTo>
                  <a:cubicBezTo>
                    <a:pt x="3438" y="6623"/>
                    <a:pt x="4165" y="5909"/>
                    <a:pt x="4935" y="5239"/>
                  </a:cubicBezTo>
                  <a:cubicBezTo>
                    <a:pt x="5206" y="4997"/>
                    <a:pt x="5491" y="4768"/>
                    <a:pt x="5777" y="4540"/>
                  </a:cubicBezTo>
                  <a:cubicBezTo>
                    <a:pt x="8529" y="2386"/>
                    <a:pt x="11525" y="932"/>
                    <a:pt x="11567" y="903"/>
                  </a:cubicBezTo>
                  <a:cubicBezTo>
                    <a:pt x="11810" y="789"/>
                    <a:pt x="11910" y="504"/>
                    <a:pt x="11796" y="276"/>
                  </a:cubicBezTo>
                  <a:cubicBezTo>
                    <a:pt x="11713" y="101"/>
                    <a:pt x="11542" y="0"/>
                    <a:pt x="1136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92"/>
            <p:cNvSpPr/>
            <p:nvPr/>
          </p:nvSpPr>
          <p:spPr>
            <a:xfrm>
              <a:off x="2585525" y="2283275"/>
              <a:ext cx="99150" cy="26175"/>
            </a:xfrm>
            <a:custGeom>
              <a:avLst/>
              <a:gdLst/>
              <a:ahLst/>
              <a:cxnLst/>
              <a:rect l="l" t="t" r="r" b="b"/>
              <a:pathLst>
                <a:path w="3966" h="1047" extrusionOk="0">
                  <a:moveTo>
                    <a:pt x="3710" y="1"/>
                  </a:moveTo>
                  <a:cubicBezTo>
                    <a:pt x="3695" y="1"/>
                    <a:pt x="3681" y="2"/>
                    <a:pt x="3666" y="6"/>
                  </a:cubicBezTo>
                  <a:lnTo>
                    <a:pt x="3252" y="77"/>
                  </a:lnTo>
                  <a:lnTo>
                    <a:pt x="628" y="505"/>
                  </a:lnTo>
                  <a:lnTo>
                    <a:pt x="214" y="576"/>
                  </a:lnTo>
                  <a:cubicBezTo>
                    <a:pt x="86" y="605"/>
                    <a:pt x="0" y="719"/>
                    <a:pt x="14" y="847"/>
                  </a:cubicBezTo>
                  <a:cubicBezTo>
                    <a:pt x="43" y="976"/>
                    <a:pt x="143" y="1047"/>
                    <a:pt x="257" y="1047"/>
                  </a:cubicBezTo>
                  <a:lnTo>
                    <a:pt x="285" y="1047"/>
                  </a:lnTo>
                  <a:lnTo>
                    <a:pt x="1084" y="919"/>
                  </a:lnTo>
                  <a:lnTo>
                    <a:pt x="2981" y="605"/>
                  </a:lnTo>
                  <a:lnTo>
                    <a:pt x="3751" y="476"/>
                  </a:lnTo>
                  <a:cubicBezTo>
                    <a:pt x="3880" y="448"/>
                    <a:pt x="3965" y="334"/>
                    <a:pt x="3937" y="205"/>
                  </a:cubicBezTo>
                  <a:cubicBezTo>
                    <a:pt x="3924" y="92"/>
                    <a:pt x="3822" y="1"/>
                    <a:pt x="371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92"/>
            <p:cNvSpPr/>
            <p:nvPr/>
          </p:nvSpPr>
          <p:spPr>
            <a:xfrm>
              <a:off x="2520250" y="2211350"/>
              <a:ext cx="199725" cy="33925"/>
            </a:xfrm>
            <a:custGeom>
              <a:avLst/>
              <a:gdLst/>
              <a:ahLst/>
              <a:cxnLst/>
              <a:rect l="l" t="t" r="r" b="b"/>
              <a:pathLst>
                <a:path w="7989" h="1357" extrusionOk="0">
                  <a:moveTo>
                    <a:pt x="7742" y="0"/>
                  </a:moveTo>
                  <a:cubicBezTo>
                    <a:pt x="7734" y="0"/>
                    <a:pt x="7725" y="1"/>
                    <a:pt x="7717" y="2"/>
                  </a:cubicBezTo>
                  <a:lnTo>
                    <a:pt x="7304" y="59"/>
                  </a:lnTo>
                  <a:lnTo>
                    <a:pt x="643" y="829"/>
                  </a:lnTo>
                  <a:lnTo>
                    <a:pt x="229" y="872"/>
                  </a:lnTo>
                  <a:cubicBezTo>
                    <a:pt x="101" y="886"/>
                    <a:pt x="1" y="1014"/>
                    <a:pt x="15" y="1143"/>
                  </a:cubicBezTo>
                  <a:cubicBezTo>
                    <a:pt x="29" y="1257"/>
                    <a:pt x="144" y="1357"/>
                    <a:pt x="258" y="1357"/>
                  </a:cubicBezTo>
                  <a:cubicBezTo>
                    <a:pt x="272" y="1357"/>
                    <a:pt x="272" y="1342"/>
                    <a:pt x="286" y="1342"/>
                  </a:cubicBezTo>
                  <a:lnTo>
                    <a:pt x="1042" y="1257"/>
                  </a:lnTo>
                  <a:lnTo>
                    <a:pt x="7075" y="558"/>
                  </a:lnTo>
                  <a:lnTo>
                    <a:pt x="7774" y="472"/>
                  </a:lnTo>
                  <a:cubicBezTo>
                    <a:pt x="7903" y="458"/>
                    <a:pt x="7988" y="344"/>
                    <a:pt x="7974" y="216"/>
                  </a:cubicBezTo>
                  <a:cubicBezTo>
                    <a:pt x="7961" y="95"/>
                    <a:pt x="7860" y="0"/>
                    <a:pt x="774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92"/>
            <p:cNvSpPr/>
            <p:nvPr/>
          </p:nvSpPr>
          <p:spPr>
            <a:xfrm>
              <a:off x="2465000" y="2125775"/>
              <a:ext cx="289550" cy="39275"/>
            </a:xfrm>
            <a:custGeom>
              <a:avLst/>
              <a:gdLst/>
              <a:ahLst/>
              <a:cxnLst/>
              <a:rect l="l" t="t" r="r" b="b"/>
              <a:pathLst>
                <a:path w="11582" h="1571" extrusionOk="0">
                  <a:moveTo>
                    <a:pt x="11335" y="0"/>
                  </a:moveTo>
                  <a:cubicBezTo>
                    <a:pt x="11327" y="0"/>
                    <a:pt x="11319" y="1"/>
                    <a:pt x="11311" y="2"/>
                  </a:cubicBezTo>
                  <a:lnTo>
                    <a:pt x="10897" y="44"/>
                  </a:lnTo>
                  <a:lnTo>
                    <a:pt x="642" y="1057"/>
                  </a:lnTo>
                  <a:lnTo>
                    <a:pt x="228" y="1100"/>
                  </a:lnTo>
                  <a:cubicBezTo>
                    <a:pt x="100" y="1100"/>
                    <a:pt x="0" y="1228"/>
                    <a:pt x="14" y="1357"/>
                  </a:cubicBezTo>
                  <a:cubicBezTo>
                    <a:pt x="29" y="1471"/>
                    <a:pt x="129" y="1571"/>
                    <a:pt x="257" y="1571"/>
                  </a:cubicBezTo>
                  <a:lnTo>
                    <a:pt x="271" y="1571"/>
                  </a:lnTo>
                  <a:lnTo>
                    <a:pt x="870" y="1513"/>
                  </a:lnTo>
                  <a:lnTo>
                    <a:pt x="10726" y="529"/>
                  </a:lnTo>
                  <a:lnTo>
                    <a:pt x="11353" y="472"/>
                  </a:lnTo>
                  <a:cubicBezTo>
                    <a:pt x="11482" y="458"/>
                    <a:pt x="11582" y="344"/>
                    <a:pt x="11567" y="216"/>
                  </a:cubicBezTo>
                  <a:cubicBezTo>
                    <a:pt x="11554" y="95"/>
                    <a:pt x="11453" y="0"/>
                    <a:pt x="1133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92"/>
            <p:cNvSpPr/>
            <p:nvPr/>
          </p:nvSpPr>
          <p:spPr>
            <a:xfrm>
              <a:off x="2460350" y="2039150"/>
              <a:ext cx="309900" cy="12150"/>
            </a:xfrm>
            <a:custGeom>
              <a:avLst/>
              <a:gdLst/>
              <a:ahLst/>
              <a:cxnLst/>
              <a:rect l="l" t="t" r="r" b="b"/>
              <a:pathLst>
                <a:path w="12396" h="486" extrusionOk="0">
                  <a:moveTo>
                    <a:pt x="11668" y="1"/>
                  </a:moveTo>
                  <a:lnTo>
                    <a:pt x="828" y="15"/>
                  </a:lnTo>
                  <a:lnTo>
                    <a:pt x="243" y="15"/>
                  </a:lnTo>
                  <a:cubicBezTo>
                    <a:pt x="101" y="15"/>
                    <a:pt x="1" y="115"/>
                    <a:pt x="1" y="243"/>
                  </a:cubicBezTo>
                  <a:cubicBezTo>
                    <a:pt x="1" y="372"/>
                    <a:pt x="101" y="486"/>
                    <a:pt x="243" y="486"/>
                  </a:cubicBezTo>
                  <a:lnTo>
                    <a:pt x="12153" y="486"/>
                  </a:lnTo>
                  <a:cubicBezTo>
                    <a:pt x="12295" y="486"/>
                    <a:pt x="12395" y="372"/>
                    <a:pt x="12395" y="243"/>
                  </a:cubicBezTo>
                  <a:cubicBezTo>
                    <a:pt x="12395" y="115"/>
                    <a:pt x="12295" y="1"/>
                    <a:pt x="1215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92"/>
            <p:cNvSpPr/>
            <p:nvPr/>
          </p:nvSpPr>
          <p:spPr>
            <a:xfrm>
              <a:off x="2517050" y="1941100"/>
              <a:ext cx="226800" cy="18925"/>
            </a:xfrm>
            <a:custGeom>
              <a:avLst/>
              <a:gdLst/>
              <a:ahLst/>
              <a:cxnLst/>
              <a:rect l="l" t="t" r="r" b="b"/>
              <a:pathLst>
                <a:path w="9072" h="757" extrusionOk="0">
                  <a:moveTo>
                    <a:pt x="243" y="0"/>
                  </a:moveTo>
                  <a:cubicBezTo>
                    <a:pt x="115" y="0"/>
                    <a:pt x="1" y="100"/>
                    <a:pt x="1" y="229"/>
                  </a:cubicBezTo>
                  <a:cubicBezTo>
                    <a:pt x="1" y="357"/>
                    <a:pt x="100" y="471"/>
                    <a:pt x="229" y="471"/>
                  </a:cubicBezTo>
                  <a:lnTo>
                    <a:pt x="642" y="485"/>
                  </a:lnTo>
                  <a:lnTo>
                    <a:pt x="8401" y="742"/>
                  </a:lnTo>
                  <a:lnTo>
                    <a:pt x="8829" y="756"/>
                  </a:lnTo>
                  <a:cubicBezTo>
                    <a:pt x="8958" y="756"/>
                    <a:pt x="9057" y="657"/>
                    <a:pt x="9072" y="528"/>
                  </a:cubicBezTo>
                  <a:cubicBezTo>
                    <a:pt x="9072" y="400"/>
                    <a:pt x="8972" y="286"/>
                    <a:pt x="8844" y="286"/>
                  </a:cubicBezTo>
                  <a:lnTo>
                    <a:pt x="8073" y="257"/>
                  </a:lnTo>
                  <a:lnTo>
                    <a:pt x="1013" y="29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92"/>
            <p:cNvSpPr/>
            <p:nvPr/>
          </p:nvSpPr>
          <p:spPr>
            <a:xfrm>
              <a:off x="2584450" y="1858925"/>
              <a:ext cx="92375" cy="29775"/>
            </a:xfrm>
            <a:custGeom>
              <a:avLst/>
              <a:gdLst/>
              <a:ahLst/>
              <a:cxnLst/>
              <a:rect l="l" t="t" r="r" b="b"/>
              <a:pathLst>
                <a:path w="3695" h="1191" extrusionOk="0">
                  <a:moveTo>
                    <a:pt x="258" y="1"/>
                  </a:moveTo>
                  <a:cubicBezTo>
                    <a:pt x="150" y="1"/>
                    <a:pt x="53" y="69"/>
                    <a:pt x="29" y="178"/>
                  </a:cubicBezTo>
                  <a:cubicBezTo>
                    <a:pt x="0" y="307"/>
                    <a:pt x="86" y="435"/>
                    <a:pt x="214" y="463"/>
                  </a:cubicBezTo>
                  <a:lnTo>
                    <a:pt x="614" y="563"/>
                  </a:lnTo>
                  <a:lnTo>
                    <a:pt x="2782" y="1048"/>
                  </a:lnTo>
                  <a:lnTo>
                    <a:pt x="3381" y="1191"/>
                  </a:lnTo>
                  <a:lnTo>
                    <a:pt x="3423" y="1191"/>
                  </a:lnTo>
                  <a:cubicBezTo>
                    <a:pt x="3537" y="1191"/>
                    <a:pt x="3637" y="1119"/>
                    <a:pt x="3666" y="1005"/>
                  </a:cubicBezTo>
                  <a:cubicBezTo>
                    <a:pt x="3694" y="877"/>
                    <a:pt x="3609" y="749"/>
                    <a:pt x="3480" y="720"/>
                  </a:cubicBezTo>
                  <a:lnTo>
                    <a:pt x="1854" y="349"/>
                  </a:lnTo>
                  <a:lnTo>
                    <a:pt x="956" y="150"/>
                  </a:lnTo>
                  <a:lnTo>
                    <a:pt x="314" y="7"/>
                  </a:lnTo>
                  <a:cubicBezTo>
                    <a:pt x="295" y="3"/>
                    <a:pt x="276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92"/>
            <p:cNvSpPr/>
            <p:nvPr/>
          </p:nvSpPr>
          <p:spPr>
            <a:xfrm>
              <a:off x="2525250" y="1766725"/>
              <a:ext cx="139450" cy="22150"/>
            </a:xfrm>
            <a:custGeom>
              <a:avLst/>
              <a:gdLst/>
              <a:ahLst/>
              <a:cxnLst/>
              <a:rect l="l" t="t" r="r" b="b"/>
              <a:pathLst>
                <a:path w="5578" h="886" extrusionOk="0">
                  <a:moveTo>
                    <a:pt x="5306" y="1"/>
                  </a:moveTo>
                  <a:lnTo>
                    <a:pt x="4893" y="44"/>
                  </a:lnTo>
                  <a:lnTo>
                    <a:pt x="685" y="372"/>
                  </a:lnTo>
                  <a:lnTo>
                    <a:pt x="229" y="400"/>
                  </a:lnTo>
                  <a:cubicBezTo>
                    <a:pt x="100" y="415"/>
                    <a:pt x="1" y="529"/>
                    <a:pt x="15" y="657"/>
                  </a:cubicBezTo>
                  <a:cubicBezTo>
                    <a:pt x="29" y="785"/>
                    <a:pt x="129" y="885"/>
                    <a:pt x="257" y="885"/>
                  </a:cubicBezTo>
                  <a:cubicBezTo>
                    <a:pt x="257" y="885"/>
                    <a:pt x="272" y="885"/>
                    <a:pt x="272" y="871"/>
                  </a:cubicBezTo>
                  <a:lnTo>
                    <a:pt x="1270" y="800"/>
                  </a:lnTo>
                  <a:lnTo>
                    <a:pt x="4593" y="543"/>
                  </a:lnTo>
                  <a:lnTo>
                    <a:pt x="5349" y="472"/>
                  </a:lnTo>
                  <a:cubicBezTo>
                    <a:pt x="5478" y="472"/>
                    <a:pt x="5577" y="357"/>
                    <a:pt x="5563" y="229"/>
                  </a:cubicBezTo>
                  <a:cubicBezTo>
                    <a:pt x="5549" y="86"/>
                    <a:pt x="5449" y="1"/>
                    <a:pt x="53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92"/>
            <p:cNvSpPr/>
            <p:nvPr/>
          </p:nvSpPr>
          <p:spPr>
            <a:xfrm>
              <a:off x="2425775" y="1664375"/>
              <a:ext cx="269225" cy="33575"/>
            </a:xfrm>
            <a:custGeom>
              <a:avLst/>
              <a:gdLst/>
              <a:ahLst/>
              <a:cxnLst/>
              <a:rect l="l" t="t" r="r" b="b"/>
              <a:pathLst>
                <a:path w="10769" h="1343" extrusionOk="0">
                  <a:moveTo>
                    <a:pt x="10522" y="0"/>
                  </a:moveTo>
                  <a:cubicBezTo>
                    <a:pt x="10514" y="0"/>
                    <a:pt x="10506" y="1"/>
                    <a:pt x="10498" y="1"/>
                  </a:cubicBezTo>
                  <a:lnTo>
                    <a:pt x="10041" y="44"/>
                  </a:lnTo>
                  <a:lnTo>
                    <a:pt x="642" y="829"/>
                  </a:lnTo>
                  <a:lnTo>
                    <a:pt x="229" y="857"/>
                  </a:lnTo>
                  <a:cubicBezTo>
                    <a:pt x="100" y="871"/>
                    <a:pt x="0" y="986"/>
                    <a:pt x="15" y="1114"/>
                  </a:cubicBezTo>
                  <a:cubicBezTo>
                    <a:pt x="15" y="1242"/>
                    <a:pt x="129" y="1342"/>
                    <a:pt x="243" y="1342"/>
                  </a:cubicBezTo>
                  <a:lnTo>
                    <a:pt x="271" y="1342"/>
                  </a:lnTo>
                  <a:lnTo>
                    <a:pt x="1042" y="1271"/>
                  </a:lnTo>
                  <a:lnTo>
                    <a:pt x="10027" y="529"/>
                  </a:lnTo>
                  <a:lnTo>
                    <a:pt x="10541" y="486"/>
                  </a:lnTo>
                  <a:cubicBezTo>
                    <a:pt x="10669" y="472"/>
                    <a:pt x="10769" y="358"/>
                    <a:pt x="10754" y="230"/>
                  </a:cubicBezTo>
                  <a:cubicBezTo>
                    <a:pt x="10741" y="96"/>
                    <a:pt x="10640" y="0"/>
                    <a:pt x="105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92"/>
            <p:cNvSpPr/>
            <p:nvPr/>
          </p:nvSpPr>
          <p:spPr>
            <a:xfrm>
              <a:off x="2392600" y="1561950"/>
              <a:ext cx="276375" cy="44350"/>
            </a:xfrm>
            <a:custGeom>
              <a:avLst/>
              <a:gdLst/>
              <a:ahLst/>
              <a:cxnLst/>
              <a:rect l="l" t="t" r="r" b="b"/>
              <a:pathLst>
                <a:path w="11055" h="1774" extrusionOk="0">
                  <a:moveTo>
                    <a:pt x="10814" y="0"/>
                  </a:moveTo>
                  <a:cubicBezTo>
                    <a:pt x="10799" y="0"/>
                    <a:pt x="10784" y="2"/>
                    <a:pt x="10769" y="5"/>
                  </a:cubicBezTo>
                  <a:lnTo>
                    <a:pt x="10070" y="91"/>
                  </a:lnTo>
                  <a:lnTo>
                    <a:pt x="771" y="1232"/>
                  </a:lnTo>
                  <a:lnTo>
                    <a:pt x="229" y="1289"/>
                  </a:lnTo>
                  <a:cubicBezTo>
                    <a:pt x="101" y="1317"/>
                    <a:pt x="1" y="1431"/>
                    <a:pt x="15" y="1560"/>
                  </a:cubicBezTo>
                  <a:cubicBezTo>
                    <a:pt x="29" y="1674"/>
                    <a:pt x="144" y="1774"/>
                    <a:pt x="258" y="1774"/>
                  </a:cubicBezTo>
                  <a:lnTo>
                    <a:pt x="286" y="1774"/>
                  </a:lnTo>
                  <a:lnTo>
                    <a:pt x="714" y="1717"/>
                  </a:lnTo>
                  <a:lnTo>
                    <a:pt x="10341" y="533"/>
                  </a:lnTo>
                  <a:lnTo>
                    <a:pt x="10826" y="476"/>
                  </a:lnTo>
                  <a:cubicBezTo>
                    <a:pt x="10955" y="461"/>
                    <a:pt x="11055" y="333"/>
                    <a:pt x="11040" y="205"/>
                  </a:cubicBezTo>
                  <a:cubicBezTo>
                    <a:pt x="11028" y="91"/>
                    <a:pt x="10926" y="0"/>
                    <a:pt x="1081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92"/>
            <p:cNvSpPr/>
            <p:nvPr/>
          </p:nvSpPr>
          <p:spPr>
            <a:xfrm>
              <a:off x="2423625" y="1491425"/>
              <a:ext cx="179750" cy="36075"/>
            </a:xfrm>
            <a:custGeom>
              <a:avLst/>
              <a:gdLst/>
              <a:ahLst/>
              <a:cxnLst/>
              <a:rect l="l" t="t" r="r" b="b"/>
              <a:pathLst>
                <a:path w="7190" h="1443" extrusionOk="0">
                  <a:moveTo>
                    <a:pt x="6932" y="0"/>
                  </a:moveTo>
                  <a:cubicBezTo>
                    <a:pt x="6923" y="0"/>
                    <a:pt x="6913" y="1"/>
                    <a:pt x="6904" y="2"/>
                  </a:cubicBezTo>
                  <a:lnTo>
                    <a:pt x="5991" y="130"/>
                  </a:lnTo>
                  <a:lnTo>
                    <a:pt x="1113" y="843"/>
                  </a:lnTo>
                  <a:lnTo>
                    <a:pt x="229" y="972"/>
                  </a:lnTo>
                  <a:cubicBezTo>
                    <a:pt x="101" y="986"/>
                    <a:pt x="1" y="1114"/>
                    <a:pt x="29" y="1243"/>
                  </a:cubicBezTo>
                  <a:cubicBezTo>
                    <a:pt x="44" y="1357"/>
                    <a:pt x="143" y="1443"/>
                    <a:pt x="257" y="1443"/>
                  </a:cubicBezTo>
                  <a:lnTo>
                    <a:pt x="286" y="1443"/>
                  </a:lnTo>
                  <a:lnTo>
                    <a:pt x="714" y="1385"/>
                  </a:lnTo>
                  <a:lnTo>
                    <a:pt x="6547" y="530"/>
                  </a:lnTo>
                  <a:lnTo>
                    <a:pt x="6975" y="473"/>
                  </a:lnTo>
                  <a:cubicBezTo>
                    <a:pt x="7104" y="458"/>
                    <a:pt x="7189" y="330"/>
                    <a:pt x="7175" y="202"/>
                  </a:cubicBezTo>
                  <a:cubicBezTo>
                    <a:pt x="7148" y="83"/>
                    <a:pt x="7048" y="0"/>
                    <a:pt x="693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92"/>
            <p:cNvSpPr/>
            <p:nvPr/>
          </p:nvSpPr>
          <p:spPr>
            <a:xfrm>
              <a:off x="2589800" y="2407925"/>
              <a:ext cx="136225" cy="42750"/>
            </a:xfrm>
            <a:custGeom>
              <a:avLst/>
              <a:gdLst/>
              <a:ahLst/>
              <a:cxnLst/>
              <a:rect l="l" t="t" r="r" b="b"/>
              <a:pathLst>
                <a:path w="5449" h="1710" extrusionOk="0">
                  <a:moveTo>
                    <a:pt x="5188" y="1"/>
                  </a:moveTo>
                  <a:cubicBezTo>
                    <a:pt x="5166" y="1"/>
                    <a:pt x="5143" y="4"/>
                    <a:pt x="5121" y="12"/>
                  </a:cubicBezTo>
                  <a:lnTo>
                    <a:pt x="4422" y="183"/>
                  </a:lnTo>
                  <a:lnTo>
                    <a:pt x="999" y="1039"/>
                  </a:lnTo>
                  <a:lnTo>
                    <a:pt x="200" y="1238"/>
                  </a:lnTo>
                  <a:cubicBezTo>
                    <a:pt x="72" y="1267"/>
                    <a:pt x="0" y="1395"/>
                    <a:pt x="29" y="1524"/>
                  </a:cubicBezTo>
                  <a:cubicBezTo>
                    <a:pt x="57" y="1638"/>
                    <a:pt x="143" y="1709"/>
                    <a:pt x="257" y="1709"/>
                  </a:cubicBezTo>
                  <a:cubicBezTo>
                    <a:pt x="271" y="1709"/>
                    <a:pt x="300" y="1709"/>
                    <a:pt x="314" y="1695"/>
                  </a:cubicBezTo>
                  <a:lnTo>
                    <a:pt x="713" y="1595"/>
                  </a:lnTo>
                  <a:lnTo>
                    <a:pt x="4835" y="568"/>
                  </a:lnTo>
                  <a:lnTo>
                    <a:pt x="5235" y="468"/>
                  </a:lnTo>
                  <a:cubicBezTo>
                    <a:pt x="5363" y="440"/>
                    <a:pt x="5449" y="311"/>
                    <a:pt x="5406" y="183"/>
                  </a:cubicBezTo>
                  <a:cubicBezTo>
                    <a:pt x="5382" y="77"/>
                    <a:pt x="5291" y="1"/>
                    <a:pt x="518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92"/>
            <p:cNvSpPr/>
            <p:nvPr/>
          </p:nvSpPr>
          <p:spPr>
            <a:xfrm>
              <a:off x="2558775" y="2493025"/>
              <a:ext cx="211825" cy="30375"/>
            </a:xfrm>
            <a:custGeom>
              <a:avLst/>
              <a:gdLst/>
              <a:ahLst/>
              <a:cxnLst/>
              <a:rect l="l" t="t" r="r" b="b"/>
              <a:pathLst>
                <a:path w="8473" h="1215" extrusionOk="0">
                  <a:moveTo>
                    <a:pt x="8228" y="1"/>
                  </a:moveTo>
                  <a:cubicBezTo>
                    <a:pt x="8220" y="1"/>
                    <a:pt x="8211" y="1"/>
                    <a:pt x="8201" y="2"/>
                  </a:cubicBezTo>
                  <a:lnTo>
                    <a:pt x="856" y="673"/>
                  </a:lnTo>
                  <a:lnTo>
                    <a:pt x="229" y="730"/>
                  </a:lnTo>
                  <a:cubicBezTo>
                    <a:pt x="100" y="744"/>
                    <a:pt x="0" y="858"/>
                    <a:pt x="15" y="986"/>
                  </a:cubicBezTo>
                  <a:cubicBezTo>
                    <a:pt x="29" y="1115"/>
                    <a:pt x="129" y="1215"/>
                    <a:pt x="257" y="1215"/>
                  </a:cubicBezTo>
                  <a:cubicBezTo>
                    <a:pt x="257" y="1215"/>
                    <a:pt x="271" y="1215"/>
                    <a:pt x="271" y="1200"/>
                  </a:cubicBezTo>
                  <a:lnTo>
                    <a:pt x="685" y="1172"/>
                  </a:lnTo>
                  <a:lnTo>
                    <a:pt x="8244" y="473"/>
                  </a:lnTo>
                  <a:cubicBezTo>
                    <a:pt x="8373" y="459"/>
                    <a:pt x="8472" y="345"/>
                    <a:pt x="8458" y="216"/>
                  </a:cubicBezTo>
                  <a:cubicBezTo>
                    <a:pt x="8458" y="96"/>
                    <a:pt x="8358" y="1"/>
                    <a:pt x="822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92"/>
            <p:cNvSpPr/>
            <p:nvPr/>
          </p:nvSpPr>
          <p:spPr>
            <a:xfrm>
              <a:off x="2583725" y="2576575"/>
              <a:ext cx="216100" cy="61650"/>
            </a:xfrm>
            <a:custGeom>
              <a:avLst/>
              <a:gdLst/>
              <a:ahLst/>
              <a:cxnLst/>
              <a:rect l="l" t="t" r="r" b="b"/>
              <a:pathLst>
                <a:path w="8644" h="2466" extrusionOk="0">
                  <a:moveTo>
                    <a:pt x="8384" y="1"/>
                  </a:moveTo>
                  <a:cubicBezTo>
                    <a:pt x="8361" y="1"/>
                    <a:pt x="8339" y="5"/>
                    <a:pt x="8316" y="12"/>
                  </a:cubicBezTo>
                  <a:lnTo>
                    <a:pt x="200" y="1995"/>
                  </a:lnTo>
                  <a:cubicBezTo>
                    <a:pt x="72" y="2023"/>
                    <a:pt x="1" y="2166"/>
                    <a:pt x="29" y="2280"/>
                  </a:cubicBezTo>
                  <a:cubicBezTo>
                    <a:pt x="58" y="2394"/>
                    <a:pt x="158" y="2465"/>
                    <a:pt x="257" y="2465"/>
                  </a:cubicBezTo>
                  <a:lnTo>
                    <a:pt x="315" y="2465"/>
                  </a:lnTo>
                  <a:lnTo>
                    <a:pt x="8430" y="469"/>
                  </a:lnTo>
                  <a:cubicBezTo>
                    <a:pt x="8558" y="440"/>
                    <a:pt x="8644" y="312"/>
                    <a:pt x="8601" y="183"/>
                  </a:cubicBezTo>
                  <a:cubicBezTo>
                    <a:pt x="8578" y="78"/>
                    <a:pt x="8487" y="1"/>
                    <a:pt x="838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7" name="Google Shape;1667;p92"/>
          <p:cNvGrpSpPr/>
          <p:nvPr/>
        </p:nvGrpSpPr>
        <p:grpSpPr>
          <a:xfrm>
            <a:off x="2881984" y="3144191"/>
            <a:ext cx="1377698" cy="1417067"/>
            <a:chOff x="2844025" y="3355850"/>
            <a:chExt cx="478550" cy="492225"/>
          </a:xfrm>
        </p:grpSpPr>
        <p:sp>
          <p:nvSpPr>
            <p:cNvPr id="1668" name="Google Shape;1668;p92"/>
            <p:cNvSpPr/>
            <p:nvPr/>
          </p:nvSpPr>
          <p:spPr>
            <a:xfrm>
              <a:off x="2844025" y="3480950"/>
              <a:ext cx="234300" cy="113950"/>
            </a:xfrm>
            <a:custGeom>
              <a:avLst/>
              <a:gdLst/>
              <a:ahLst/>
              <a:cxnLst/>
              <a:rect l="l" t="t" r="r" b="b"/>
              <a:pathLst>
                <a:path w="9372" h="4558" extrusionOk="0">
                  <a:moveTo>
                    <a:pt x="418" y="0"/>
                  </a:moveTo>
                  <a:cubicBezTo>
                    <a:pt x="365" y="0"/>
                    <a:pt x="310" y="12"/>
                    <a:pt x="257" y="36"/>
                  </a:cubicBezTo>
                  <a:cubicBezTo>
                    <a:pt x="72" y="122"/>
                    <a:pt x="1" y="350"/>
                    <a:pt x="86" y="535"/>
                  </a:cubicBezTo>
                  <a:cubicBezTo>
                    <a:pt x="1213" y="2803"/>
                    <a:pt x="3837" y="3602"/>
                    <a:pt x="6504" y="4115"/>
                  </a:cubicBezTo>
                  <a:cubicBezTo>
                    <a:pt x="7446" y="4301"/>
                    <a:pt x="8416" y="4444"/>
                    <a:pt x="9371" y="4558"/>
                  </a:cubicBezTo>
                  <a:cubicBezTo>
                    <a:pt x="9357" y="4329"/>
                    <a:pt x="9343" y="4101"/>
                    <a:pt x="9314" y="3873"/>
                  </a:cubicBezTo>
                  <a:cubicBezTo>
                    <a:pt x="9314" y="3859"/>
                    <a:pt x="9314" y="3844"/>
                    <a:pt x="9314" y="3816"/>
                  </a:cubicBezTo>
                  <a:cubicBezTo>
                    <a:pt x="8929" y="3773"/>
                    <a:pt x="8544" y="3716"/>
                    <a:pt x="8145" y="3659"/>
                  </a:cubicBezTo>
                  <a:lnTo>
                    <a:pt x="7688" y="4073"/>
                  </a:lnTo>
                  <a:cubicBezTo>
                    <a:pt x="7645" y="4101"/>
                    <a:pt x="7603" y="4115"/>
                    <a:pt x="7560" y="4115"/>
                  </a:cubicBezTo>
                  <a:cubicBezTo>
                    <a:pt x="7517" y="4115"/>
                    <a:pt x="7460" y="4101"/>
                    <a:pt x="7432" y="4058"/>
                  </a:cubicBezTo>
                  <a:cubicBezTo>
                    <a:pt x="7360" y="3987"/>
                    <a:pt x="7374" y="3873"/>
                    <a:pt x="7446" y="3802"/>
                  </a:cubicBezTo>
                  <a:lnTo>
                    <a:pt x="7688" y="3588"/>
                  </a:lnTo>
                  <a:cubicBezTo>
                    <a:pt x="7332" y="3531"/>
                    <a:pt x="6989" y="3474"/>
                    <a:pt x="6633" y="3402"/>
                  </a:cubicBezTo>
                  <a:cubicBezTo>
                    <a:pt x="6219" y="3317"/>
                    <a:pt x="5791" y="3231"/>
                    <a:pt x="5378" y="3131"/>
                  </a:cubicBezTo>
                  <a:lnTo>
                    <a:pt x="4921" y="3488"/>
                  </a:lnTo>
                  <a:cubicBezTo>
                    <a:pt x="4893" y="3516"/>
                    <a:pt x="4850" y="3531"/>
                    <a:pt x="4807" y="3531"/>
                  </a:cubicBezTo>
                  <a:cubicBezTo>
                    <a:pt x="4764" y="3531"/>
                    <a:pt x="4707" y="3502"/>
                    <a:pt x="4665" y="3459"/>
                  </a:cubicBezTo>
                  <a:cubicBezTo>
                    <a:pt x="4607" y="3388"/>
                    <a:pt x="4622" y="3274"/>
                    <a:pt x="4693" y="3203"/>
                  </a:cubicBezTo>
                  <a:lnTo>
                    <a:pt x="4936" y="3003"/>
                  </a:lnTo>
                  <a:cubicBezTo>
                    <a:pt x="4051" y="2775"/>
                    <a:pt x="3224" y="2475"/>
                    <a:pt x="2525" y="2047"/>
                  </a:cubicBezTo>
                  <a:lnTo>
                    <a:pt x="2169" y="2333"/>
                  </a:lnTo>
                  <a:cubicBezTo>
                    <a:pt x="2126" y="2361"/>
                    <a:pt x="2097" y="2375"/>
                    <a:pt x="2054" y="2375"/>
                  </a:cubicBezTo>
                  <a:cubicBezTo>
                    <a:pt x="1997" y="2375"/>
                    <a:pt x="1940" y="2347"/>
                    <a:pt x="1912" y="2304"/>
                  </a:cubicBezTo>
                  <a:cubicBezTo>
                    <a:pt x="1840" y="2219"/>
                    <a:pt x="1855" y="2104"/>
                    <a:pt x="1940" y="2047"/>
                  </a:cubicBezTo>
                  <a:lnTo>
                    <a:pt x="2197" y="1833"/>
                  </a:lnTo>
                  <a:cubicBezTo>
                    <a:pt x="1584" y="1420"/>
                    <a:pt x="1085" y="878"/>
                    <a:pt x="742" y="207"/>
                  </a:cubicBezTo>
                  <a:cubicBezTo>
                    <a:pt x="681" y="75"/>
                    <a:pt x="554" y="0"/>
                    <a:pt x="41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92"/>
            <p:cNvSpPr/>
            <p:nvPr/>
          </p:nvSpPr>
          <p:spPr>
            <a:xfrm>
              <a:off x="3095400" y="3578825"/>
              <a:ext cx="227175" cy="136950"/>
            </a:xfrm>
            <a:custGeom>
              <a:avLst/>
              <a:gdLst/>
              <a:ahLst/>
              <a:cxnLst/>
              <a:rect l="l" t="t" r="r" b="b"/>
              <a:pathLst>
                <a:path w="9087" h="5478" extrusionOk="0">
                  <a:moveTo>
                    <a:pt x="1" y="1"/>
                  </a:moveTo>
                  <a:cubicBezTo>
                    <a:pt x="15" y="243"/>
                    <a:pt x="29" y="500"/>
                    <a:pt x="58" y="742"/>
                  </a:cubicBezTo>
                  <a:cubicBezTo>
                    <a:pt x="743" y="828"/>
                    <a:pt x="1441" y="928"/>
                    <a:pt x="2126" y="1042"/>
                  </a:cubicBezTo>
                  <a:lnTo>
                    <a:pt x="2497" y="643"/>
                  </a:lnTo>
                  <a:cubicBezTo>
                    <a:pt x="2534" y="605"/>
                    <a:pt x="2584" y="587"/>
                    <a:pt x="2633" y="587"/>
                  </a:cubicBezTo>
                  <a:cubicBezTo>
                    <a:pt x="2677" y="587"/>
                    <a:pt x="2720" y="601"/>
                    <a:pt x="2754" y="628"/>
                  </a:cubicBezTo>
                  <a:cubicBezTo>
                    <a:pt x="2839" y="700"/>
                    <a:pt x="2839" y="814"/>
                    <a:pt x="2768" y="899"/>
                  </a:cubicBezTo>
                  <a:lnTo>
                    <a:pt x="2554" y="1113"/>
                  </a:lnTo>
                  <a:cubicBezTo>
                    <a:pt x="3139" y="1213"/>
                    <a:pt x="3709" y="1341"/>
                    <a:pt x="4280" y="1484"/>
                  </a:cubicBezTo>
                  <a:cubicBezTo>
                    <a:pt x="6719" y="2140"/>
                    <a:pt x="8088" y="3367"/>
                    <a:pt x="8330" y="5164"/>
                  </a:cubicBezTo>
                  <a:cubicBezTo>
                    <a:pt x="8359" y="5349"/>
                    <a:pt x="8516" y="5478"/>
                    <a:pt x="8701" y="5478"/>
                  </a:cubicBezTo>
                  <a:lnTo>
                    <a:pt x="8744" y="5478"/>
                  </a:lnTo>
                  <a:cubicBezTo>
                    <a:pt x="8944" y="5449"/>
                    <a:pt x="9086" y="5264"/>
                    <a:pt x="9058" y="5064"/>
                  </a:cubicBezTo>
                  <a:cubicBezTo>
                    <a:pt x="8758" y="2953"/>
                    <a:pt x="7218" y="1513"/>
                    <a:pt x="4465" y="785"/>
                  </a:cubicBezTo>
                  <a:cubicBezTo>
                    <a:pt x="2996" y="386"/>
                    <a:pt x="1484" y="18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92"/>
            <p:cNvSpPr/>
            <p:nvPr/>
          </p:nvSpPr>
          <p:spPr>
            <a:xfrm>
              <a:off x="3040150" y="3355850"/>
              <a:ext cx="157975" cy="492225"/>
            </a:xfrm>
            <a:custGeom>
              <a:avLst/>
              <a:gdLst/>
              <a:ahLst/>
              <a:cxnLst/>
              <a:rect l="l" t="t" r="r" b="b"/>
              <a:pathLst>
                <a:path w="6319" h="19689" extrusionOk="0">
                  <a:moveTo>
                    <a:pt x="424" y="1"/>
                  </a:moveTo>
                  <a:cubicBezTo>
                    <a:pt x="372" y="1"/>
                    <a:pt x="320" y="11"/>
                    <a:pt x="271" y="34"/>
                  </a:cubicBezTo>
                  <a:cubicBezTo>
                    <a:pt x="86" y="105"/>
                    <a:pt x="0" y="319"/>
                    <a:pt x="86" y="505"/>
                  </a:cubicBezTo>
                  <a:cubicBezTo>
                    <a:pt x="285" y="975"/>
                    <a:pt x="442" y="1460"/>
                    <a:pt x="571" y="1945"/>
                  </a:cubicBezTo>
                  <a:lnTo>
                    <a:pt x="813" y="1760"/>
                  </a:lnTo>
                  <a:cubicBezTo>
                    <a:pt x="844" y="1729"/>
                    <a:pt x="883" y="1714"/>
                    <a:pt x="923" y="1714"/>
                  </a:cubicBezTo>
                  <a:cubicBezTo>
                    <a:pt x="975" y="1714"/>
                    <a:pt x="1029" y="1740"/>
                    <a:pt x="1070" y="1788"/>
                  </a:cubicBezTo>
                  <a:cubicBezTo>
                    <a:pt x="1127" y="1874"/>
                    <a:pt x="1113" y="1988"/>
                    <a:pt x="1041" y="2045"/>
                  </a:cubicBezTo>
                  <a:lnTo>
                    <a:pt x="670" y="2330"/>
                  </a:lnTo>
                  <a:cubicBezTo>
                    <a:pt x="813" y="2944"/>
                    <a:pt x="913" y="3543"/>
                    <a:pt x="999" y="4099"/>
                  </a:cubicBezTo>
                  <a:cubicBezTo>
                    <a:pt x="1027" y="4313"/>
                    <a:pt x="1070" y="4527"/>
                    <a:pt x="1098" y="4755"/>
                  </a:cubicBezTo>
                  <a:lnTo>
                    <a:pt x="1341" y="4555"/>
                  </a:lnTo>
                  <a:cubicBezTo>
                    <a:pt x="1373" y="4523"/>
                    <a:pt x="1414" y="4508"/>
                    <a:pt x="1455" y="4508"/>
                  </a:cubicBezTo>
                  <a:cubicBezTo>
                    <a:pt x="1506" y="4508"/>
                    <a:pt x="1558" y="4530"/>
                    <a:pt x="1598" y="4570"/>
                  </a:cubicBezTo>
                  <a:cubicBezTo>
                    <a:pt x="1655" y="4655"/>
                    <a:pt x="1640" y="4769"/>
                    <a:pt x="1569" y="4826"/>
                  </a:cubicBezTo>
                  <a:lnTo>
                    <a:pt x="1141" y="5183"/>
                  </a:lnTo>
                  <a:cubicBezTo>
                    <a:pt x="1227" y="5853"/>
                    <a:pt x="1298" y="6552"/>
                    <a:pt x="1355" y="7223"/>
                  </a:cubicBezTo>
                  <a:lnTo>
                    <a:pt x="1598" y="7009"/>
                  </a:lnTo>
                  <a:cubicBezTo>
                    <a:pt x="1630" y="6976"/>
                    <a:pt x="1670" y="6962"/>
                    <a:pt x="1712" y="6962"/>
                  </a:cubicBezTo>
                  <a:cubicBezTo>
                    <a:pt x="1763" y="6962"/>
                    <a:pt x="1815" y="6984"/>
                    <a:pt x="1854" y="7023"/>
                  </a:cubicBezTo>
                  <a:cubicBezTo>
                    <a:pt x="1926" y="7094"/>
                    <a:pt x="1911" y="7208"/>
                    <a:pt x="1840" y="7280"/>
                  </a:cubicBezTo>
                  <a:lnTo>
                    <a:pt x="1384" y="7679"/>
                  </a:lnTo>
                  <a:cubicBezTo>
                    <a:pt x="1412" y="8064"/>
                    <a:pt x="1441" y="8449"/>
                    <a:pt x="1469" y="8820"/>
                  </a:cubicBezTo>
                  <a:cubicBezTo>
                    <a:pt x="1469" y="8848"/>
                    <a:pt x="1469" y="8863"/>
                    <a:pt x="1469" y="8877"/>
                  </a:cubicBezTo>
                  <a:cubicBezTo>
                    <a:pt x="1498" y="9105"/>
                    <a:pt x="1512" y="9333"/>
                    <a:pt x="1526" y="9562"/>
                  </a:cubicBezTo>
                  <a:cubicBezTo>
                    <a:pt x="1626" y="10917"/>
                    <a:pt x="1740" y="12300"/>
                    <a:pt x="1954" y="13669"/>
                  </a:cubicBezTo>
                  <a:cubicBezTo>
                    <a:pt x="2296" y="15852"/>
                    <a:pt x="3067" y="18847"/>
                    <a:pt x="5805" y="19674"/>
                  </a:cubicBezTo>
                  <a:cubicBezTo>
                    <a:pt x="5834" y="19688"/>
                    <a:pt x="5876" y="19688"/>
                    <a:pt x="5905" y="19688"/>
                  </a:cubicBezTo>
                  <a:cubicBezTo>
                    <a:pt x="6062" y="19688"/>
                    <a:pt x="6204" y="19588"/>
                    <a:pt x="6261" y="19432"/>
                  </a:cubicBezTo>
                  <a:cubicBezTo>
                    <a:pt x="6319" y="19232"/>
                    <a:pt x="6204" y="19032"/>
                    <a:pt x="6005" y="18975"/>
                  </a:cubicBezTo>
                  <a:cubicBezTo>
                    <a:pt x="4151" y="18419"/>
                    <a:pt x="3338" y="16650"/>
                    <a:pt x="2924" y="14867"/>
                  </a:cubicBezTo>
                  <a:lnTo>
                    <a:pt x="2667" y="15067"/>
                  </a:lnTo>
                  <a:cubicBezTo>
                    <a:pt x="2639" y="15081"/>
                    <a:pt x="2596" y="15096"/>
                    <a:pt x="2567" y="15096"/>
                  </a:cubicBezTo>
                  <a:cubicBezTo>
                    <a:pt x="2510" y="15096"/>
                    <a:pt x="2453" y="15081"/>
                    <a:pt x="2411" y="15024"/>
                  </a:cubicBezTo>
                  <a:cubicBezTo>
                    <a:pt x="2353" y="14953"/>
                    <a:pt x="2368" y="14839"/>
                    <a:pt x="2453" y="14768"/>
                  </a:cubicBezTo>
                  <a:lnTo>
                    <a:pt x="2838" y="14468"/>
                  </a:lnTo>
                  <a:cubicBezTo>
                    <a:pt x="2767" y="14154"/>
                    <a:pt x="2724" y="13855"/>
                    <a:pt x="2667" y="13555"/>
                  </a:cubicBezTo>
                  <a:cubicBezTo>
                    <a:pt x="2610" y="13170"/>
                    <a:pt x="2567" y="12799"/>
                    <a:pt x="2510" y="12414"/>
                  </a:cubicBezTo>
                  <a:lnTo>
                    <a:pt x="2296" y="12642"/>
                  </a:lnTo>
                  <a:cubicBezTo>
                    <a:pt x="2268" y="12685"/>
                    <a:pt x="2211" y="12699"/>
                    <a:pt x="2168" y="12699"/>
                  </a:cubicBezTo>
                  <a:cubicBezTo>
                    <a:pt x="2125" y="12699"/>
                    <a:pt x="2068" y="12685"/>
                    <a:pt x="2040" y="12657"/>
                  </a:cubicBezTo>
                  <a:cubicBezTo>
                    <a:pt x="1968" y="12585"/>
                    <a:pt x="1968" y="12471"/>
                    <a:pt x="2040" y="12400"/>
                  </a:cubicBezTo>
                  <a:lnTo>
                    <a:pt x="2468" y="11944"/>
                  </a:lnTo>
                  <a:cubicBezTo>
                    <a:pt x="2382" y="11173"/>
                    <a:pt x="2325" y="10417"/>
                    <a:pt x="2268" y="9661"/>
                  </a:cubicBezTo>
                  <a:cubicBezTo>
                    <a:pt x="2239" y="9419"/>
                    <a:pt x="2225" y="9162"/>
                    <a:pt x="2211" y="8920"/>
                  </a:cubicBezTo>
                  <a:cubicBezTo>
                    <a:pt x="2211" y="8891"/>
                    <a:pt x="2211" y="8863"/>
                    <a:pt x="2211" y="8834"/>
                  </a:cubicBezTo>
                  <a:cubicBezTo>
                    <a:pt x="2097" y="7237"/>
                    <a:pt x="1968" y="5597"/>
                    <a:pt x="1726" y="3985"/>
                  </a:cubicBezTo>
                  <a:cubicBezTo>
                    <a:pt x="1541" y="2815"/>
                    <a:pt x="1298" y="1460"/>
                    <a:pt x="756" y="219"/>
                  </a:cubicBezTo>
                  <a:cubicBezTo>
                    <a:pt x="704" y="83"/>
                    <a:pt x="566" y="1"/>
                    <a:pt x="42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92"/>
            <p:cNvSpPr/>
            <p:nvPr/>
          </p:nvSpPr>
          <p:spPr>
            <a:xfrm>
              <a:off x="3028025" y="3529875"/>
              <a:ext cx="60275" cy="53975"/>
            </a:xfrm>
            <a:custGeom>
              <a:avLst/>
              <a:gdLst/>
              <a:ahLst/>
              <a:cxnLst/>
              <a:rect l="l" t="t" r="r" b="b"/>
              <a:pathLst>
                <a:path w="2411" h="2159" extrusionOk="0">
                  <a:moveTo>
                    <a:pt x="2197" y="1"/>
                  </a:moveTo>
                  <a:cubicBezTo>
                    <a:pt x="2155" y="1"/>
                    <a:pt x="2115" y="15"/>
                    <a:pt x="2083" y="48"/>
                  </a:cubicBezTo>
                  <a:lnTo>
                    <a:pt x="1840" y="262"/>
                  </a:lnTo>
                  <a:lnTo>
                    <a:pt x="328" y="1631"/>
                  </a:lnTo>
                  <a:lnTo>
                    <a:pt x="86" y="1845"/>
                  </a:lnTo>
                  <a:cubicBezTo>
                    <a:pt x="14" y="1916"/>
                    <a:pt x="0" y="2030"/>
                    <a:pt x="72" y="2101"/>
                  </a:cubicBezTo>
                  <a:cubicBezTo>
                    <a:pt x="100" y="2144"/>
                    <a:pt x="157" y="2158"/>
                    <a:pt x="200" y="2158"/>
                  </a:cubicBezTo>
                  <a:cubicBezTo>
                    <a:pt x="243" y="2158"/>
                    <a:pt x="285" y="2144"/>
                    <a:pt x="328" y="2116"/>
                  </a:cubicBezTo>
                  <a:lnTo>
                    <a:pt x="785" y="1702"/>
                  </a:lnTo>
                  <a:lnTo>
                    <a:pt x="1869" y="718"/>
                  </a:lnTo>
                  <a:lnTo>
                    <a:pt x="2325" y="319"/>
                  </a:lnTo>
                  <a:cubicBezTo>
                    <a:pt x="2396" y="247"/>
                    <a:pt x="2411" y="133"/>
                    <a:pt x="2339" y="62"/>
                  </a:cubicBezTo>
                  <a:cubicBezTo>
                    <a:pt x="2300" y="23"/>
                    <a:pt x="2248" y="1"/>
                    <a:pt x="2197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92"/>
            <p:cNvSpPr/>
            <p:nvPr/>
          </p:nvSpPr>
          <p:spPr>
            <a:xfrm>
              <a:off x="2959200" y="3468550"/>
              <a:ext cx="122325" cy="100675"/>
            </a:xfrm>
            <a:custGeom>
              <a:avLst/>
              <a:gdLst/>
              <a:ahLst/>
              <a:cxnLst/>
              <a:rect l="l" t="t" r="r" b="b"/>
              <a:pathLst>
                <a:path w="4893" h="4027" extrusionOk="0">
                  <a:moveTo>
                    <a:pt x="4693" y="0"/>
                  </a:moveTo>
                  <a:cubicBezTo>
                    <a:pt x="4652" y="0"/>
                    <a:pt x="4611" y="15"/>
                    <a:pt x="4579" y="47"/>
                  </a:cubicBezTo>
                  <a:lnTo>
                    <a:pt x="4336" y="247"/>
                  </a:lnTo>
                  <a:lnTo>
                    <a:pt x="329" y="3499"/>
                  </a:lnTo>
                  <a:lnTo>
                    <a:pt x="86" y="3699"/>
                  </a:lnTo>
                  <a:cubicBezTo>
                    <a:pt x="15" y="3770"/>
                    <a:pt x="0" y="3884"/>
                    <a:pt x="58" y="3955"/>
                  </a:cubicBezTo>
                  <a:cubicBezTo>
                    <a:pt x="100" y="3998"/>
                    <a:pt x="157" y="4027"/>
                    <a:pt x="200" y="4027"/>
                  </a:cubicBezTo>
                  <a:cubicBezTo>
                    <a:pt x="243" y="4027"/>
                    <a:pt x="286" y="4012"/>
                    <a:pt x="314" y="3984"/>
                  </a:cubicBezTo>
                  <a:lnTo>
                    <a:pt x="771" y="3627"/>
                  </a:lnTo>
                  <a:lnTo>
                    <a:pt x="4379" y="675"/>
                  </a:lnTo>
                  <a:lnTo>
                    <a:pt x="4807" y="318"/>
                  </a:lnTo>
                  <a:cubicBezTo>
                    <a:pt x="4878" y="261"/>
                    <a:pt x="4893" y="147"/>
                    <a:pt x="4836" y="62"/>
                  </a:cubicBezTo>
                  <a:cubicBezTo>
                    <a:pt x="4796" y="22"/>
                    <a:pt x="4744" y="0"/>
                    <a:pt x="469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92"/>
            <p:cNvSpPr/>
            <p:nvPr/>
          </p:nvSpPr>
          <p:spPr>
            <a:xfrm>
              <a:off x="2890025" y="3398700"/>
              <a:ext cx="178300" cy="141650"/>
            </a:xfrm>
            <a:custGeom>
              <a:avLst/>
              <a:gdLst/>
              <a:ahLst/>
              <a:cxnLst/>
              <a:rect l="l" t="t" r="r" b="b"/>
              <a:pathLst>
                <a:path w="7132" h="5666" extrusionOk="0">
                  <a:moveTo>
                    <a:pt x="6928" y="0"/>
                  </a:moveTo>
                  <a:cubicBezTo>
                    <a:pt x="6888" y="0"/>
                    <a:pt x="6849" y="15"/>
                    <a:pt x="6818" y="46"/>
                  </a:cubicBezTo>
                  <a:lnTo>
                    <a:pt x="6576" y="231"/>
                  </a:lnTo>
                  <a:lnTo>
                    <a:pt x="357" y="5123"/>
                  </a:lnTo>
                  <a:lnTo>
                    <a:pt x="100" y="5337"/>
                  </a:lnTo>
                  <a:cubicBezTo>
                    <a:pt x="15" y="5394"/>
                    <a:pt x="0" y="5509"/>
                    <a:pt x="72" y="5594"/>
                  </a:cubicBezTo>
                  <a:cubicBezTo>
                    <a:pt x="100" y="5637"/>
                    <a:pt x="157" y="5665"/>
                    <a:pt x="214" y="5665"/>
                  </a:cubicBezTo>
                  <a:cubicBezTo>
                    <a:pt x="257" y="5665"/>
                    <a:pt x="286" y="5651"/>
                    <a:pt x="329" y="5623"/>
                  </a:cubicBezTo>
                  <a:lnTo>
                    <a:pt x="685" y="5337"/>
                  </a:lnTo>
                  <a:lnTo>
                    <a:pt x="6675" y="616"/>
                  </a:lnTo>
                  <a:lnTo>
                    <a:pt x="7046" y="331"/>
                  </a:lnTo>
                  <a:cubicBezTo>
                    <a:pt x="7118" y="274"/>
                    <a:pt x="7132" y="160"/>
                    <a:pt x="7075" y="74"/>
                  </a:cubicBezTo>
                  <a:cubicBezTo>
                    <a:pt x="7034" y="26"/>
                    <a:pt x="6980" y="0"/>
                    <a:pt x="692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92"/>
            <p:cNvSpPr/>
            <p:nvPr/>
          </p:nvSpPr>
          <p:spPr>
            <a:xfrm>
              <a:off x="3089350" y="3593500"/>
              <a:ext cx="77050" cy="79850"/>
            </a:xfrm>
            <a:custGeom>
              <a:avLst/>
              <a:gdLst/>
              <a:ahLst/>
              <a:cxnLst/>
              <a:rect l="l" t="t" r="r" b="b"/>
              <a:pathLst>
                <a:path w="3082" h="3194" extrusionOk="0">
                  <a:moveTo>
                    <a:pt x="2875" y="0"/>
                  </a:moveTo>
                  <a:cubicBezTo>
                    <a:pt x="2826" y="0"/>
                    <a:pt x="2776" y="18"/>
                    <a:pt x="2739" y="56"/>
                  </a:cubicBezTo>
                  <a:lnTo>
                    <a:pt x="2368" y="455"/>
                  </a:lnTo>
                  <a:lnTo>
                    <a:pt x="500" y="2438"/>
                  </a:lnTo>
                  <a:lnTo>
                    <a:pt x="72" y="2894"/>
                  </a:lnTo>
                  <a:cubicBezTo>
                    <a:pt x="0" y="2965"/>
                    <a:pt x="0" y="3079"/>
                    <a:pt x="72" y="3151"/>
                  </a:cubicBezTo>
                  <a:cubicBezTo>
                    <a:pt x="100" y="3179"/>
                    <a:pt x="157" y="3193"/>
                    <a:pt x="200" y="3193"/>
                  </a:cubicBezTo>
                  <a:cubicBezTo>
                    <a:pt x="243" y="3193"/>
                    <a:pt x="300" y="3179"/>
                    <a:pt x="328" y="3136"/>
                  </a:cubicBezTo>
                  <a:lnTo>
                    <a:pt x="542" y="2908"/>
                  </a:lnTo>
                  <a:lnTo>
                    <a:pt x="2796" y="526"/>
                  </a:lnTo>
                  <a:lnTo>
                    <a:pt x="3010" y="312"/>
                  </a:lnTo>
                  <a:cubicBezTo>
                    <a:pt x="3081" y="227"/>
                    <a:pt x="3081" y="113"/>
                    <a:pt x="2996" y="41"/>
                  </a:cubicBezTo>
                  <a:cubicBezTo>
                    <a:pt x="2962" y="14"/>
                    <a:pt x="2919" y="0"/>
                    <a:pt x="287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92"/>
            <p:cNvSpPr/>
            <p:nvPr/>
          </p:nvSpPr>
          <p:spPr>
            <a:xfrm>
              <a:off x="3098975" y="3630000"/>
              <a:ext cx="131950" cy="103250"/>
            </a:xfrm>
            <a:custGeom>
              <a:avLst/>
              <a:gdLst/>
              <a:ahLst/>
              <a:cxnLst/>
              <a:rect l="l" t="t" r="r" b="b"/>
              <a:pathLst>
                <a:path w="5278" h="4130" extrusionOk="0">
                  <a:moveTo>
                    <a:pt x="5066" y="1"/>
                  </a:moveTo>
                  <a:cubicBezTo>
                    <a:pt x="5026" y="1"/>
                    <a:pt x="4985" y="12"/>
                    <a:pt x="4950" y="36"/>
                  </a:cubicBezTo>
                  <a:lnTo>
                    <a:pt x="485" y="3502"/>
                  </a:lnTo>
                  <a:lnTo>
                    <a:pt x="100" y="3802"/>
                  </a:lnTo>
                  <a:cubicBezTo>
                    <a:pt x="15" y="3873"/>
                    <a:pt x="0" y="3987"/>
                    <a:pt x="58" y="4058"/>
                  </a:cubicBezTo>
                  <a:cubicBezTo>
                    <a:pt x="100" y="4115"/>
                    <a:pt x="157" y="4130"/>
                    <a:pt x="214" y="4130"/>
                  </a:cubicBezTo>
                  <a:cubicBezTo>
                    <a:pt x="243" y="4130"/>
                    <a:pt x="286" y="4115"/>
                    <a:pt x="314" y="4101"/>
                  </a:cubicBezTo>
                  <a:lnTo>
                    <a:pt x="571" y="3901"/>
                  </a:lnTo>
                  <a:lnTo>
                    <a:pt x="5178" y="321"/>
                  </a:lnTo>
                  <a:cubicBezTo>
                    <a:pt x="5263" y="264"/>
                    <a:pt x="5278" y="150"/>
                    <a:pt x="5206" y="65"/>
                  </a:cubicBezTo>
                  <a:cubicBezTo>
                    <a:pt x="5173" y="23"/>
                    <a:pt x="5121" y="1"/>
                    <a:pt x="506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92"/>
            <p:cNvSpPr/>
            <p:nvPr/>
          </p:nvSpPr>
          <p:spPr>
            <a:xfrm>
              <a:off x="3163150" y="3672025"/>
              <a:ext cx="120550" cy="125400"/>
            </a:xfrm>
            <a:custGeom>
              <a:avLst/>
              <a:gdLst/>
              <a:ahLst/>
              <a:cxnLst/>
              <a:rect l="l" t="t" r="r" b="b"/>
              <a:pathLst>
                <a:path w="4822" h="5016" extrusionOk="0">
                  <a:moveTo>
                    <a:pt x="4628" y="1"/>
                  </a:moveTo>
                  <a:cubicBezTo>
                    <a:pt x="4580" y="1"/>
                    <a:pt x="4531" y="22"/>
                    <a:pt x="4494" y="67"/>
                  </a:cubicBezTo>
                  <a:lnTo>
                    <a:pt x="72" y="4702"/>
                  </a:lnTo>
                  <a:cubicBezTo>
                    <a:pt x="1" y="4773"/>
                    <a:pt x="1" y="4888"/>
                    <a:pt x="72" y="4959"/>
                  </a:cubicBezTo>
                  <a:cubicBezTo>
                    <a:pt x="101" y="5002"/>
                    <a:pt x="158" y="5016"/>
                    <a:pt x="200" y="5016"/>
                  </a:cubicBezTo>
                  <a:cubicBezTo>
                    <a:pt x="243" y="5016"/>
                    <a:pt x="300" y="5002"/>
                    <a:pt x="329" y="4959"/>
                  </a:cubicBezTo>
                  <a:lnTo>
                    <a:pt x="4765" y="309"/>
                  </a:lnTo>
                  <a:cubicBezTo>
                    <a:pt x="4822" y="238"/>
                    <a:pt x="4822" y="124"/>
                    <a:pt x="4750" y="52"/>
                  </a:cubicBezTo>
                  <a:cubicBezTo>
                    <a:pt x="4716" y="18"/>
                    <a:pt x="4672" y="1"/>
                    <a:pt x="462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8" name="Google Shape;1678;p92"/>
          <p:cNvGrpSpPr/>
          <p:nvPr/>
        </p:nvGrpSpPr>
        <p:grpSpPr>
          <a:xfrm>
            <a:off x="1481279" y="3401232"/>
            <a:ext cx="972617" cy="1070102"/>
            <a:chOff x="1481279" y="3401232"/>
            <a:chExt cx="972617" cy="1070102"/>
          </a:xfrm>
        </p:grpSpPr>
        <p:grpSp>
          <p:nvGrpSpPr>
            <p:cNvPr id="1679" name="Google Shape;1679;p92"/>
            <p:cNvGrpSpPr/>
            <p:nvPr/>
          </p:nvGrpSpPr>
          <p:grpSpPr>
            <a:xfrm>
              <a:off x="1481279" y="3401232"/>
              <a:ext cx="972617" cy="1070102"/>
              <a:chOff x="1908750" y="2972300"/>
              <a:chExt cx="762000" cy="838375"/>
            </a:xfrm>
          </p:grpSpPr>
          <p:sp>
            <p:nvSpPr>
              <p:cNvPr id="1680" name="Google Shape;1680;p92"/>
              <p:cNvSpPr/>
              <p:nvPr/>
            </p:nvSpPr>
            <p:spPr>
              <a:xfrm>
                <a:off x="2325925" y="3404100"/>
                <a:ext cx="750" cy="4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6" extrusionOk="0">
                    <a:moveTo>
                      <a:pt x="29" y="1"/>
                    </a:moveTo>
                    <a:lnTo>
                      <a:pt x="1" y="15"/>
                    </a:lnTo>
                    <a:lnTo>
                      <a:pt x="15" y="1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92"/>
              <p:cNvSpPr/>
              <p:nvPr/>
            </p:nvSpPr>
            <p:spPr>
              <a:xfrm>
                <a:off x="1908750" y="2972300"/>
                <a:ext cx="762000" cy="838375"/>
              </a:xfrm>
              <a:custGeom>
                <a:avLst/>
                <a:gdLst/>
                <a:ahLst/>
                <a:cxnLst/>
                <a:rect l="l" t="t" r="r" b="b"/>
                <a:pathLst>
                  <a:path w="30480" h="33535" extrusionOk="0">
                    <a:moveTo>
                      <a:pt x="16716" y="17273"/>
                    </a:moveTo>
                    <a:lnTo>
                      <a:pt x="16702" y="17287"/>
                    </a:lnTo>
                    <a:lnTo>
                      <a:pt x="16688" y="17287"/>
                    </a:lnTo>
                    <a:lnTo>
                      <a:pt x="16716" y="17273"/>
                    </a:lnTo>
                    <a:close/>
                    <a:moveTo>
                      <a:pt x="17273" y="1"/>
                    </a:moveTo>
                    <a:cubicBezTo>
                      <a:pt x="16830" y="1"/>
                      <a:pt x="16405" y="246"/>
                      <a:pt x="16203" y="671"/>
                    </a:cubicBezTo>
                    <a:cubicBezTo>
                      <a:pt x="15903" y="1256"/>
                      <a:pt x="16146" y="1983"/>
                      <a:pt x="16731" y="2283"/>
                    </a:cubicBezTo>
                    <a:cubicBezTo>
                      <a:pt x="16816" y="2311"/>
                      <a:pt x="16887" y="2340"/>
                      <a:pt x="16973" y="2368"/>
                    </a:cubicBezTo>
                    <a:lnTo>
                      <a:pt x="16360" y="13750"/>
                    </a:lnTo>
                    <a:cubicBezTo>
                      <a:pt x="15076" y="13764"/>
                      <a:pt x="13835" y="14492"/>
                      <a:pt x="13208" y="15733"/>
                    </a:cubicBezTo>
                    <a:cubicBezTo>
                      <a:pt x="13065" y="16032"/>
                      <a:pt x="12965" y="16332"/>
                      <a:pt x="12908" y="16660"/>
                    </a:cubicBezTo>
                    <a:lnTo>
                      <a:pt x="3053" y="15462"/>
                    </a:lnTo>
                    <a:cubicBezTo>
                      <a:pt x="3024" y="14962"/>
                      <a:pt x="2739" y="14492"/>
                      <a:pt x="2268" y="14264"/>
                    </a:cubicBezTo>
                    <a:cubicBezTo>
                      <a:pt x="2060" y="14159"/>
                      <a:pt x="1839" y="14110"/>
                      <a:pt x="1623" y="14110"/>
                    </a:cubicBezTo>
                    <a:cubicBezTo>
                      <a:pt x="1099" y="14110"/>
                      <a:pt x="599" y="14400"/>
                      <a:pt x="357" y="14905"/>
                    </a:cubicBezTo>
                    <a:cubicBezTo>
                      <a:pt x="0" y="15604"/>
                      <a:pt x="286" y="16460"/>
                      <a:pt x="984" y="16817"/>
                    </a:cubicBezTo>
                    <a:cubicBezTo>
                      <a:pt x="1189" y="16915"/>
                      <a:pt x="1405" y="16961"/>
                      <a:pt x="1618" y="16961"/>
                    </a:cubicBezTo>
                    <a:cubicBezTo>
                      <a:pt x="2147" y="16961"/>
                      <a:pt x="2656" y="16673"/>
                      <a:pt x="2910" y="16175"/>
                    </a:cubicBezTo>
                    <a:cubicBezTo>
                      <a:pt x="2938" y="16089"/>
                      <a:pt x="2967" y="16018"/>
                      <a:pt x="2995" y="15932"/>
                    </a:cubicBezTo>
                    <a:lnTo>
                      <a:pt x="12851" y="17130"/>
                    </a:lnTo>
                    <a:cubicBezTo>
                      <a:pt x="12780" y="18328"/>
                      <a:pt x="13336" y="19527"/>
                      <a:pt x="14363" y="20240"/>
                    </a:cubicBezTo>
                    <a:lnTo>
                      <a:pt x="7973" y="30780"/>
                    </a:lnTo>
                    <a:cubicBezTo>
                      <a:pt x="7803" y="30713"/>
                      <a:pt x="7627" y="30681"/>
                      <a:pt x="7453" y="30681"/>
                    </a:cubicBezTo>
                    <a:cubicBezTo>
                      <a:pt x="6927" y="30681"/>
                      <a:pt x="6423" y="30975"/>
                      <a:pt x="6176" y="31479"/>
                    </a:cubicBezTo>
                    <a:cubicBezTo>
                      <a:pt x="5819" y="32178"/>
                      <a:pt x="6105" y="33033"/>
                      <a:pt x="6818" y="33390"/>
                    </a:cubicBezTo>
                    <a:cubicBezTo>
                      <a:pt x="7018" y="33488"/>
                      <a:pt x="7232" y="33535"/>
                      <a:pt x="7442" y="33535"/>
                    </a:cubicBezTo>
                    <a:cubicBezTo>
                      <a:pt x="7966" y="33535"/>
                      <a:pt x="8475" y="33247"/>
                      <a:pt x="8729" y="32748"/>
                    </a:cubicBezTo>
                    <a:cubicBezTo>
                      <a:pt x="9029" y="32149"/>
                      <a:pt x="8872" y="31436"/>
                      <a:pt x="8387" y="31022"/>
                    </a:cubicBezTo>
                    <a:lnTo>
                      <a:pt x="14762" y="20482"/>
                    </a:lnTo>
                    <a:cubicBezTo>
                      <a:pt x="14791" y="20496"/>
                      <a:pt x="14805" y="20496"/>
                      <a:pt x="14819" y="20511"/>
                    </a:cubicBezTo>
                    <a:cubicBezTo>
                      <a:pt x="15327" y="20762"/>
                      <a:pt x="15864" y="20880"/>
                      <a:pt x="16394" y="20880"/>
                    </a:cubicBezTo>
                    <a:cubicBezTo>
                      <a:pt x="17189" y="20880"/>
                      <a:pt x="17966" y="20613"/>
                      <a:pt x="18599" y="20126"/>
                    </a:cubicBezTo>
                    <a:lnTo>
                      <a:pt x="26629" y="29125"/>
                    </a:lnTo>
                    <a:cubicBezTo>
                      <a:pt x="26572" y="29182"/>
                      <a:pt x="26529" y="29254"/>
                      <a:pt x="26501" y="29325"/>
                    </a:cubicBezTo>
                    <a:cubicBezTo>
                      <a:pt x="26187" y="29953"/>
                      <a:pt x="26443" y="30709"/>
                      <a:pt x="27057" y="31022"/>
                    </a:cubicBezTo>
                    <a:cubicBezTo>
                      <a:pt x="27238" y="31109"/>
                      <a:pt x="27429" y="31150"/>
                      <a:pt x="27618" y="31150"/>
                    </a:cubicBezTo>
                    <a:cubicBezTo>
                      <a:pt x="28084" y="31150"/>
                      <a:pt x="28531" y="30898"/>
                      <a:pt x="28754" y="30452"/>
                    </a:cubicBezTo>
                    <a:cubicBezTo>
                      <a:pt x="29068" y="29824"/>
                      <a:pt x="28811" y="29068"/>
                      <a:pt x="28184" y="28755"/>
                    </a:cubicBezTo>
                    <a:cubicBezTo>
                      <a:pt x="28001" y="28663"/>
                      <a:pt x="27807" y="28620"/>
                      <a:pt x="27615" y="28620"/>
                    </a:cubicBezTo>
                    <a:cubicBezTo>
                      <a:pt x="27388" y="28620"/>
                      <a:pt x="27165" y="28681"/>
                      <a:pt x="26971" y="28797"/>
                    </a:cubicBezTo>
                    <a:lnTo>
                      <a:pt x="18956" y="19812"/>
                    </a:lnTo>
                    <a:cubicBezTo>
                      <a:pt x="19212" y="19555"/>
                      <a:pt x="19426" y="19241"/>
                      <a:pt x="19597" y="18899"/>
                    </a:cubicBezTo>
                    <a:cubicBezTo>
                      <a:pt x="20139" y="17815"/>
                      <a:pt x="20068" y="16574"/>
                      <a:pt x="19526" y="15576"/>
                    </a:cubicBezTo>
                    <a:lnTo>
                      <a:pt x="28711" y="10042"/>
                    </a:lnTo>
                    <a:cubicBezTo>
                      <a:pt x="28797" y="10142"/>
                      <a:pt x="28897" y="10227"/>
                      <a:pt x="29025" y="10298"/>
                    </a:cubicBezTo>
                    <a:cubicBezTo>
                      <a:pt x="29157" y="10360"/>
                      <a:pt x="29296" y="10390"/>
                      <a:pt x="29432" y="10390"/>
                    </a:cubicBezTo>
                    <a:cubicBezTo>
                      <a:pt x="29768" y="10390"/>
                      <a:pt x="30089" y="10210"/>
                      <a:pt x="30252" y="9885"/>
                    </a:cubicBezTo>
                    <a:cubicBezTo>
                      <a:pt x="30480" y="9428"/>
                      <a:pt x="30294" y="8872"/>
                      <a:pt x="29838" y="8644"/>
                    </a:cubicBezTo>
                    <a:cubicBezTo>
                      <a:pt x="29713" y="8584"/>
                      <a:pt x="29580" y="8555"/>
                      <a:pt x="29447" y="8555"/>
                    </a:cubicBezTo>
                    <a:cubicBezTo>
                      <a:pt x="29108" y="8555"/>
                      <a:pt x="28775" y="8740"/>
                      <a:pt x="28611" y="9058"/>
                    </a:cubicBezTo>
                    <a:cubicBezTo>
                      <a:pt x="28483" y="9314"/>
                      <a:pt x="28483" y="9600"/>
                      <a:pt x="28597" y="9842"/>
                    </a:cubicBezTo>
                    <a:lnTo>
                      <a:pt x="19398" y="15376"/>
                    </a:lnTo>
                    <a:cubicBezTo>
                      <a:pt x="19070" y="14848"/>
                      <a:pt x="18585" y="14420"/>
                      <a:pt x="18000" y="14121"/>
                    </a:cubicBezTo>
                    <a:cubicBezTo>
                      <a:pt x="17615" y="13935"/>
                      <a:pt x="17230" y="13821"/>
                      <a:pt x="16830" y="13779"/>
                    </a:cubicBezTo>
                    <a:lnTo>
                      <a:pt x="17444" y="2383"/>
                    </a:lnTo>
                    <a:cubicBezTo>
                      <a:pt x="17829" y="2340"/>
                      <a:pt x="18171" y="2097"/>
                      <a:pt x="18356" y="1741"/>
                    </a:cubicBezTo>
                    <a:cubicBezTo>
                      <a:pt x="18642" y="1142"/>
                      <a:pt x="18399" y="414"/>
                      <a:pt x="17814" y="129"/>
                    </a:cubicBezTo>
                    <a:cubicBezTo>
                      <a:pt x="17640" y="42"/>
                      <a:pt x="17455" y="1"/>
                      <a:pt x="17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2" name="Google Shape;1682;p92"/>
            <p:cNvSpPr/>
            <p:nvPr/>
          </p:nvSpPr>
          <p:spPr>
            <a:xfrm>
              <a:off x="1997675" y="3932900"/>
              <a:ext cx="30000" cy="3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1032164" y="1911927"/>
            <a:ext cx="5705861" cy="3061855"/>
          </a:xfrm>
          <a:prstGeom prst="rect">
            <a:avLst/>
          </a:prstGeom>
          <a:solidFill>
            <a:srgbClr val="FDFDF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569397"/>
              </p:ext>
            </p:extLst>
          </p:nvPr>
        </p:nvGraphicFramePr>
        <p:xfrm>
          <a:off x="720025" y="1779424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0A20E55-C37D-4105-11D1-504FB9CD5199}"/>
              </a:ext>
            </a:extLst>
          </p:cNvPr>
          <p:cNvSpPr txBox="1"/>
          <p:nvPr/>
        </p:nvSpPr>
        <p:spPr>
          <a:xfrm>
            <a:off x="696206" y="2324561"/>
            <a:ext cx="45285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Replacing randomly selected gene with a randomly generated number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Adding a randomly generated number to one of genes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….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A25C6-C77C-FEC9-7D29-0784A98FF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5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92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Problem with this type of Mutation</a:t>
            </a:r>
            <a:endParaRPr dirty="0"/>
          </a:p>
        </p:txBody>
      </p:sp>
      <p:sp>
        <p:nvSpPr>
          <p:cNvPr id="1646" name="Google Shape;1646;p92"/>
          <p:cNvSpPr/>
          <p:nvPr/>
        </p:nvSpPr>
        <p:spPr>
          <a:xfrm>
            <a:off x="3249425" y="1834475"/>
            <a:ext cx="18375" cy="16225"/>
          </a:xfrm>
          <a:custGeom>
            <a:avLst/>
            <a:gdLst/>
            <a:ahLst/>
            <a:cxnLst/>
            <a:rect l="l" t="t" r="r" b="b"/>
            <a:pathLst>
              <a:path w="735" h="649" extrusionOk="0">
                <a:moveTo>
                  <a:pt x="391" y="0"/>
                </a:moveTo>
                <a:cubicBezTo>
                  <a:pt x="363" y="0"/>
                  <a:pt x="336" y="4"/>
                  <a:pt x="308" y="12"/>
                </a:cubicBezTo>
                <a:cubicBezTo>
                  <a:pt x="237" y="27"/>
                  <a:pt x="182" y="67"/>
                  <a:pt x="150" y="122"/>
                </a:cubicBezTo>
                <a:cubicBezTo>
                  <a:pt x="95" y="146"/>
                  <a:pt x="47" y="185"/>
                  <a:pt x="24" y="248"/>
                </a:cubicBezTo>
                <a:cubicBezTo>
                  <a:pt x="0" y="304"/>
                  <a:pt x="8" y="359"/>
                  <a:pt x="32" y="406"/>
                </a:cubicBezTo>
                <a:cubicBezTo>
                  <a:pt x="63" y="485"/>
                  <a:pt x="134" y="556"/>
                  <a:pt x="198" y="596"/>
                </a:cubicBezTo>
                <a:cubicBezTo>
                  <a:pt x="255" y="631"/>
                  <a:pt x="320" y="648"/>
                  <a:pt x="385" y="648"/>
                </a:cubicBezTo>
                <a:cubicBezTo>
                  <a:pt x="453" y="648"/>
                  <a:pt x="520" y="629"/>
                  <a:pt x="577" y="588"/>
                </a:cubicBezTo>
                <a:cubicBezTo>
                  <a:pt x="679" y="509"/>
                  <a:pt x="734" y="367"/>
                  <a:pt x="695" y="233"/>
                </a:cubicBezTo>
                <a:cubicBezTo>
                  <a:pt x="655" y="94"/>
                  <a:pt x="528" y="0"/>
                  <a:pt x="391" y="0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92"/>
          <p:cNvSpPr/>
          <p:nvPr/>
        </p:nvSpPr>
        <p:spPr>
          <a:xfrm>
            <a:off x="3249800" y="1840275"/>
            <a:ext cx="425" cy="825"/>
          </a:xfrm>
          <a:custGeom>
            <a:avLst/>
            <a:gdLst/>
            <a:ahLst/>
            <a:cxnLst/>
            <a:rect l="l" t="t" r="r" b="b"/>
            <a:pathLst>
              <a:path w="17" h="33" extrusionOk="0">
                <a:moveTo>
                  <a:pt x="17" y="1"/>
                </a:moveTo>
                <a:lnTo>
                  <a:pt x="9" y="16"/>
                </a:lnTo>
                <a:cubicBezTo>
                  <a:pt x="9" y="16"/>
                  <a:pt x="17" y="9"/>
                  <a:pt x="17" y="1"/>
                </a:cubicBezTo>
                <a:close/>
                <a:moveTo>
                  <a:pt x="9" y="16"/>
                </a:moveTo>
                <a:lnTo>
                  <a:pt x="1" y="32"/>
                </a:lnTo>
                <a:cubicBezTo>
                  <a:pt x="9" y="24"/>
                  <a:pt x="9" y="24"/>
                  <a:pt x="9" y="16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8" name="Google Shape;1648;p92"/>
          <p:cNvGrpSpPr/>
          <p:nvPr/>
        </p:nvGrpSpPr>
        <p:grpSpPr>
          <a:xfrm rot="1985394">
            <a:off x="4973372" y="2231898"/>
            <a:ext cx="872943" cy="2445896"/>
            <a:chOff x="2380850" y="1328050"/>
            <a:chExt cx="492800" cy="1380775"/>
          </a:xfrm>
        </p:grpSpPr>
        <p:sp>
          <p:nvSpPr>
            <p:cNvPr id="1649" name="Google Shape;1649;p92"/>
            <p:cNvSpPr/>
            <p:nvPr/>
          </p:nvSpPr>
          <p:spPr>
            <a:xfrm>
              <a:off x="2438250" y="1421850"/>
              <a:ext cx="61000" cy="28975"/>
            </a:xfrm>
            <a:custGeom>
              <a:avLst/>
              <a:gdLst/>
              <a:ahLst/>
              <a:cxnLst/>
              <a:rect l="l" t="t" r="r" b="b"/>
              <a:pathLst>
                <a:path w="2440" h="1159" extrusionOk="0">
                  <a:moveTo>
                    <a:pt x="504" y="1"/>
                  </a:moveTo>
                  <a:cubicBezTo>
                    <a:pt x="268" y="1"/>
                    <a:pt x="56" y="178"/>
                    <a:pt x="29" y="417"/>
                  </a:cubicBezTo>
                  <a:cubicBezTo>
                    <a:pt x="1" y="674"/>
                    <a:pt x="186" y="917"/>
                    <a:pt x="457" y="945"/>
                  </a:cubicBezTo>
                  <a:cubicBezTo>
                    <a:pt x="799" y="988"/>
                    <a:pt x="1184" y="1059"/>
                    <a:pt x="1569" y="1159"/>
                  </a:cubicBezTo>
                  <a:cubicBezTo>
                    <a:pt x="1840" y="902"/>
                    <a:pt x="2140" y="660"/>
                    <a:pt x="2439" y="417"/>
                  </a:cubicBezTo>
                  <a:cubicBezTo>
                    <a:pt x="1769" y="203"/>
                    <a:pt x="1127" y="61"/>
                    <a:pt x="557" y="4"/>
                  </a:cubicBezTo>
                  <a:cubicBezTo>
                    <a:pt x="539" y="2"/>
                    <a:pt x="522" y="1"/>
                    <a:pt x="50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92"/>
            <p:cNvSpPr/>
            <p:nvPr/>
          </p:nvSpPr>
          <p:spPr>
            <a:xfrm>
              <a:off x="2504225" y="1441550"/>
              <a:ext cx="203975" cy="395450"/>
            </a:xfrm>
            <a:custGeom>
              <a:avLst/>
              <a:gdLst/>
              <a:ahLst/>
              <a:cxnLst/>
              <a:rect l="l" t="t" r="r" b="b"/>
              <a:pathLst>
                <a:path w="8159" h="15818" extrusionOk="0">
                  <a:moveTo>
                    <a:pt x="842" y="0"/>
                  </a:moveTo>
                  <a:cubicBezTo>
                    <a:pt x="556" y="228"/>
                    <a:pt x="271" y="457"/>
                    <a:pt x="0" y="699"/>
                  </a:cubicBezTo>
                  <a:cubicBezTo>
                    <a:pt x="913" y="1041"/>
                    <a:pt x="1869" y="1526"/>
                    <a:pt x="2767" y="2125"/>
                  </a:cubicBezTo>
                  <a:lnTo>
                    <a:pt x="3680" y="1997"/>
                  </a:lnTo>
                  <a:cubicBezTo>
                    <a:pt x="3689" y="1996"/>
                    <a:pt x="3699" y="1995"/>
                    <a:pt x="3708" y="1995"/>
                  </a:cubicBezTo>
                  <a:cubicBezTo>
                    <a:pt x="3824" y="1995"/>
                    <a:pt x="3924" y="2078"/>
                    <a:pt x="3951" y="2197"/>
                  </a:cubicBezTo>
                  <a:cubicBezTo>
                    <a:pt x="3965" y="2325"/>
                    <a:pt x="3880" y="2453"/>
                    <a:pt x="3751" y="2468"/>
                  </a:cubicBezTo>
                  <a:lnTo>
                    <a:pt x="3323" y="2525"/>
                  </a:lnTo>
                  <a:cubicBezTo>
                    <a:pt x="4122" y="3138"/>
                    <a:pt x="4849" y="3865"/>
                    <a:pt x="5449" y="4678"/>
                  </a:cubicBezTo>
                  <a:cubicBezTo>
                    <a:pt x="5491" y="4750"/>
                    <a:pt x="5548" y="4835"/>
                    <a:pt x="5605" y="4907"/>
                  </a:cubicBezTo>
                  <a:lnTo>
                    <a:pt x="6304" y="4821"/>
                  </a:lnTo>
                  <a:cubicBezTo>
                    <a:pt x="6319" y="4818"/>
                    <a:pt x="6334" y="4816"/>
                    <a:pt x="6349" y="4816"/>
                  </a:cubicBezTo>
                  <a:cubicBezTo>
                    <a:pt x="6461" y="4816"/>
                    <a:pt x="6563" y="4907"/>
                    <a:pt x="6575" y="5021"/>
                  </a:cubicBezTo>
                  <a:cubicBezTo>
                    <a:pt x="6590" y="5149"/>
                    <a:pt x="6490" y="5277"/>
                    <a:pt x="6361" y="5292"/>
                  </a:cubicBezTo>
                  <a:lnTo>
                    <a:pt x="5876" y="5349"/>
                  </a:lnTo>
                  <a:cubicBezTo>
                    <a:pt x="6561" y="6490"/>
                    <a:pt x="6903" y="7702"/>
                    <a:pt x="6903" y="8957"/>
                  </a:cubicBezTo>
                  <a:lnTo>
                    <a:pt x="7360" y="8914"/>
                  </a:lnTo>
                  <a:cubicBezTo>
                    <a:pt x="7368" y="8914"/>
                    <a:pt x="7376" y="8913"/>
                    <a:pt x="7384" y="8913"/>
                  </a:cubicBezTo>
                  <a:cubicBezTo>
                    <a:pt x="7502" y="8913"/>
                    <a:pt x="7603" y="9009"/>
                    <a:pt x="7616" y="9143"/>
                  </a:cubicBezTo>
                  <a:cubicBezTo>
                    <a:pt x="7631" y="9271"/>
                    <a:pt x="7531" y="9385"/>
                    <a:pt x="7403" y="9399"/>
                  </a:cubicBezTo>
                  <a:lnTo>
                    <a:pt x="6889" y="9442"/>
                  </a:lnTo>
                  <a:cubicBezTo>
                    <a:pt x="6875" y="9799"/>
                    <a:pt x="6818" y="10184"/>
                    <a:pt x="6746" y="10555"/>
                  </a:cubicBezTo>
                  <a:cubicBezTo>
                    <a:pt x="6561" y="11396"/>
                    <a:pt x="6204" y="12223"/>
                    <a:pt x="5734" y="13051"/>
                  </a:cubicBezTo>
                  <a:lnTo>
                    <a:pt x="6147" y="13008"/>
                  </a:lnTo>
                  <a:cubicBezTo>
                    <a:pt x="6290" y="13008"/>
                    <a:pt x="6390" y="13093"/>
                    <a:pt x="6404" y="13236"/>
                  </a:cubicBezTo>
                  <a:cubicBezTo>
                    <a:pt x="6418" y="13364"/>
                    <a:pt x="6319" y="13479"/>
                    <a:pt x="6190" y="13479"/>
                  </a:cubicBezTo>
                  <a:lnTo>
                    <a:pt x="5434" y="13550"/>
                  </a:lnTo>
                  <a:cubicBezTo>
                    <a:pt x="5063" y="14120"/>
                    <a:pt x="4650" y="14705"/>
                    <a:pt x="4208" y="15276"/>
                  </a:cubicBezTo>
                  <a:cubicBezTo>
                    <a:pt x="4464" y="15461"/>
                    <a:pt x="4721" y="15647"/>
                    <a:pt x="4978" y="15818"/>
                  </a:cubicBezTo>
                  <a:cubicBezTo>
                    <a:pt x="6247" y="14192"/>
                    <a:pt x="7303" y="12523"/>
                    <a:pt x="7674" y="10754"/>
                  </a:cubicBezTo>
                  <a:cubicBezTo>
                    <a:pt x="8158" y="8415"/>
                    <a:pt x="7659" y="6119"/>
                    <a:pt x="6219" y="4122"/>
                  </a:cubicBezTo>
                  <a:cubicBezTo>
                    <a:pt x="4821" y="2197"/>
                    <a:pt x="2781" y="813"/>
                    <a:pt x="84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92"/>
            <p:cNvSpPr/>
            <p:nvPr/>
          </p:nvSpPr>
          <p:spPr>
            <a:xfrm>
              <a:off x="2401875" y="1841975"/>
              <a:ext cx="240350" cy="511000"/>
            </a:xfrm>
            <a:custGeom>
              <a:avLst/>
              <a:gdLst/>
              <a:ahLst/>
              <a:cxnLst/>
              <a:rect l="l" t="t" r="r" b="b"/>
              <a:pathLst>
                <a:path w="9614" h="20440" extrusionOk="0">
                  <a:moveTo>
                    <a:pt x="7703" y="0"/>
                  </a:moveTo>
                  <a:cubicBezTo>
                    <a:pt x="7303" y="500"/>
                    <a:pt x="6890" y="985"/>
                    <a:pt x="6476" y="1469"/>
                  </a:cubicBezTo>
                  <a:cubicBezTo>
                    <a:pt x="3295" y="5221"/>
                    <a:pt x="1" y="9100"/>
                    <a:pt x="2796" y="13736"/>
                  </a:cubicBezTo>
                  <a:cubicBezTo>
                    <a:pt x="4308" y="16246"/>
                    <a:pt x="6718" y="18385"/>
                    <a:pt x="9143" y="20439"/>
                  </a:cubicBezTo>
                  <a:cubicBezTo>
                    <a:pt x="9229" y="20296"/>
                    <a:pt x="9300" y="20154"/>
                    <a:pt x="9371" y="20011"/>
                  </a:cubicBezTo>
                  <a:cubicBezTo>
                    <a:pt x="9457" y="19869"/>
                    <a:pt x="9528" y="19726"/>
                    <a:pt x="9614" y="19583"/>
                  </a:cubicBezTo>
                  <a:cubicBezTo>
                    <a:pt x="9214" y="19241"/>
                    <a:pt x="8815" y="18913"/>
                    <a:pt x="8430" y="18571"/>
                  </a:cubicBezTo>
                  <a:lnTo>
                    <a:pt x="7631" y="18699"/>
                  </a:lnTo>
                  <a:lnTo>
                    <a:pt x="7603" y="18699"/>
                  </a:lnTo>
                  <a:cubicBezTo>
                    <a:pt x="7489" y="18699"/>
                    <a:pt x="7389" y="18628"/>
                    <a:pt x="7360" y="18499"/>
                  </a:cubicBezTo>
                  <a:cubicBezTo>
                    <a:pt x="7346" y="18371"/>
                    <a:pt x="7432" y="18257"/>
                    <a:pt x="7560" y="18228"/>
                  </a:cubicBezTo>
                  <a:lnTo>
                    <a:pt x="7974" y="18157"/>
                  </a:lnTo>
                  <a:cubicBezTo>
                    <a:pt x="7203" y="17472"/>
                    <a:pt x="6447" y="16759"/>
                    <a:pt x="5777" y="16032"/>
                  </a:cubicBezTo>
                  <a:lnTo>
                    <a:pt x="5021" y="16117"/>
                  </a:lnTo>
                  <a:cubicBezTo>
                    <a:pt x="5007" y="16117"/>
                    <a:pt x="5007" y="16132"/>
                    <a:pt x="4993" y="16132"/>
                  </a:cubicBezTo>
                  <a:cubicBezTo>
                    <a:pt x="4879" y="16132"/>
                    <a:pt x="4764" y="16032"/>
                    <a:pt x="4750" y="15918"/>
                  </a:cubicBezTo>
                  <a:cubicBezTo>
                    <a:pt x="4736" y="15789"/>
                    <a:pt x="4836" y="15661"/>
                    <a:pt x="4964" y="15647"/>
                  </a:cubicBezTo>
                  <a:lnTo>
                    <a:pt x="5378" y="15604"/>
                  </a:lnTo>
                  <a:cubicBezTo>
                    <a:pt x="4707" y="14848"/>
                    <a:pt x="4094" y="14064"/>
                    <a:pt x="3609" y="13251"/>
                  </a:cubicBezTo>
                  <a:cubicBezTo>
                    <a:pt x="3524" y="13122"/>
                    <a:pt x="3452" y="12994"/>
                    <a:pt x="3395" y="12865"/>
                  </a:cubicBezTo>
                  <a:lnTo>
                    <a:pt x="2796" y="12923"/>
                  </a:lnTo>
                  <a:lnTo>
                    <a:pt x="2782" y="12923"/>
                  </a:lnTo>
                  <a:cubicBezTo>
                    <a:pt x="2654" y="12923"/>
                    <a:pt x="2554" y="12823"/>
                    <a:pt x="2539" y="12709"/>
                  </a:cubicBezTo>
                  <a:cubicBezTo>
                    <a:pt x="2525" y="12580"/>
                    <a:pt x="2625" y="12452"/>
                    <a:pt x="2753" y="12452"/>
                  </a:cubicBezTo>
                  <a:lnTo>
                    <a:pt x="3167" y="12409"/>
                  </a:lnTo>
                  <a:cubicBezTo>
                    <a:pt x="2568" y="11011"/>
                    <a:pt x="2582" y="9671"/>
                    <a:pt x="2996" y="8373"/>
                  </a:cubicBezTo>
                  <a:lnTo>
                    <a:pt x="2582" y="8373"/>
                  </a:lnTo>
                  <a:cubicBezTo>
                    <a:pt x="2440" y="8373"/>
                    <a:pt x="2340" y="8259"/>
                    <a:pt x="2340" y="8130"/>
                  </a:cubicBezTo>
                  <a:cubicBezTo>
                    <a:pt x="2340" y="8002"/>
                    <a:pt x="2440" y="7902"/>
                    <a:pt x="2582" y="7902"/>
                  </a:cubicBezTo>
                  <a:lnTo>
                    <a:pt x="3167" y="7902"/>
                  </a:lnTo>
                  <a:cubicBezTo>
                    <a:pt x="3623" y="6732"/>
                    <a:pt x="4365" y="5591"/>
                    <a:pt x="5249" y="4450"/>
                  </a:cubicBezTo>
                  <a:lnTo>
                    <a:pt x="4836" y="4436"/>
                  </a:lnTo>
                  <a:cubicBezTo>
                    <a:pt x="4707" y="4436"/>
                    <a:pt x="4608" y="4322"/>
                    <a:pt x="4608" y="4194"/>
                  </a:cubicBezTo>
                  <a:cubicBezTo>
                    <a:pt x="4608" y="4065"/>
                    <a:pt x="4722" y="3965"/>
                    <a:pt x="4850" y="3965"/>
                  </a:cubicBezTo>
                  <a:lnTo>
                    <a:pt x="5620" y="3994"/>
                  </a:lnTo>
                  <a:cubicBezTo>
                    <a:pt x="6119" y="3366"/>
                    <a:pt x="6661" y="2725"/>
                    <a:pt x="7203" y="2083"/>
                  </a:cubicBezTo>
                  <a:cubicBezTo>
                    <a:pt x="7432" y="1812"/>
                    <a:pt x="7674" y="1526"/>
                    <a:pt x="7917" y="1241"/>
                  </a:cubicBezTo>
                  <a:lnTo>
                    <a:pt x="7517" y="1141"/>
                  </a:lnTo>
                  <a:cubicBezTo>
                    <a:pt x="7389" y="1113"/>
                    <a:pt x="7303" y="985"/>
                    <a:pt x="7332" y="856"/>
                  </a:cubicBezTo>
                  <a:cubicBezTo>
                    <a:pt x="7356" y="747"/>
                    <a:pt x="7453" y="679"/>
                    <a:pt x="7561" y="679"/>
                  </a:cubicBezTo>
                  <a:cubicBezTo>
                    <a:pt x="7579" y="679"/>
                    <a:pt x="7598" y="681"/>
                    <a:pt x="7617" y="685"/>
                  </a:cubicBezTo>
                  <a:lnTo>
                    <a:pt x="8259" y="828"/>
                  </a:lnTo>
                  <a:cubicBezTo>
                    <a:pt x="8330" y="728"/>
                    <a:pt x="8416" y="642"/>
                    <a:pt x="8487" y="557"/>
                  </a:cubicBezTo>
                  <a:cubicBezTo>
                    <a:pt x="8230" y="371"/>
                    <a:pt x="7974" y="186"/>
                    <a:pt x="770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92"/>
            <p:cNvSpPr/>
            <p:nvPr/>
          </p:nvSpPr>
          <p:spPr>
            <a:xfrm>
              <a:off x="2648975" y="2347225"/>
              <a:ext cx="224675" cy="303825"/>
            </a:xfrm>
            <a:custGeom>
              <a:avLst/>
              <a:gdLst/>
              <a:ahLst/>
              <a:cxnLst/>
              <a:rect l="l" t="t" r="r" b="b"/>
              <a:pathLst>
                <a:path w="8987" h="12153" extrusionOk="0">
                  <a:moveTo>
                    <a:pt x="472" y="1"/>
                  </a:moveTo>
                  <a:cubicBezTo>
                    <a:pt x="429" y="86"/>
                    <a:pt x="372" y="172"/>
                    <a:pt x="329" y="258"/>
                  </a:cubicBezTo>
                  <a:cubicBezTo>
                    <a:pt x="215" y="457"/>
                    <a:pt x="115" y="657"/>
                    <a:pt x="1" y="857"/>
                  </a:cubicBezTo>
                  <a:cubicBezTo>
                    <a:pt x="714" y="1456"/>
                    <a:pt x="1399" y="2040"/>
                    <a:pt x="2055" y="2611"/>
                  </a:cubicBezTo>
                  <a:lnTo>
                    <a:pt x="2754" y="2440"/>
                  </a:lnTo>
                  <a:cubicBezTo>
                    <a:pt x="2776" y="2432"/>
                    <a:pt x="2799" y="2429"/>
                    <a:pt x="2821" y="2429"/>
                  </a:cubicBezTo>
                  <a:cubicBezTo>
                    <a:pt x="2924" y="2429"/>
                    <a:pt x="3015" y="2505"/>
                    <a:pt x="3039" y="2611"/>
                  </a:cubicBezTo>
                  <a:cubicBezTo>
                    <a:pt x="3082" y="2739"/>
                    <a:pt x="2996" y="2868"/>
                    <a:pt x="2868" y="2896"/>
                  </a:cubicBezTo>
                  <a:lnTo>
                    <a:pt x="2468" y="2996"/>
                  </a:lnTo>
                  <a:cubicBezTo>
                    <a:pt x="5463" y="5706"/>
                    <a:pt x="7432" y="8316"/>
                    <a:pt x="5991" y="11482"/>
                  </a:cubicBezTo>
                  <a:cubicBezTo>
                    <a:pt x="5877" y="11711"/>
                    <a:pt x="5991" y="11996"/>
                    <a:pt x="6219" y="12110"/>
                  </a:cubicBezTo>
                  <a:cubicBezTo>
                    <a:pt x="6291" y="12139"/>
                    <a:pt x="6348" y="12153"/>
                    <a:pt x="6419" y="12153"/>
                  </a:cubicBezTo>
                  <a:cubicBezTo>
                    <a:pt x="6605" y="12153"/>
                    <a:pt x="6776" y="12053"/>
                    <a:pt x="6847" y="11868"/>
                  </a:cubicBezTo>
                  <a:cubicBezTo>
                    <a:pt x="8986" y="7189"/>
                    <a:pt x="4864" y="3709"/>
                    <a:pt x="486" y="15"/>
                  </a:cubicBezTo>
                  <a:cubicBezTo>
                    <a:pt x="486" y="15"/>
                    <a:pt x="472" y="1"/>
                    <a:pt x="47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92"/>
            <p:cNvSpPr/>
            <p:nvPr/>
          </p:nvSpPr>
          <p:spPr>
            <a:xfrm>
              <a:off x="2380850" y="1328050"/>
              <a:ext cx="427200" cy="1380775"/>
            </a:xfrm>
            <a:custGeom>
              <a:avLst/>
              <a:gdLst/>
              <a:ahLst/>
              <a:cxnLst/>
              <a:rect l="l" t="t" r="r" b="b"/>
              <a:pathLst>
                <a:path w="17088" h="55231" extrusionOk="0">
                  <a:moveTo>
                    <a:pt x="11368" y="0"/>
                  </a:moveTo>
                  <a:cubicBezTo>
                    <a:pt x="11300" y="0"/>
                    <a:pt x="11232" y="15"/>
                    <a:pt x="11168" y="47"/>
                  </a:cubicBezTo>
                  <a:cubicBezTo>
                    <a:pt x="11068" y="90"/>
                    <a:pt x="8729" y="1217"/>
                    <a:pt x="6233" y="3014"/>
                  </a:cubicBezTo>
                  <a:cubicBezTo>
                    <a:pt x="5691" y="3399"/>
                    <a:pt x="5192" y="3784"/>
                    <a:pt x="4735" y="4169"/>
                  </a:cubicBezTo>
                  <a:cubicBezTo>
                    <a:pt x="4436" y="4412"/>
                    <a:pt x="4136" y="4654"/>
                    <a:pt x="3865" y="4911"/>
                  </a:cubicBezTo>
                  <a:cubicBezTo>
                    <a:pt x="1883" y="6708"/>
                    <a:pt x="713" y="8477"/>
                    <a:pt x="357" y="10174"/>
                  </a:cubicBezTo>
                  <a:cubicBezTo>
                    <a:pt x="0" y="11843"/>
                    <a:pt x="442" y="13426"/>
                    <a:pt x="1683" y="14866"/>
                  </a:cubicBezTo>
                  <a:cubicBezTo>
                    <a:pt x="3666" y="17177"/>
                    <a:pt x="6133" y="18889"/>
                    <a:pt x="8315" y="20400"/>
                  </a:cubicBezTo>
                  <a:cubicBezTo>
                    <a:pt x="8401" y="20458"/>
                    <a:pt x="8472" y="20515"/>
                    <a:pt x="8544" y="20557"/>
                  </a:cubicBezTo>
                  <a:cubicBezTo>
                    <a:pt x="8815" y="20743"/>
                    <a:pt x="9071" y="20928"/>
                    <a:pt x="9328" y="21114"/>
                  </a:cubicBezTo>
                  <a:cubicBezTo>
                    <a:pt x="9556" y="21271"/>
                    <a:pt x="9770" y="21427"/>
                    <a:pt x="9998" y="21584"/>
                  </a:cubicBezTo>
                  <a:lnTo>
                    <a:pt x="11624" y="21955"/>
                  </a:lnTo>
                  <a:cubicBezTo>
                    <a:pt x="11753" y="21984"/>
                    <a:pt x="11838" y="22112"/>
                    <a:pt x="11810" y="22240"/>
                  </a:cubicBezTo>
                  <a:cubicBezTo>
                    <a:pt x="11781" y="22354"/>
                    <a:pt x="11681" y="22426"/>
                    <a:pt x="11567" y="22426"/>
                  </a:cubicBezTo>
                  <a:lnTo>
                    <a:pt x="11525" y="22426"/>
                  </a:lnTo>
                  <a:lnTo>
                    <a:pt x="10926" y="22283"/>
                  </a:lnTo>
                  <a:lnTo>
                    <a:pt x="10926" y="22283"/>
                  </a:lnTo>
                  <a:cubicBezTo>
                    <a:pt x="11952" y="23082"/>
                    <a:pt x="12851" y="23881"/>
                    <a:pt x="13521" y="24779"/>
                  </a:cubicBezTo>
                  <a:lnTo>
                    <a:pt x="14292" y="24808"/>
                  </a:lnTo>
                  <a:cubicBezTo>
                    <a:pt x="14420" y="24808"/>
                    <a:pt x="14520" y="24922"/>
                    <a:pt x="14520" y="25050"/>
                  </a:cubicBezTo>
                  <a:cubicBezTo>
                    <a:pt x="14505" y="25179"/>
                    <a:pt x="14406" y="25278"/>
                    <a:pt x="14277" y="25278"/>
                  </a:cubicBezTo>
                  <a:lnTo>
                    <a:pt x="13849" y="25264"/>
                  </a:lnTo>
                  <a:lnTo>
                    <a:pt x="13849" y="25264"/>
                  </a:lnTo>
                  <a:cubicBezTo>
                    <a:pt x="14448" y="26205"/>
                    <a:pt x="14805" y="27232"/>
                    <a:pt x="14848" y="28445"/>
                  </a:cubicBezTo>
                  <a:lnTo>
                    <a:pt x="15333" y="28445"/>
                  </a:lnTo>
                  <a:cubicBezTo>
                    <a:pt x="15475" y="28445"/>
                    <a:pt x="15575" y="28559"/>
                    <a:pt x="15575" y="28687"/>
                  </a:cubicBezTo>
                  <a:cubicBezTo>
                    <a:pt x="15575" y="28816"/>
                    <a:pt x="15475" y="28930"/>
                    <a:pt x="15333" y="28930"/>
                  </a:cubicBezTo>
                  <a:lnTo>
                    <a:pt x="14862" y="28930"/>
                  </a:lnTo>
                  <a:cubicBezTo>
                    <a:pt x="14834" y="29700"/>
                    <a:pt x="14691" y="30541"/>
                    <a:pt x="14406" y="31468"/>
                  </a:cubicBezTo>
                  <a:cubicBezTo>
                    <a:pt x="14363" y="31625"/>
                    <a:pt x="14306" y="31782"/>
                    <a:pt x="14263" y="31953"/>
                  </a:cubicBezTo>
                  <a:lnTo>
                    <a:pt x="14677" y="31911"/>
                  </a:lnTo>
                  <a:cubicBezTo>
                    <a:pt x="14685" y="31910"/>
                    <a:pt x="14693" y="31909"/>
                    <a:pt x="14701" y="31909"/>
                  </a:cubicBezTo>
                  <a:cubicBezTo>
                    <a:pt x="14819" y="31909"/>
                    <a:pt x="14920" y="32004"/>
                    <a:pt x="14933" y="32125"/>
                  </a:cubicBezTo>
                  <a:cubicBezTo>
                    <a:pt x="14948" y="32253"/>
                    <a:pt x="14848" y="32367"/>
                    <a:pt x="14719" y="32381"/>
                  </a:cubicBezTo>
                  <a:lnTo>
                    <a:pt x="14092" y="32438"/>
                  </a:lnTo>
                  <a:cubicBezTo>
                    <a:pt x="13750" y="33422"/>
                    <a:pt x="13336" y="34407"/>
                    <a:pt x="12880" y="35391"/>
                  </a:cubicBezTo>
                  <a:lnTo>
                    <a:pt x="13293" y="35334"/>
                  </a:lnTo>
                  <a:cubicBezTo>
                    <a:pt x="13301" y="35333"/>
                    <a:pt x="13310" y="35332"/>
                    <a:pt x="13318" y="35332"/>
                  </a:cubicBezTo>
                  <a:cubicBezTo>
                    <a:pt x="13436" y="35332"/>
                    <a:pt x="13537" y="35427"/>
                    <a:pt x="13550" y="35548"/>
                  </a:cubicBezTo>
                  <a:cubicBezTo>
                    <a:pt x="13564" y="35676"/>
                    <a:pt x="13479" y="35790"/>
                    <a:pt x="13350" y="35804"/>
                  </a:cubicBezTo>
                  <a:lnTo>
                    <a:pt x="12651" y="35890"/>
                  </a:lnTo>
                  <a:cubicBezTo>
                    <a:pt x="12266" y="36689"/>
                    <a:pt x="11853" y="37487"/>
                    <a:pt x="11439" y="38286"/>
                  </a:cubicBezTo>
                  <a:lnTo>
                    <a:pt x="11853" y="38215"/>
                  </a:lnTo>
                  <a:cubicBezTo>
                    <a:pt x="11868" y="38211"/>
                    <a:pt x="11882" y="38210"/>
                    <a:pt x="11897" y="38210"/>
                  </a:cubicBezTo>
                  <a:cubicBezTo>
                    <a:pt x="12009" y="38210"/>
                    <a:pt x="12111" y="38301"/>
                    <a:pt x="12124" y="38414"/>
                  </a:cubicBezTo>
                  <a:cubicBezTo>
                    <a:pt x="12152" y="38543"/>
                    <a:pt x="12067" y="38657"/>
                    <a:pt x="11938" y="38685"/>
                  </a:cubicBezTo>
                  <a:lnTo>
                    <a:pt x="11168" y="38814"/>
                  </a:lnTo>
                  <a:cubicBezTo>
                    <a:pt x="10926" y="39256"/>
                    <a:pt x="10683" y="39698"/>
                    <a:pt x="10455" y="40140"/>
                  </a:cubicBezTo>
                  <a:cubicBezTo>
                    <a:pt x="10369" y="40283"/>
                    <a:pt x="10298" y="40426"/>
                    <a:pt x="10212" y="40568"/>
                  </a:cubicBezTo>
                  <a:cubicBezTo>
                    <a:pt x="10141" y="40711"/>
                    <a:pt x="10070" y="40853"/>
                    <a:pt x="9984" y="40996"/>
                  </a:cubicBezTo>
                  <a:cubicBezTo>
                    <a:pt x="7089" y="46373"/>
                    <a:pt x="4479" y="51436"/>
                    <a:pt x="7588" y="55059"/>
                  </a:cubicBezTo>
                  <a:cubicBezTo>
                    <a:pt x="7688" y="55173"/>
                    <a:pt x="7816" y="55230"/>
                    <a:pt x="7945" y="55230"/>
                  </a:cubicBezTo>
                  <a:cubicBezTo>
                    <a:pt x="8059" y="55230"/>
                    <a:pt x="8173" y="55188"/>
                    <a:pt x="8258" y="55116"/>
                  </a:cubicBezTo>
                  <a:cubicBezTo>
                    <a:pt x="8458" y="54945"/>
                    <a:pt x="8487" y="54631"/>
                    <a:pt x="8315" y="54446"/>
                  </a:cubicBezTo>
                  <a:cubicBezTo>
                    <a:pt x="6761" y="52649"/>
                    <a:pt x="6875" y="50367"/>
                    <a:pt x="7802" y="47771"/>
                  </a:cubicBezTo>
                  <a:lnTo>
                    <a:pt x="7802" y="47771"/>
                  </a:lnTo>
                  <a:lnTo>
                    <a:pt x="7388" y="47799"/>
                  </a:lnTo>
                  <a:cubicBezTo>
                    <a:pt x="7388" y="47814"/>
                    <a:pt x="7374" y="47814"/>
                    <a:pt x="7374" y="47814"/>
                  </a:cubicBezTo>
                  <a:cubicBezTo>
                    <a:pt x="7246" y="47814"/>
                    <a:pt x="7146" y="47714"/>
                    <a:pt x="7132" y="47585"/>
                  </a:cubicBezTo>
                  <a:cubicBezTo>
                    <a:pt x="7117" y="47457"/>
                    <a:pt x="7217" y="47343"/>
                    <a:pt x="7346" y="47329"/>
                  </a:cubicBezTo>
                  <a:lnTo>
                    <a:pt x="7973" y="47272"/>
                  </a:lnTo>
                  <a:cubicBezTo>
                    <a:pt x="8287" y="46473"/>
                    <a:pt x="8658" y="45646"/>
                    <a:pt x="9071" y="44790"/>
                  </a:cubicBezTo>
                  <a:lnTo>
                    <a:pt x="9071" y="44790"/>
                  </a:lnTo>
                  <a:lnTo>
                    <a:pt x="8672" y="44890"/>
                  </a:lnTo>
                  <a:cubicBezTo>
                    <a:pt x="8658" y="44904"/>
                    <a:pt x="8629" y="44904"/>
                    <a:pt x="8615" y="44904"/>
                  </a:cubicBezTo>
                  <a:cubicBezTo>
                    <a:pt x="8501" y="44904"/>
                    <a:pt x="8415" y="44833"/>
                    <a:pt x="8387" y="44719"/>
                  </a:cubicBezTo>
                  <a:cubicBezTo>
                    <a:pt x="8358" y="44590"/>
                    <a:pt x="8430" y="44462"/>
                    <a:pt x="8558" y="44433"/>
                  </a:cubicBezTo>
                  <a:lnTo>
                    <a:pt x="9357" y="44234"/>
                  </a:lnTo>
                  <a:cubicBezTo>
                    <a:pt x="9784" y="43392"/>
                    <a:pt x="10255" y="42522"/>
                    <a:pt x="10726" y="41624"/>
                  </a:cubicBezTo>
                  <a:cubicBezTo>
                    <a:pt x="10840" y="41424"/>
                    <a:pt x="10940" y="41224"/>
                    <a:pt x="11054" y="41025"/>
                  </a:cubicBezTo>
                  <a:cubicBezTo>
                    <a:pt x="11097" y="40939"/>
                    <a:pt x="11154" y="40853"/>
                    <a:pt x="11197" y="40768"/>
                  </a:cubicBezTo>
                  <a:cubicBezTo>
                    <a:pt x="12780" y="37844"/>
                    <a:pt x="14377" y="34834"/>
                    <a:pt x="15318" y="31739"/>
                  </a:cubicBezTo>
                  <a:cubicBezTo>
                    <a:pt x="17087" y="25934"/>
                    <a:pt x="13935" y="23196"/>
                    <a:pt x="9913" y="20358"/>
                  </a:cubicBezTo>
                  <a:cubicBezTo>
                    <a:pt x="9656" y="20187"/>
                    <a:pt x="9399" y="20001"/>
                    <a:pt x="9143" y="19816"/>
                  </a:cubicBezTo>
                  <a:cubicBezTo>
                    <a:pt x="9043" y="19759"/>
                    <a:pt x="8957" y="19687"/>
                    <a:pt x="8857" y="19630"/>
                  </a:cubicBezTo>
                  <a:cubicBezTo>
                    <a:pt x="8258" y="19202"/>
                    <a:pt x="7645" y="18789"/>
                    <a:pt x="7046" y="18347"/>
                  </a:cubicBezTo>
                  <a:lnTo>
                    <a:pt x="6048" y="18418"/>
                  </a:lnTo>
                  <a:cubicBezTo>
                    <a:pt x="6048" y="18432"/>
                    <a:pt x="6033" y="18432"/>
                    <a:pt x="6033" y="18432"/>
                  </a:cubicBezTo>
                  <a:cubicBezTo>
                    <a:pt x="5905" y="18432"/>
                    <a:pt x="5805" y="18332"/>
                    <a:pt x="5791" y="18204"/>
                  </a:cubicBezTo>
                  <a:cubicBezTo>
                    <a:pt x="5777" y="18076"/>
                    <a:pt x="5876" y="17962"/>
                    <a:pt x="6005" y="17947"/>
                  </a:cubicBezTo>
                  <a:lnTo>
                    <a:pt x="6461" y="17919"/>
                  </a:lnTo>
                  <a:cubicBezTo>
                    <a:pt x="5192" y="16977"/>
                    <a:pt x="3951" y="15936"/>
                    <a:pt x="2839" y="14724"/>
                  </a:cubicBezTo>
                  <a:lnTo>
                    <a:pt x="2068" y="14795"/>
                  </a:lnTo>
                  <a:lnTo>
                    <a:pt x="2040" y="14795"/>
                  </a:lnTo>
                  <a:cubicBezTo>
                    <a:pt x="1926" y="14795"/>
                    <a:pt x="1812" y="14695"/>
                    <a:pt x="1812" y="14567"/>
                  </a:cubicBezTo>
                  <a:cubicBezTo>
                    <a:pt x="1797" y="14439"/>
                    <a:pt x="1897" y="14324"/>
                    <a:pt x="2026" y="14310"/>
                  </a:cubicBezTo>
                  <a:lnTo>
                    <a:pt x="2439" y="14282"/>
                  </a:lnTo>
                  <a:cubicBezTo>
                    <a:pt x="2425" y="14267"/>
                    <a:pt x="2411" y="14253"/>
                    <a:pt x="2411" y="14239"/>
                  </a:cubicBezTo>
                  <a:cubicBezTo>
                    <a:pt x="1541" y="13226"/>
                    <a:pt x="1141" y="12185"/>
                    <a:pt x="1184" y="11073"/>
                  </a:cubicBezTo>
                  <a:lnTo>
                    <a:pt x="1184" y="11073"/>
                  </a:lnTo>
                  <a:lnTo>
                    <a:pt x="756" y="11130"/>
                  </a:lnTo>
                  <a:lnTo>
                    <a:pt x="728" y="11130"/>
                  </a:lnTo>
                  <a:cubicBezTo>
                    <a:pt x="614" y="11130"/>
                    <a:pt x="499" y="11030"/>
                    <a:pt x="485" y="10916"/>
                  </a:cubicBezTo>
                  <a:cubicBezTo>
                    <a:pt x="471" y="10787"/>
                    <a:pt x="571" y="10673"/>
                    <a:pt x="699" y="10645"/>
                  </a:cubicBezTo>
                  <a:lnTo>
                    <a:pt x="1241" y="10588"/>
                  </a:lnTo>
                  <a:cubicBezTo>
                    <a:pt x="1255" y="10516"/>
                    <a:pt x="1270" y="10445"/>
                    <a:pt x="1284" y="10374"/>
                  </a:cubicBezTo>
                  <a:cubicBezTo>
                    <a:pt x="1455" y="9532"/>
                    <a:pt x="1869" y="8705"/>
                    <a:pt x="2425" y="7920"/>
                  </a:cubicBezTo>
                  <a:lnTo>
                    <a:pt x="2425" y="7920"/>
                  </a:lnTo>
                  <a:lnTo>
                    <a:pt x="1997" y="7978"/>
                  </a:lnTo>
                  <a:lnTo>
                    <a:pt x="1968" y="7978"/>
                  </a:lnTo>
                  <a:cubicBezTo>
                    <a:pt x="1854" y="7978"/>
                    <a:pt x="1755" y="7892"/>
                    <a:pt x="1740" y="7778"/>
                  </a:cubicBezTo>
                  <a:cubicBezTo>
                    <a:pt x="1712" y="7649"/>
                    <a:pt x="1812" y="7521"/>
                    <a:pt x="1940" y="7507"/>
                  </a:cubicBezTo>
                  <a:lnTo>
                    <a:pt x="2824" y="7378"/>
                  </a:lnTo>
                  <a:cubicBezTo>
                    <a:pt x="3438" y="6623"/>
                    <a:pt x="4165" y="5909"/>
                    <a:pt x="4935" y="5239"/>
                  </a:cubicBezTo>
                  <a:cubicBezTo>
                    <a:pt x="5206" y="4997"/>
                    <a:pt x="5491" y="4768"/>
                    <a:pt x="5777" y="4540"/>
                  </a:cubicBezTo>
                  <a:cubicBezTo>
                    <a:pt x="8529" y="2386"/>
                    <a:pt x="11525" y="932"/>
                    <a:pt x="11567" y="903"/>
                  </a:cubicBezTo>
                  <a:cubicBezTo>
                    <a:pt x="11810" y="789"/>
                    <a:pt x="11910" y="504"/>
                    <a:pt x="11796" y="276"/>
                  </a:cubicBezTo>
                  <a:cubicBezTo>
                    <a:pt x="11713" y="101"/>
                    <a:pt x="11542" y="0"/>
                    <a:pt x="1136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92"/>
            <p:cNvSpPr/>
            <p:nvPr/>
          </p:nvSpPr>
          <p:spPr>
            <a:xfrm>
              <a:off x="2585525" y="2283275"/>
              <a:ext cx="99150" cy="26175"/>
            </a:xfrm>
            <a:custGeom>
              <a:avLst/>
              <a:gdLst/>
              <a:ahLst/>
              <a:cxnLst/>
              <a:rect l="l" t="t" r="r" b="b"/>
              <a:pathLst>
                <a:path w="3966" h="1047" extrusionOk="0">
                  <a:moveTo>
                    <a:pt x="3710" y="1"/>
                  </a:moveTo>
                  <a:cubicBezTo>
                    <a:pt x="3695" y="1"/>
                    <a:pt x="3681" y="2"/>
                    <a:pt x="3666" y="6"/>
                  </a:cubicBezTo>
                  <a:lnTo>
                    <a:pt x="3252" y="77"/>
                  </a:lnTo>
                  <a:lnTo>
                    <a:pt x="628" y="505"/>
                  </a:lnTo>
                  <a:lnTo>
                    <a:pt x="214" y="576"/>
                  </a:lnTo>
                  <a:cubicBezTo>
                    <a:pt x="86" y="605"/>
                    <a:pt x="0" y="719"/>
                    <a:pt x="14" y="847"/>
                  </a:cubicBezTo>
                  <a:cubicBezTo>
                    <a:pt x="43" y="976"/>
                    <a:pt x="143" y="1047"/>
                    <a:pt x="257" y="1047"/>
                  </a:cubicBezTo>
                  <a:lnTo>
                    <a:pt x="285" y="1047"/>
                  </a:lnTo>
                  <a:lnTo>
                    <a:pt x="1084" y="919"/>
                  </a:lnTo>
                  <a:lnTo>
                    <a:pt x="2981" y="605"/>
                  </a:lnTo>
                  <a:lnTo>
                    <a:pt x="3751" y="476"/>
                  </a:lnTo>
                  <a:cubicBezTo>
                    <a:pt x="3880" y="448"/>
                    <a:pt x="3965" y="334"/>
                    <a:pt x="3937" y="205"/>
                  </a:cubicBezTo>
                  <a:cubicBezTo>
                    <a:pt x="3924" y="92"/>
                    <a:pt x="3822" y="1"/>
                    <a:pt x="371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92"/>
            <p:cNvSpPr/>
            <p:nvPr/>
          </p:nvSpPr>
          <p:spPr>
            <a:xfrm>
              <a:off x="2520250" y="2211350"/>
              <a:ext cx="199725" cy="33925"/>
            </a:xfrm>
            <a:custGeom>
              <a:avLst/>
              <a:gdLst/>
              <a:ahLst/>
              <a:cxnLst/>
              <a:rect l="l" t="t" r="r" b="b"/>
              <a:pathLst>
                <a:path w="7989" h="1357" extrusionOk="0">
                  <a:moveTo>
                    <a:pt x="7742" y="0"/>
                  </a:moveTo>
                  <a:cubicBezTo>
                    <a:pt x="7734" y="0"/>
                    <a:pt x="7725" y="1"/>
                    <a:pt x="7717" y="2"/>
                  </a:cubicBezTo>
                  <a:lnTo>
                    <a:pt x="7304" y="59"/>
                  </a:lnTo>
                  <a:lnTo>
                    <a:pt x="643" y="829"/>
                  </a:lnTo>
                  <a:lnTo>
                    <a:pt x="229" y="872"/>
                  </a:lnTo>
                  <a:cubicBezTo>
                    <a:pt x="101" y="886"/>
                    <a:pt x="1" y="1014"/>
                    <a:pt x="15" y="1143"/>
                  </a:cubicBezTo>
                  <a:cubicBezTo>
                    <a:pt x="29" y="1257"/>
                    <a:pt x="144" y="1357"/>
                    <a:pt x="258" y="1357"/>
                  </a:cubicBezTo>
                  <a:cubicBezTo>
                    <a:pt x="272" y="1357"/>
                    <a:pt x="272" y="1342"/>
                    <a:pt x="286" y="1342"/>
                  </a:cubicBezTo>
                  <a:lnTo>
                    <a:pt x="1042" y="1257"/>
                  </a:lnTo>
                  <a:lnTo>
                    <a:pt x="7075" y="558"/>
                  </a:lnTo>
                  <a:lnTo>
                    <a:pt x="7774" y="472"/>
                  </a:lnTo>
                  <a:cubicBezTo>
                    <a:pt x="7903" y="458"/>
                    <a:pt x="7988" y="344"/>
                    <a:pt x="7974" y="216"/>
                  </a:cubicBezTo>
                  <a:cubicBezTo>
                    <a:pt x="7961" y="95"/>
                    <a:pt x="7860" y="0"/>
                    <a:pt x="774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92"/>
            <p:cNvSpPr/>
            <p:nvPr/>
          </p:nvSpPr>
          <p:spPr>
            <a:xfrm>
              <a:off x="2465000" y="2125775"/>
              <a:ext cx="289550" cy="39275"/>
            </a:xfrm>
            <a:custGeom>
              <a:avLst/>
              <a:gdLst/>
              <a:ahLst/>
              <a:cxnLst/>
              <a:rect l="l" t="t" r="r" b="b"/>
              <a:pathLst>
                <a:path w="11582" h="1571" extrusionOk="0">
                  <a:moveTo>
                    <a:pt x="11335" y="0"/>
                  </a:moveTo>
                  <a:cubicBezTo>
                    <a:pt x="11327" y="0"/>
                    <a:pt x="11319" y="1"/>
                    <a:pt x="11311" y="2"/>
                  </a:cubicBezTo>
                  <a:lnTo>
                    <a:pt x="10897" y="44"/>
                  </a:lnTo>
                  <a:lnTo>
                    <a:pt x="642" y="1057"/>
                  </a:lnTo>
                  <a:lnTo>
                    <a:pt x="228" y="1100"/>
                  </a:lnTo>
                  <a:cubicBezTo>
                    <a:pt x="100" y="1100"/>
                    <a:pt x="0" y="1228"/>
                    <a:pt x="14" y="1357"/>
                  </a:cubicBezTo>
                  <a:cubicBezTo>
                    <a:pt x="29" y="1471"/>
                    <a:pt x="129" y="1571"/>
                    <a:pt x="257" y="1571"/>
                  </a:cubicBezTo>
                  <a:lnTo>
                    <a:pt x="271" y="1571"/>
                  </a:lnTo>
                  <a:lnTo>
                    <a:pt x="870" y="1513"/>
                  </a:lnTo>
                  <a:lnTo>
                    <a:pt x="10726" y="529"/>
                  </a:lnTo>
                  <a:lnTo>
                    <a:pt x="11353" y="472"/>
                  </a:lnTo>
                  <a:cubicBezTo>
                    <a:pt x="11482" y="458"/>
                    <a:pt x="11582" y="344"/>
                    <a:pt x="11567" y="216"/>
                  </a:cubicBezTo>
                  <a:cubicBezTo>
                    <a:pt x="11554" y="95"/>
                    <a:pt x="11453" y="0"/>
                    <a:pt x="1133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92"/>
            <p:cNvSpPr/>
            <p:nvPr/>
          </p:nvSpPr>
          <p:spPr>
            <a:xfrm>
              <a:off x="2460350" y="2039150"/>
              <a:ext cx="309900" cy="12150"/>
            </a:xfrm>
            <a:custGeom>
              <a:avLst/>
              <a:gdLst/>
              <a:ahLst/>
              <a:cxnLst/>
              <a:rect l="l" t="t" r="r" b="b"/>
              <a:pathLst>
                <a:path w="12396" h="486" extrusionOk="0">
                  <a:moveTo>
                    <a:pt x="11668" y="1"/>
                  </a:moveTo>
                  <a:lnTo>
                    <a:pt x="828" y="15"/>
                  </a:lnTo>
                  <a:lnTo>
                    <a:pt x="243" y="15"/>
                  </a:lnTo>
                  <a:cubicBezTo>
                    <a:pt x="101" y="15"/>
                    <a:pt x="1" y="115"/>
                    <a:pt x="1" y="243"/>
                  </a:cubicBezTo>
                  <a:cubicBezTo>
                    <a:pt x="1" y="372"/>
                    <a:pt x="101" y="486"/>
                    <a:pt x="243" y="486"/>
                  </a:cubicBezTo>
                  <a:lnTo>
                    <a:pt x="12153" y="486"/>
                  </a:lnTo>
                  <a:cubicBezTo>
                    <a:pt x="12295" y="486"/>
                    <a:pt x="12395" y="372"/>
                    <a:pt x="12395" y="243"/>
                  </a:cubicBezTo>
                  <a:cubicBezTo>
                    <a:pt x="12395" y="115"/>
                    <a:pt x="12295" y="1"/>
                    <a:pt x="1215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92"/>
            <p:cNvSpPr/>
            <p:nvPr/>
          </p:nvSpPr>
          <p:spPr>
            <a:xfrm>
              <a:off x="2517050" y="1941100"/>
              <a:ext cx="226800" cy="18925"/>
            </a:xfrm>
            <a:custGeom>
              <a:avLst/>
              <a:gdLst/>
              <a:ahLst/>
              <a:cxnLst/>
              <a:rect l="l" t="t" r="r" b="b"/>
              <a:pathLst>
                <a:path w="9072" h="757" extrusionOk="0">
                  <a:moveTo>
                    <a:pt x="243" y="0"/>
                  </a:moveTo>
                  <a:cubicBezTo>
                    <a:pt x="115" y="0"/>
                    <a:pt x="1" y="100"/>
                    <a:pt x="1" y="229"/>
                  </a:cubicBezTo>
                  <a:cubicBezTo>
                    <a:pt x="1" y="357"/>
                    <a:pt x="100" y="471"/>
                    <a:pt x="229" y="471"/>
                  </a:cubicBezTo>
                  <a:lnTo>
                    <a:pt x="642" y="485"/>
                  </a:lnTo>
                  <a:lnTo>
                    <a:pt x="8401" y="742"/>
                  </a:lnTo>
                  <a:lnTo>
                    <a:pt x="8829" y="756"/>
                  </a:lnTo>
                  <a:cubicBezTo>
                    <a:pt x="8958" y="756"/>
                    <a:pt x="9057" y="657"/>
                    <a:pt x="9072" y="528"/>
                  </a:cubicBezTo>
                  <a:cubicBezTo>
                    <a:pt x="9072" y="400"/>
                    <a:pt x="8972" y="286"/>
                    <a:pt x="8844" y="286"/>
                  </a:cubicBezTo>
                  <a:lnTo>
                    <a:pt x="8073" y="257"/>
                  </a:lnTo>
                  <a:lnTo>
                    <a:pt x="1013" y="29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92"/>
            <p:cNvSpPr/>
            <p:nvPr/>
          </p:nvSpPr>
          <p:spPr>
            <a:xfrm>
              <a:off x="2584450" y="1858925"/>
              <a:ext cx="92375" cy="29775"/>
            </a:xfrm>
            <a:custGeom>
              <a:avLst/>
              <a:gdLst/>
              <a:ahLst/>
              <a:cxnLst/>
              <a:rect l="l" t="t" r="r" b="b"/>
              <a:pathLst>
                <a:path w="3695" h="1191" extrusionOk="0">
                  <a:moveTo>
                    <a:pt x="258" y="1"/>
                  </a:moveTo>
                  <a:cubicBezTo>
                    <a:pt x="150" y="1"/>
                    <a:pt x="53" y="69"/>
                    <a:pt x="29" y="178"/>
                  </a:cubicBezTo>
                  <a:cubicBezTo>
                    <a:pt x="0" y="307"/>
                    <a:pt x="86" y="435"/>
                    <a:pt x="214" y="463"/>
                  </a:cubicBezTo>
                  <a:lnTo>
                    <a:pt x="614" y="563"/>
                  </a:lnTo>
                  <a:lnTo>
                    <a:pt x="2782" y="1048"/>
                  </a:lnTo>
                  <a:lnTo>
                    <a:pt x="3381" y="1191"/>
                  </a:lnTo>
                  <a:lnTo>
                    <a:pt x="3423" y="1191"/>
                  </a:lnTo>
                  <a:cubicBezTo>
                    <a:pt x="3537" y="1191"/>
                    <a:pt x="3637" y="1119"/>
                    <a:pt x="3666" y="1005"/>
                  </a:cubicBezTo>
                  <a:cubicBezTo>
                    <a:pt x="3694" y="877"/>
                    <a:pt x="3609" y="749"/>
                    <a:pt x="3480" y="720"/>
                  </a:cubicBezTo>
                  <a:lnTo>
                    <a:pt x="1854" y="349"/>
                  </a:lnTo>
                  <a:lnTo>
                    <a:pt x="956" y="150"/>
                  </a:lnTo>
                  <a:lnTo>
                    <a:pt x="314" y="7"/>
                  </a:lnTo>
                  <a:cubicBezTo>
                    <a:pt x="295" y="3"/>
                    <a:pt x="276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92"/>
            <p:cNvSpPr/>
            <p:nvPr/>
          </p:nvSpPr>
          <p:spPr>
            <a:xfrm>
              <a:off x="2525250" y="1766725"/>
              <a:ext cx="139450" cy="22150"/>
            </a:xfrm>
            <a:custGeom>
              <a:avLst/>
              <a:gdLst/>
              <a:ahLst/>
              <a:cxnLst/>
              <a:rect l="l" t="t" r="r" b="b"/>
              <a:pathLst>
                <a:path w="5578" h="886" extrusionOk="0">
                  <a:moveTo>
                    <a:pt x="5306" y="1"/>
                  </a:moveTo>
                  <a:lnTo>
                    <a:pt x="4893" y="44"/>
                  </a:lnTo>
                  <a:lnTo>
                    <a:pt x="685" y="372"/>
                  </a:lnTo>
                  <a:lnTo>
                    <a:pt x="229" y="400"/>
                  </a:lnTo>
                  <a:cubicBezTo>
                    <a:pt x="100" y="415"/>
                    <a:pt x="1" y="529"/>
                    <a:pt x="15" y="657"/>
                  </a:cubicBezTo>
                  <a:cubicBezTo>
                    <a:pt x="29" y="785"/>
                    <a:pt x="129" y="885"/>
                    <a:pt x="257" y="885"/>
                  </a:cubicBezTo>
                  <a:cubicBezTo>
                    <a:pt x="257" y="885"/>
                    <a:pt x="272" y="885"/>
                    <a:pt x="272" y="871"/>
                  </a:cubicBezTo>
                  <a:lnTo>
                    <a:pt x="1270" y="800"/>
                  </a:lnTo>
                  <a:lnTo>
                    <a:pt x="4593" y="543"/>
                  </a:lnTo>
                  <a:lnTo>
                    <a:pt x="5349" y="472"/>
                  </a:lnTo>
                  <a:cubicBezTo>
                    <a:pt x="5478" y="472"/>
                    <a:pt x="5577" y="357"/>
                    <a:pt x="5563" y="229"/>
                  </a:cubicBezTo>
                  <a:cubicBezTo>
                    <a:pt x="5549" y="86"/>
                    <a:pt x="5449" y="1"/>
                    <a:pt x="53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92"/>
            <p:cNvSpPr/>
            <p:nvPr/>
          </p:nvSpPr>
          <p:spPr>
            <a:xfrm>
              <a:off x="2425775" y="1664375"/>
              <a:ext cx="269225" cy="33575"/>
            </a:xfrm>
            <a:custGeom>
              <a:avLst/>
              <a:gdLst/>
              <a:ahLst/>
              <a:cxnLst/>
              <a:rect l="l" t="t" r="r" b="b"/>
              <a:pathLst>
                <a:path w="10769" h="1343" extrusionOk="0">
                  <a:moveTo>
                    <a:pt x="10522" y="0"/>
                  </a:moveTo>
                  <a:cubicBezTo>
                    <a:pt x="10514" y="0"/>
                    <a:pt x="10506" y="1"/>
                    <a:pt x="10498" y="1"/>
                  </a:cubicBezTo>
                  <a:lnTo>
                    <a:pt x="10041" y="44"/>
                  </a:lnTo>
                  <a:lnTo>
                    <a:pt x="642" y="829"/>
                  </a:lnTo>
                  <a:lnTo>
                    <a:pt x="229" y="857"/>
                  </a:lnTo>
                  <a:cubicBezTo>
                    <a:pt x="100" y="871"/>
                    <a:pt x="0" y="986"/>
                    <a:pt x="15" y="1114"/>
                  </a:cubicBezTo>
                  <a:cubicBezTo>
                    <a:pt x="15" y="1242"/>
                    <a:pt x="129" y="1342"/>
                    <a:pt x="243" y="1342"/>
                  </a:cubicBezTo>
                  <a:lnTo>
                    <a:pt x="271" y="1342"/>
                  </a:lnTo>
                  <a:lnTo>
                    <a:pt x="1042" y="1271"/>
                  </a:lnTo>
                  <a:lnTo>
                    <a:pt x="10027" y="529"/>
                  </a:lnTo>
                  <a:lnTo>
                    <a:pt x="10541" y="486"/>
                  </a:lnTo>
                  <a:cubicBezTo>
                    <a:pt x="10669" y="472"/>
                    <a:pt x="10769" y="358"/>
                    <a:pt x="10754" y="230"/>
                  </a:cubicBezTo>
                  <a:cubicBezTo>
                    <a:pt x="10741" y="96"/>
                    <a:pt x="10640" y="0"/>
                    <a:pt x="105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92"/>
            <p:cNvSpPr/>
            <p:nvPr/>
          </p:nvSpPr>
          <p:spPr>
            <a:xfrm>
              <a:off x="2392600" y="1561950"/>
              <a:ext cx="276375" cy="44350"/>
            </a:xfrm>
            <a:custGeom>
              <a:avLst/>
              <a:gdLst/>
              <a:ahLst/>
              <a:cxnLst/>
              <a:rect l="l" t="t" r="r" b="b"/>
              <a:pathLst>
                <a:path w="11055" h="1774" extrusionOk="0">
                  <a:moveTo>
                    <a:pt x="10814" y="0"/>
                  </a:moveTo>
                  <a:cubicBezTo>
                    <a:pt x="10799" y="0"/>
                    <a:pt x="10784" y="2"/>
                    <a:pt x="10769" y="5"/>
                  </a:cubicBezTo>
                  <a:lnTo>
                    <a:pt x="10070" y="91"/>
                  </a:lnTo>
                  <a:lnTo>
                    <a:pt x="771" y="1232"/>
                  </a:lnTo>
                  <a:lnTo>
                    <a:pt x="229" y="1289"/>
                  </a:lnTo>
                  <a:cubicBezTo>
                    <a:pt x="101" y="1317"/>
                    <a:pt x="1" y="1431"/>
                    <a:pt x="15" y="1560"/>
                  </a:cubicBezTo>
                  <a:cubicBezTo>
                    <a:pt x="29" y="1674"/>
                    <a:pt x="144" y="1774"/>
                    <a:pt x="258" y="1774"/>
                  </a:cubicBezTo>
                  <a:lnTo>
                    <a:pt x="286" y="1774"/>
                  </a:lnTo>
                  <a:lnTo>
                    <a:pt x="714" y="1717"/>
                  </a:lnTo>
                  <a:lnTo>
                    <a:pt x="10341" y="533"/>
                  </a:lnTo>
                  <a:lnTo>
                    <a:pt x="10826" y="476"/>
                  </a:lnTo>
                  <a:cubicBezTo>
                    <a:pt x="10955" y="461"/>
                    <a:pt x="11055" y="333"/>
                    <a:pt x="11040" y="205"/>
                  </a:cubicBezTo>
                  <a:cubicBezTo>
                    <a:pt x="11028" y="91"/>
                    <a:pt x="10926" y="0"/>
                    <a:pt x="1081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92"/>
            <p:cNvSpPr/>
            <p:nvPr/>
          </p:nvSpPr>
          <p:spPr>
            <a:xfrm>
              <a:off x="2423625" y="1491425"/>
              <a:ext cx="179750" cy="36075"/>
            </a:xfrm>
            <a:custGeom>
              <a:avLst/>
              <a:gdLst/>
              <a:ahLst/>
              <a:cxnLst/>
              <a:rect l="l" t="t" r="r" b="b"/>
              <a:pathLst>
                <a:path w="7190" h="1443" extrusionOk="0">
                  <a:moveTo>
                    <a:pt x="6932" y="0"/>
                  </a:moveTo>
                  <a:cubicBezTo>
                    <a:pt x="6923" y="0"/>
                    <a:pt x="6913" y="1"/>
                    <a:pt x="6904" y="2"/>
                  </a:cubicBezTo>
                  <a:lnTo>
                    <a:pt x="5991" y="130"/>
                  </a:lnTo>
                  <a:lnTo>
                    <a:pt x="1113" y="843"/>
                  </a:lnTo>
                  <a:lnTo>
                    <a:pt x="229" y="972"/>
                  </a:lnTo>
                  <a:cubicBezTo>
                    <a:pt x="101" y="986"/>
                    <a:pt x="1" y="1114"/>
                    <a:pt x="29" y="1243"/>
                  </a:cubicBezTo>
                  <a:cubicBezTo>
                    <a:pt x="44" y="1357"/>
                    <a:pt x="143" y="1443"/>
                    <a:pt x="257" y="1443"/>
                  </a:cubicBezTo>
                  <a:lnTo>
                    <a:pt x="286" y="1443"/>
                  </a:lnTo>
                  <a:lnTo>
                    <a:pt x="714" y="1385"/>
                  </a:lnTo>
                  <a:lnTo>
                    <a:pt x="6547" y="530"/>
                  </a:lnTo>
                  <a:lnTo>
                    <a:pt x="6975" y="473"/>
                  </a:lnTo>
                  <a:cubicBezTo>
                    <a:pt x="7104" y="458"/>
                    <a:pt x="7189" y="330"/>
                    <a:pt x="7175" y="202"/>
                  </a:cubicBezTo>
                  <a:cubicBezTo>
                    <a:pt x="7148" y="83"/>
                    <a:pt x="7048" y="0"/>
                    <a:pt x="693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92"/>
            <p:cNvSpPr/>
            <p:nvPr/>
          </p:nvSpPr>
          <p:spPr>
            <a:xfrm>
              <a:off x="2589800" y="2407925"/>
              <a:ext cx="136225" cy="42750"/>
            </a:xfrm>
            <a:custGeom>
              <a:avLst/>
              <a:gdLst/>
              <a:ahLst/>
              <a:cxnLst/>
              <a:rect l="l" t="t" r="r" b="b"/>
              <a:pathLst>
                <a:path w="5449" h="1710" extrusionOk="0">
                  <a:moveTo>
                    <a:pt x="5188" y="1"/>
                  </a:moveTo>
                  <a:cubicBezTo>
                    <a:pt x="5166" y="1"/>
                    <a:pt x="5143" y="4"/>
                    <a:pt x="5121" y="12"/>
                  </a:cubicBezTo>
                  <a:lnTo>
                    <a:pt x="4422" y="183"/>
                  </a:lnTo>
                  <a:lnTo>
                    <a:pt x="999" y="1039"/>
                  </a:lnTo>
                  <a:lnTo>
                    <a:pt x="200" y="1238"/>
                  </a:lnTo>
                  <a:cubicBezTo>
                    <a:pt x="72" y="1267"/>
                    <a:pt x="0" y="1395"/>
                    <a:pt x="29" y="1524"/>
                  </a:cubicBezTo>
                  <a:cubicBezTo>
                    <a:pt x="57" y="1638"/>
                    <a:pt x="143" y="1709"/>
                    <a:pt x="257" y="1709"/>
                  </a:cubicBezTo>
                  <a:cubicBezTo>
                    <a:pt x="271" y="1709"/>
                    <a:pt x="300" y="1709"/>
                    <a:pt x="314" y="1695"/>
                  </a:cubicBezTo>
                  <a:lnTo>
                    <a:pt x="713" y="1595"/>
                  </a:lnTo>
                  <a:lnTo>
                    <a:pt x="4835" y="568"/>
                  </a:lnTo>
                  <a:lnTo>
                    <a:pt x="5235" y="468"/>
                  </a:lnTo>
                  <a:cubicBezTo>
                    <a:pt x="5363" y="440"/>
                    <a:pt x="5449" y="311"/>
                    <a:pt x="5406" y="183"/>
                  </a:cubicBezTo>
                  <a:cubicBezTo>
                    <a:pt x="5382" y="77"/>
                    <a:pt x="5291" y="1"/>
                    <a:pt x="518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92"/>
            <p:cNvSpPr/>
            <p:nvPr/>
          </p:nvSpPr>
          <p:spPr>
            <a:xfrm>
              <a:off x="2558775" y="2493025"/>
              <a:ext cx="211825" cy="30375"/>
            </a:xfrm>
            <a:custGeom>
              <a:avLst/>
              <a:gdLst/>
              <a:ahLst/>
              <a:cxnLst/>
              <a:rect l="l" t="t" r="r" b="b"/>
              <a:pathLst>
                <a:path w="8473" h="1215" extrusionOk="0">
                  <a:moveTo>
                    <a:pt x="8228" y="1"/>
                  </a:moveTo>
                  <a:cubicBezTo>
                    <a:pt x="8220" y="1"/>
                    <a:pt x="8211" y="1"/>
                    <a:pt x="8201" y="2"/>
                  </a:cubicBezTo>
                  <a:lnTo>
                    <a:pt x="856" y="673"/>
                  </a:lnTo>
                  <a:lnTo>
                    <a:pt x="229" y="730"/>
                  </a:lnTo>
                  <a:cubicBezTo>
                    <a:pt x="100" y="744"/>
                    <a:pt x="0" y="858"/>
                    <a:pt x="15" y="986"/>
                  </a:cubicBezTo>
                  <a:cubicBezTo>
                    <a:pt x="29" y="1115"/>
                    <a:pt x="129" y="1215"/>
                    <a:pt x="257" y="1215"/>
                  </a:cubicBezTo>
                  <a:cubicBezTo>
                    <a:pt x="257" y="1215"/>
                    <a:pt x="271" y="1215"/>
                    <a:pt x="271" y="1200"/>
                  </a:cubicBezTo>
                  <a:lnTo>
                    <a:pt x="685" y="1172"/>
                  </a:lnTo>
                  <a:lnTo>
                    <a:pt x="8244" y="473"/>
                  </a:lnTo>
                  <a:cubicBezTo>
                    <a:pt x="8373" y="459"/>
                    <a:pt x="8472" y="345"/>
                    <a:pt x="8458" y="216"/>
                  </a:cubicBezTo>
                  <a:cubicBezTo>
                    <a:pt x="8458" y="96"/>
                    <a:pt x="8358" y="1"/>
                    <a:pt x="822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92"/>
            <p:cNvSpPr/>
            <p:nvPr/>
          </p:nvSpPr>
          <p:spPr>
            <a:xfrm>
              <a:off x="2583725" y="2576575"/>
              <a:ext cx="216100" cy="61650"/>
            </a:xfrm>
            <a:custGeom>
              <a:avLst/>
              <a:gdLst/>
              <a:ahLst/>
              <a:cxnLst/>
              <a:rect l="l" t="t" r="r" b="b"/>
              <a:pathLst>
                <a:path w="8644" h="2466" extrusionOk="0">
                  <a:moveTo>
                    <a:pt x="8384" y="1"/>
                  </a:moveTo>
                  <a:cubicBezTo>
                    <a:pt x="8361" y="1"/>
                    <a:pt x="8339" y="5"/>
                    <a:pt x="8316" y="12"/>
                  </a:cubicBezTo>
                  <a:lnTo>
                    <a:pt x="200" y="1995"/>
                  </a:lnTo>
                  <a:cubicBezTo>
                    <a:pt x="72" y="2023"/>
                    <a:pt x="1" y="2166"/>
                    <a:pt x="29" y="2280"/>
                  </a:cubicBezTo>
                  <a:cubicBezTo>
                    <a:pt x="58" y="2394"/>
                    <a:pt x="158" y="2465"/>
                    <a:pt x="257" y="2465"/>
                  </a:cubicBezTo>
                  <a:lnTo>
                    <a:pt x="315" y="2465"/>
                  </a:lnTo>
                  <a:lnTo>
                    <a:pt x="8430" y="469"/>
                  </a:lnTo>
                  <a:cubicBezTo>
                    <a:pt x="8558" y="440"/>
                    <a:pt x="8644" y="312"/>
                    <a:pt x="8601" y="183"/>
                  </a:cubicBezTo>
                  <a:cubicBezTo>
                    <a:pt x="8578" y="78"/>
                    <a:pt x="8487" y="1"/>
                    <a:pt x="838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7" name="Google Shape;1667;p92"/>
          <p:cNvGrpSpPr/>
          <p:nvPr/>
        </p:nvGrpSpPr>
        <p:grpSpPr>
          <a:xfrm>
            <a:off x="2881984" y="3144191"/>
            <a:ext cx="1377698" cy="1417067"/>
            <a:chOff x="2844025" y="3355850"/>
            <a:chExt cx="478550" cy="492225"/>
          </a:xfrm>
        </p:grpSpPr>
        <p:sp>
          <p:nvSpPr>
            <p:cNvPr id="1668" name="Google Shape;1668;p92"/>
            <p:cNvSpPr/>
            <p:nvPr/>
          </p:nvSpPr>
          <p:spPr>
            <a:xfrm>
              <a:off x="2844025" y="3480950"/>
              <a:ext cx="234300" cy="113950"/>
            </a:xfrm>
            <a:custGeom>
              <a:avLst/>
              <a:gdLst/>
              <a:ahLst/>
              <a:cxnLst/>
              <a:rect l="l" t="t" r="r" b="b"/>
              <a:pathLst>
                <a:path w="9372" h="4558" extrusionOk="0">
                  <a:moveTo>
                    <a:pt x="418" y="0"/>
                  </a:moveTo>
                  <a:cubicBezTo>
                    <a:pt x="365" y="0"/>
                    <a:pt x="310" y="12"/>
                    <a:pt x="257" y="36"/>
                  </a:cubicBezTo>
                  <a:cubicBezTo>
                    <a:pt x="72" y="122"/>
                    <a:pt x="1" y="350"/>
                    <a:pt x="86" y="535"/>
                  </a:cubicBezTo>
                  <a:cubicBezTo>
                    <a:pt x="1213" y="2803"/>
                    <a:pt x="3837" y="3602"/>
                    <a:pt x="6504" y="4115"/>
                  </a:cubicBezTo>
                  <a:cubicBezTo>
                    <a:pt x="7446" y="4301"/>
                    <a:pt x="8416" y="4444"/>
                    <a:pt x="9371" y="4558"/>
                  </a:cubicBezTo>
                  <a:cubicBezTo>
                    <a:pt x="9357" y="4329"/>
                    <a:pt x="9343" y="4101"/>
                    <a:pt x="9314" y="3873"/>
                  </a:cubicBezTo>
                  <a:cubicBezTo>
                    <a:pt x="9314" y="3859"/>
                    <a:pt x="9314" y="3844"/>
                    <a:pt x="9314" y="3816"/>
                  </a:cubicBezTo>
                  <a:cubicBezTo>
                    <a:pt x="8929" y="3773"/>
                    <a:pt x="8544" y="3716"/>
                    <a:pt x="8145" y="3659"/>
                  </a:cubicBezTo>
                  <a:lnTo>
                    <a:pt x="7688" y="4073"/>
                  </a:lnTo>
                  <a:cubicBezTo>
                    <a:pt x="7645" y="4101"/>
                    <a:pt x="7603" y="4115"/>
                    <a:pt x="7560" y="4115"/>
                  </a:cubicBezTo>
                  <a:cubicBezTo>
                    <a:pt x="7517" y="4115"/>
                    <a:pt x="7460" y="4101"/>
                    <a:pt x="7432" y="4058"/>
                  </a:cubicBezTo>
                  <a:cubicBezTo>
                    <a:pt x="7360" y="3987"/>
                    <a:pt x="7374" y="3873"/>
                    <a:pt x="7446" y="3802"/>
                  </a:cubicBezTo>
                  <a:lnTo>
                    <a:pt x="7688" y="3588"/>
                  </a:lnTo>
                  <a:cubicBezTo>
                    <a:pt x="7332" y="3531"/>
                    <a:pt x="6989" y="3474"/>
                    <a:pt x="6633" y="3402"/>
                  </a:cubicBezTo>
                  <a:cubicBezTo>
                    <a:pt x="6219" y="3317"/>
                    <a:pt x="5791" y="3231"/>
                    <a:pt x="5378" y="3131"/>
                  </a:cubicBezTo>
                  <a:lnTo>
                    <a:pt x="4921" y="3488"/>
                  </a:lnTo>
                  <a:cubicBezTo>
                    <a:pt x="4893" y="3516"/>
                    <a:pt x="4850" y="3531"/>
                    <a:pt x="4807" y="3531"/>
                  </a:cubicBezTo>
                  <a:cubicBezTo>
                    <a:pt x="4764" y="3531"/>
                    <a:pt x="4707" y="3502"/>
                    <a:pt x="4665" y="3459"/>
                  </a:cubicBezTo>
                  <a:cubicBezTo>
                    <a:pt x="4607" y="3388"/>
                    <a:pt x="4622" y="3274"/>
                    <a:pt x="4693" y="3203"/>
                  </a:cubicBezTo>
                  <a:lnTo>
                    <a:pt x="4936" y="3003"/>
                  </a:lnTo>
                  <a:cubicBezTo>
                    <a:pt x="4051" y="2775"/>
                    <a:pt x="3224" y="2475"/>
                    <a:pt x="2525" y="2047"/>
                  </a:cubicBezTo>
                  <a:lnTo>
                    <a:pt x="2169" y="2333"/>
                  </a:lnTo>
                  <a:cubicBezTo>
                    <a:pt x="2126" y="2361"/>
                    <a:pt x="2097" y="2375"/>
                    <a:pt x="2054" y="2375"/>
                  </a:cubicBezTo>
                  <a:cubicBezTo>
                    <a:pt x="1997" y="2375"/>
                    <a:pt x="1940" y="2347"/>
                    <a:pt x="1912" y="2304"/>
                  </a:cubicBezTo>
                  <a:cubicBezTo>
                    <a:pt x="1840" y="2219"/>
                    <a:pt x="1855" y="2104"/>
                    <a:pt x="1940" y="2047"/>
                  </a:cubicBezTo>
                  <a:lnTo>
                    <a:pt x="2197" y="1833"/>
                  </a:lnTo>
                  <a:cubicBezTo>
                    <a:pt x="1584" y="1420"/>
                    <a:pt x="1085" y="878"/>
                    <a:pt x="742" y="207"/>
                  </a:cubicBezTo>
                  <a:cubicBezTo>
                    <a:pt x="681" y="75"/>
                    <a:pt x="554" y="0"/>
                    <a:pt x="41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92"/>
            <p:cNvSpPr/>
            <p:nvPr/>
          </p:nvSpPr>
          <p:spPr>
            <a:xfrm>
              <a:off x="3095400" y="3578825"/>
              <a:ext cx="227175" cy="136950"/>
            </a:xfrm>
            <a:custGeom>
              <a:avLst/>
              <a:gdLst/>
              <a:ahLst/>
              <a:cxnLst/>
              <a:rect l="l" t="t" r="r" b="b"/>
              <a:pathLst>
                <a:path w="9087" h="5478" extrusionOk="0">
                  <a:moveTo>
                    <a:pt x="1" y="1"/>
                  </a:moveTo>
                  <a:cubicBezTo>
                    <a:pt x="15" y="243"/>
                    <a:pt x="29" y="500"/>
                    <a:pt x="58" y="742"/>
                  </a:cubicBezTo>
                  <a:cubicBezTo>
                    <a:pt x="743" y="828"/>
                    <a:pt x="1441" y="928"/>
                    <a:pt x="2126" y="1042"/>
                  </a:cubicBezTo>
                  <a:lnTo>
                    <a:pt x="2497" y="643"/>
                  </a:lnTo>
                  <a:cubicBezTo>
                    <a:pt x="2534" y="605"/>
                    <a:pt x="2584" y="587"/>
                    <a:pt x="2633" y="587"/>
                  </a:cubicBezTo>
                  <a:cubicBezTo>
                    <a:pt x="2677" y="587"/>
                    <a:pt x="2720" y="601"/>
                    <a:pt x="2754" y="628"/>
                  </a:cubicBezTo>
                  <a:cubicBezTo>
                    <a:pt x="2839" y="700"/>
                    <a:pt x="2839" y="814"/>
                    <a:pt x="2768" y="899"/>
                  </a:cubicBezTo>
                  <a:lnTo>
                    <a:pt x="2554" y="1113"/>
                  </a:lnTo>
                  <a:cubicBezTo>
                    <a:pt x="3139" y="1213"/>
                    <a:pt x="3709" y="1341"/>
                    <a:pt x="4280" y="1484"/>
                  </a:cubicBezTo>
                  <a:cubicBezTo>
                    <a:pt x="6719" y="2140"/>
                    <a:pt x="8088" y="3367"/>
                    <a:pt x="8330" y="5164"/>
                  </a:cubicBezTo>
                  <a:cubicBezTo>
                    <a:pt x="8359" y="5349"/>
                    <a:pt x="8516" y="5478"/>
                    <a:pt x="8701" y="5478"/>
                  </a:cubicBezTo>
                  <a:lnTo>
                    <a:pt x="8744" y="5478"/>
                  </a:lnTo>
                  <a:cubicBezTo>
                    <a:pt x="8944" y="5449"/>
                    <a:pt x="9086" y="5264"/>
                    <a:pt x="9058" y="5064"/>
                  </a:cubicBezTo>
                  <a:cubicBezTo>
                    <a:pt x="8758" y="2953"/>
                    <a:pt x="7218" y="1513"/>
                    <a:pt x="4465" y="785"/>
                  </a:cubicBezTo>
                  <a:cubicBezTo>
                    <a:pt x="2996" y="386"/>
                    <a:pt x="1484" y="18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92"/>
            <p:cNvSpPr/>
            <p:nvPr/>
          </p:nvSpPr>
          <p:spPr>
            <a:xfrm>
              <a:off x="3040150" y="3355850"/>
              <a:ext cx="157975" cy="492225"/>
            </a:xfrm>
            <a:custGeom>
              <a:avLst/>
              <a:gdLst/>
              <a:ahLst/>
              <a:cxnLst/>
              <a:rect l="l" t="t" r="r" b="b"/>
              <a:pathLst>
                <a:path w="6319" h="19689" extrusionOk="0">
                  <a:moveTo>
                    <a:pt x="424" y="1"/>
                  </a:moveTo>
                  <a:cubicBezTo>
                    <a:pt x="372" y="1"/>
                    <a:pt x="320" y="11"/>
                    <a:pt x="271" y="34"/>
                  </a:cubicBezTo>
                  <a:cubicBezTo>
                    <a:pt x="86" y="105"/>
                    <a:pt x="0" y="319"/>
                    <a:pt x="86" y="505"/>
                  </a:cubicBezTo>
                  <a:cubicBezTo>
                    <a:pt x="285" y="975"/>
                    <a:pt x="442" y="1460"/>
                    <a:pt x="571" y="1945"/>
                  </a:cubicBezTo>
                  <a:lnTo>
                    <a:pt x="813" y="1760"/>
                  </a:lnTo>
                  <a:cubicBezTo>
                    <a:pt x="844" y="1729"/>
                    <a:pt x="883" y="1714"/>
                    <a:pt x="923" y="1714"/>
                  </a:cubicBezTo>
                  <a:cubicBezTo>
                    <a:pt x="975" y="1714"/>
                    <a:pt x="1029" y="1740"/>
                    <a:pt x="1070" y="1788"/>
                  </a:cubicBezTo>
                  <a:cubicBezTo>
                    <a:pt x="1127" y="1874"/>
                    <a:pt x="1113" y="1988"/>
                    <a:pt x="1041" y="2045"/>
                  </a:cubicBezTo>
                  <a:lnTo>
                    <a:pt x="670" y="2330"/>
                  </a:lnTo>
                  <a:cubicBezTo>
                    <a:pt x="813" y="2944"/>
                    <a:pt x="913" y="3543"/>
                    <a:pt x="999" y="4099"/>
                  </a:cubicBezTo>
                  <a:cubicBezTo>
                    <a:pt x="1027" y="4313"/>
                    <a:pt x="1070" y="4527"/>
                    <a:pt x="1098" y="4755"/>
                  </a:cubicBezTo>
                  <a:lnTo>
                    <a:pt x="1341" y="4555"/>
                  </a:lnTo>
                  <a:cubicBezTo>
                    <a:pt x="1373" y="4523"/>
                    <a:pt x="1414" y="4508"/>
                    <a:pt x="1455" y="4508"/>
                  </a:cubicBezTo>
                  <a:cubicBezTo>
                    <a:pt x="1506" y="4508"/>
                    <a:pt x="1558" y="4530"/>
                    <a:pt x="1598" y="4570"/>
                  </a:cubicBezTo>
                  <a:cubicBezTo>
                    <a:pt x="1655" y="4655"/>
                    <a:pt x="1640" y="4769"/>
                    <a:pt x="1569" y="4826"/>
                  </a:cubicBezTo>
                  <a:lnTo>
                    <a:pt x="1141" y="5183"/>
                  </a:lnTo>
                  <a:cubicBezTo>
                    <a:pt x="1227" y="5853"/>
                    <a:pt x="1298" y="6552"/>
                    <a:pt x="1355" y="7223"/>
                  </a:cubicBezTo>
                  <a:lnTo>
                    <a:pt x="1598" y="7009"/>
                  </a:lnTo>
                  <a:cubicBezTo>
                    <a:pt x="1630" y="6976"/>
                    <a:pt x="1670" y="6962"/>
                    <a:pt x="1712" y="6962"/>
                  </a:cubicBezTo>
                  <a:cubicBezTo>
                    <a:pt x="1763" y="6962"/>
                    <a:pt x="1815" y="6984"/>
                    <a:pt x="1854" y="7023"/>
                  </a:cubicBezTo>
                  <a:cubicBezTo>
                    <a:pt x="1926" y="7094"/>
                    <a:pt x="1911" y="7208"/>
                    <a:pt x="1840" y="7280"/>
                  </a:cubicBezTo>
                  <a:lnTo>
                    <a:pt x="1384" y="7679"/>
                  </a:lnTo>
                  <a:cubicBezTo>
                    <a:pt x="1412" y="8064"/>
                    <a:pt x="1441" y="8449"/>
                    <a:pt x="1469" y="8820"/>
                  </a:cubicBezTo>
                  <a:cubicBezTo>
                    <a:pt x="1469" y="8848"/>
                    <a:pt x="1469" y="8863"/>
                    <a:pt x="1469" y="8877"/>
                  </a:cubicBezTo>
                  <a:cubicBezTo>
                    <a:pt x="1498" y="9105"/>
                    <a:pt x="1512" y="9333"/>
                    <a:pt x="1526" y="9562"/>
                  </a:cubicBezTo>
                  <a:cubicBezTo>
                    <a:pt x="1626" y="10917"/>
                    <a:pt x="1740" y="12300"/>
                    <a:pt x="1954" y="13669"/>
                  </a:cubicBezTo>
                  <a:cubicBezTo>
                    <a:pt x="2296" y="15852"/>
                    <a:pt x="3067" y="18847"/>
                    <a:pt x="5805" y="19674"/>
                  </a:cubicBezTo>
                  <a:cubicBezTo>
                    <a:pt x="5834" y="19688"/>
                    <a:pt x="5876" y="19688"/>
                    <a:pt x="5905" y="19688"/>
                  </a:cubicBezTo>
                  <a:cubicBezTo>
                    <a:pt x="6062" y="19688"/>
                    <a:pt x="6204" y="19588"/>
                    <a:pt x="6261" y="19432"/>
                  </a:cubicBezTo>
                  <a:cubicBezTo>
                    <a:pt x="6319" y="19232"/>
                    <a:pt x="6204" y="19032"/>
                    <a:pt x="6005" y="18975"/>
                  </a:cubicBezTo>
                  <a:cubicBezTo>
                    <a:pt x="4151" y="18419"/>
                    <a:pt x="3338" y="16650"/>
                    <a:pt x="2924" y="14867"/>
                  </a:cubicBezTo>
                  <a:lnTo>
                    <a:pt x="2667" y="15067"/>
                  </a:lnTo>
                  <a:cubicBezTo>
                    <a:pt x="2639" y="15081"/>
                    <a:pt x="2596" y="15096"/>
                    <a:pt x="2567" y="15096"/>
                  </a:cubicBezTo>
                  <a:cubicBezTo>
                    <a:pt x="2510" y="15096"/>
                    <a:pt x="2453" y="15081"/>
                    <a:pt x="2411" y="15024"/>
                  </a:cubicBezTo>
                  <a:cubicBezTo>
                    <a:pt x="2353" y="14953"/>
                    <a:pt x="2368" y="14839"/>
                    <a:pt x="2453" y="14768"/>
                  </a:cubicBezTo>
                  <a:lnTo>
                    <a:pt x="2838" y="14468"/>
                  </a:lnTo>
                  <a:cubicBezTo>
                    <a:pt x="2767" y="14154"/>
                    <a:pt x="2724" y="13855"/>
                    <a:pt x="2667" y="13555"/>
                  </a:cubicBezTo>
                  <a:cubicBezTo>
                    <a:pt x="2610" y="13170"/>
                    <a:pt x="2567" y="12799"/>
                    <a:pt x="2510" y="12414"/>
                  </a:cubicBezTo>
                  <a:lnTo>
                    <a:pt x="2296" y="12642"/>
                  </a:lnTo>
                  <a:cubicBezTo>
                    <a:pt x="2268" y="12685"/>
                    <a:pt x="2211" y="12699"/>
                    <a:pt x="2168" y="12699"/>
                  </a:cubicBezTo>
                  <a:cubicBezTo>
                    <a:pt x="2125" y="12699"/>
                    <a:pt x="2068" y="12685"/>
                    <a:pt x="2040" y="12657"/>
                  </a:cubicBezTo>
                  <a:cubicBezTo>
                    <a:pt x="1968" y="12585"/>
                    <a:pt x="1968" y="12471"/>
                    <a:pt x="2040" y="12400"/>
                  </a:cubicBezTo>
                  <a:lnTo>
                    <a:pt x="2468" y="11944"/>
                  </a:lnTo>
                  <a:cubicBezTo>
                    <a:pt x="2382" y="11173"/>
                    <a:pt x="2325" y="10417"/>
                    <a:pt x="2268" y="9661"/>
                  </a:cubicBezTo>
                  <a:cubicBezTo>
                    <a:pt x="2239" y="9419"/>
                    <a:pt x="2225" y="9162"/>
                    <a:pt x="2211" y="8920"/>
                  </a:cubicBezTo>
                  <a:cubicBezTo>
                    <a:pt x="2211" y="8891"/>
                    <a:pt x="2211" y="8863"/>
                    <a:pt x="2211" y="8834"/>
                  </a:cubicBezTo>
                  <a:cubicBezTo>
                    <a:pt x="2097" y="7237"/>
                    <a:pt x="1968" y="5597"/>
                    <a:pt x="1726" y="3985"/>
                  </a:cubicBezTo>
                  <a:cubicBezTo>
                    <a:pt x="1541" y="2815"/>
                    <a:pt x="1298" y="1460"/>
                    <a:pt x="756" y="219"/>
                  </a:cubicBezTo>
                  <a:cubicBezTo>
                    <a:pt x="704" y="83"/>
                    <a:pt x="566" y="1"/>
                    <a:pt x="42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92"/>
            <p:cNvSpPr/>
            <p:nvPr/>
          </p:nvSpPr>
          <p:spPr>
            <a:xfrm>
              <a:off x="3028025" y="3529875"/>
              <a:ext cx="60275" cy="53975"/>
            </a:xfrm>
            <a:custGeom>
              <a:avLst/>
              <a:gdLst/>
              <a:ahLst/>
              <a:cxnLst/>
              <a:rect l="l" t="t" r="r" b="b"/>
              <a:pathLst>
                <a:path w="2411" h="2159" extrusionOk="0">
                  <a:moveTo>
                    <a:pt x="2197" y="1"/>
                  </a:moveTo>
                  <a:cubicBezTo>
                    <a:pt x="2155" y="1"/>
                    <a:pt x="2115" y="15"/>
                    <a:pt x="2083" y="48"/>
                  </a:cubicBezTo>
                  <a:lnTo>
                    <a:pt x="1840" y="262"/>
                  </a:lnTo>
                  <a:lnTo>
                    <a:pt x="328" y="1631"/>
                  </a:lnTo>
                  <a:lnTo>
                    <a:pt x="86" y="1845"/>
                  </a:lnTo>
                  <a:cubicBezTo>
                    <a:pt x="14" y="1916"/>
                    <a:pt x="0" y="2030"/>
                    <a:pt x="72" y="2101"/>
                  </a:cubicBezTo>
                  <a:cubicBezTo>
                    <a:pt x="100" y="2144"/>
                    <a:pt x="157" y="2158"/>
                    <a:pt x="200" y="2158"/>
                  </a:cubicBezTo>
                  <a:cubicBezTo>
                    <a:pt x="243" y="2158"/>
                    <a:pt x="285" y="2144"/>
                    <a:pt x="328" y="2116"/>
                  </a:cubicBezTo>
                  <a:lnTo>
                    <a:pt x="785" y="1702"/>
                  </a:lnTo>
                  <a:lnTo>
                    <a:pt x="1869" y="718"/>
                  </a:lnTo>
                  <a:lnTo>
                    <a:pt x="2325" y="319"/>
                  </a:lnTo>
                  <a:cubicBezTo>
                    <a:pt x="2396" y="247"/>
                    <a:pt x="2411" y="133"/>
                    <a:pt x="2339" y="62"/>
                  </a:cubicBezTo>
                  <a:cubicBezTo>
                    <a:pt x="2300" y="23"/>
                    <a:pt x="2248" y="1"/>
                    <a:pt x="2197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92"/>
            <p:cNvSpPr/>
            <p:nvPr/>
          </p:nvSpPr>
          <p:spPr>
            <a:xfrm>
              <a:off x="2959200" y="3468550"/>
              <a:ext cx="122325" cy="100675"/>
            </a:xfrm>
            <a:custGeom>
              <a:avLst/>
              <a:gdLst/>
              <a:ahLst/>
              <a:cxnLst/>
              <a:rect l="l" t="t" r="r" b="b"/>
              <a:pathLst>
                <a:path w="4893" h="4027" extrusionOk="0">
                  <a:moveTo>
                    <a:pt x="4693" y="0"/>
                  </a:moveTo>
                  <a:cubicBezTo>
                    <a:pt x="4652" y="0"/>
                    <a:pt x="4611" y="15"/>
                    <a:pt x="4579" y="47"/>
                  </a:cubicBezTo>
                  <a:lnTo>
                    <a:pt x="4336" y="247"/>
                  </a:lnTo>
                  <a:lnTo>
                    <a:pt x="329" y="3499"/>
                  </a:lnTo>
                  <a:lnTo>
                    <a:pt x="86" y="3699"/>
                  </a:lnTo>
                  <a:cubicBezTo>
                    <a:pt x="15" y="3770"/>
                    <a:pt x="0" y="3884"/>
                    <a:pt x="58" y="3955"/>
                  </a:cubicBezTo>
                  <a:cubicBezTo>
                    <a:pt x="100" y="3998"/>
                    <a:pt x="157" y="4027"/>
                    <a:pt x="200" y="4027"/>
                  </a:cubicBezTo>
                  <a:cubicBezTo>
                    <a:pt x="243" y="4027"/>
                    <a:pt x="286" y="4012"/>
                    <a:pt x="314" y="3984"/>
                  </a:cubicBezTo>
                  <a:lnTo>
                    <a:pt x="771" y="3627"/>
                  </a:lnTo>
                  <a:lnTo>
                    <a:pt x="4379" y="675"/>
                  </a:lnTo>
                  <a:lnTo>
                    <a:pt x="4807" y="318"/>
                  </a:lnTo>
                  <a:cubicBezTo>
                    <a:pt x="4878" y="261"/>
                    <a:pt x="4893" y="147"/>
                    <a:pt x="4836" y="62"/>
                  </a:cubicBezTo>
                  <a:cubicBezTo>
                    <a:pt x="4796" y="22"/>
                    <a:pt x="4744" y="0"/>
                    <a:pt x="469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92"/>
            <p:cNvSpPr/>
            <p:nvPr/>
          </p:nvSpPr>
          <p:spPr>
            <a:xfrm>
              <a:off x="2890025" y="3398700"/>
              <a:ext cx="178300" cy="141650"/>
            </a:xfrm>
            <a:custGeom>
              <a:avLst/>
              <a:gdLst/>
              <a:ahLst/>
              <a:cxnLst/>
              <a:rect l="l" t="t" r="r" b="b"/>
              <a:pathLst>
                <a:path w="7132" h="5666" extrusionOk="0">
                  <a:moveTo>
                    <a:pt x="6928" y="0"/>
                  </a:moveTo>
                  <a:cubicBezTo>
                    <a:pt x="6888" y="0"/>
                    <a:pt x="6849" y="15"/>
                    <a:pt x="6818" y="46"/>
                  </a:cubicBezTo>
                  <a:lnTo>
                    <a:pt x="6576" y="231"/>
                  </a:lnTo>
                  <a:lnTo>
                    <a:pt x="357" y="5123"/>
                  </a:lnTo>
                  <a:lnTo>
                    <a:pt x="100" y="5337"/>
                  </a:lnTo>
                  <a:cubicBezTo>
                    <a:pt x="15" y="5394"/>
                    <a:pt x="0" y="5509"/>
                    <a:pt x="72" y="5594"/>
                  </a:cubicBezTo>
                  <a:cubicBezTo>
                    <a:pt x="100" y="5637"/>
                    <a:pt x="157" y="5665"/>
                    <a:pt x="214" y="5665"/>
                  </a:cubicBezTo>
                  <a:cubicBezTo>
                    <a:pt x="257" y="5665"/>
                    <a:pt x="286" y="5651"/>
                    <a:pt x="329" y="5623"/>
                  </a:cubicBezTo>
                  <a:lnTo>
                    <a:pt x="685" y="5337"/>
                  </a:lnTo>
                  <a:lnTo>
                    <a:pt x="6675" y="616"/>
                  </a:lnTo>
                  <a:lnTo>
                    <a:pt x="7046" y="331"/>
                  </a:lnTo>
                  <a:cubicBezTo>
                    <a:pt x="7118" y="274"/>
                    <a:pt x="7132" y="160"/>
                    <a:pt x="7075" y="74"/>
                  </a:cubicBezTo>
                  <a:cubicBezTo>
                    <a:pt x="7034" y="26"/>
                    <a:pt x="6980" y="0"/>
                    <a:pt x="692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92"/>
            <p:cNvSpPr/>
            <p:nvPr/>
          </p:nvSpPr>
          <p:spPr>
            <a:xfrm>
              <a:off x="3089350" y="3593500"/>
              <a:ext cx="77050" cy="79850"/>
            </a:xfrm>
            <a:custGeom>
              <a:avLst/>
              <a:gdLst/>
              <a:ahLst/>
              <a:cxnLst/>
              <a:rect l="l" t="t" r="r" b="b"/>
              <a:pathLst>
                <a:path w="3082" h="3194" extrusionOk="0">
                  <a:moveTo>
                    <a:pt x="2875" y="0"/>
                  </a:moveTo>
                  <a:cubicBezTo>
                    <a:pt x="2826" y="0"/>
                    <a:pt x="2776" y="18"/>
                    <a:pt x="2739" y="56"/>
                  </a:cubicBezTo>
                  <a:lnTo>
                    <a:pt x="2368" y="455"/>
                  </a:lnTo>
                  <a:lnTo>
                    <a:pt x="500" y="2438"/>
                  </a:lnTo>
                  <a:lnTo>
                    <a:pt x="72" y="2894"/>
                  </a:lnTo>
                  <a:cubicBezTo>
                    <a:pt x="0" y="2965"/>
                    <a:pt x="0" y="3079"/>
                    <a:pt x="72" y="3151"/>
                  </a:cubicBezTo>
                  <a:cubicBezTo>
                    <a:pt x="100" y="3179"/>
                    <a:pt x="157" y="3193"/>
                    <a:pt x="200" y="3193"/>
                  </a:cubicBezTo>
                  <a:cubicBezTo>
                    <a:pt x="243" y="3193"/>
                    <a:pt x="300" y="3179"/>
                    <a:pt x="328" y="3136"/>
                  </a:cubicBezTo>
                  <a:lnTo>
                    <a:pt x="542" y="2908"/>
                  </a:lnTo>
                  <a:lnTo>
                    <a:pt x="2796" y="526"/>
                  </a:lnTo>
                  <a:lnTo>
                    <a:pt x="3010" y="312"/>
                  </a:lnTo>
                  <a:cubicBezTo>
                    <a:pt x="3081" y="227"/>
                    <a:pt x="3081" y="113"/>
                    <a:pt x="2996" y="41"/>
                  </a:cubicBezTo>
                  <a:cubicBezTo>
                    <a:pt x="2962" y="14"/>
                    <a:pt x="2919" y="0"/>
                    <a:pt x="287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92"/>
            <p:cNvSpPr/>
            <p:nvPr/>
          </p:nvSpPr>
          <p:spPr>
            <a:xfrm>
              <a:off x="3098975" y="3630000"/>
              <a:ext cx="131950" cy="103250"/>
            </a:xfrm>
            <a:custGeom>
              <a:avLst/>
              <a:gdLst/>
              <a:ahLst/>
              <a:cxnLst/>
              <a:rect l="l" t="t" r="r" b="b"/>
              <a:pathLst>
                <a:path w="5278" h="4130" extrusionOk="0">
                  <a:moveTo>
                    <a:pt x="5066" y="1"/>
                  </a:moveTo>
                  <a:cubicBezTo>
                    <a:pt x="5026" y="1"/>
                    <a:pt x="4985" y="12"/>
                    <a:pt x="4950" y="36"/>
                  </a:cubicBezTo>
                  <a:lnTo>
                    <a:pt x="485" y="3502"/>
                  </a:lnTo>
                  <a:lnTo>
                    <a:pt x="100" y="3802"/>
                  </a:lnTo>
                  <a:cubicBezTo>
                    <a:pt x="15" y="3873"/>
                    <a:pt x="0" y="3987"/>
                    <a:pt x="58" y="4058"/>
                  </a:cubicBezTo>
                  <a:cubicBezTo>
                    <a:pt x="100" y="4115"/>
                    <a:pt x="157" y="4130"/>
                    <a:pt x="214" y="4130"/>
                  </a:cubicBezTo>
                  <a:cubicBezTo>
                    <a:pt x="243" y="4130"/>
                    <a:pt x="286" y="4115"/>
                    <a:pt x="314" y="4101"/>
                  </a:cubicBezTo>
                  <a:lnTo>
                    <a:pt x="571" y="3901"/>
                  </a:lnTo>
                  <a:lnTo>
                    <a:pt x="5178" y="321"/>
                  </a:lnTo>
                  <a:cubicBezTo>
                    <a:pt x="5263" y="264"/>
                    <a:pt x="5278" y="150"/>
                    <a:pt x="5206" y="65"/>
                  </a:cubicBezTo>
                  <a:cubicBezTo>
                    <a:pt x="5173" y="23"/>
                    <a:pt x="5121" y="1"/>
                    <a:pt x="506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92"/>
            <p:cNvSpPr/>
            <p:nvPr/>
          </p:nvSpPr>
          <p:spPr>
            <a:xfrm>
              <a:off x="3163150" y="3672025"/>
              <a:ext cx="120550" cy="125400"/>
            </a:xfrm>
            <a:custGeom>
              <a:avLst/>
              <a:gdLst/>
              <a:ahLst/>
              <a:cxnLst/>
              <a:rect l="l" t="t" r="r" b="b"/>
              <a:pathLst>
                <a:path w="4822" h="5016" extrusionOk="0">
                  <a:moveTo>
                    <a:pt x="4628" y="1"/>
                  </a:moveTo>
                  <a:cubicBezTo>
                    <a:pt x="4580" y="1"/>
                    <a:pt x="4531" y="22"/>
                    <a:pt x="4494" y="67"/>
                  </a:cubicBezTo>
                  <a:lnTo>
                    <a:pt x="72" y="4702"/>
                  </a:lnTo>
                  <a:cubicBezTo>
                    <a:pt x="1" y="4773"/>
                    <a:pt x="1" y="4888"/>
                    <a:pt x="72" y="4959"/>
                  </a:cubicBezTo>
                  <a:cubicBezTo>
                    <a:pt x="101" y="5002"/>
                    <a:pt x="158" y="5016"/>
                    <a:pt x="200" y="5016"/>
                  </a:cubicBezTo>
                  <a:cubicBezTo>
                    <a:pt x="243" y="5016"/>
                    <a:pt x="300" y="5002"/>
                    <a:pt x="329" y="4959"/>
                  </a:cubicBezTo>
                  <a:lnTo>
                    <a:pt x="4765" y="309"/>
                  </a:lnTo>
                  <a:cubicBezTo>
                    <a:pt x="4822" y="238"/>
                    <a:pt x="4822" y="124"/>
                    <a:pt x="4750" y="52"/>
                  </a:cubicBezTo>
                  <a:cubicBezTo>
                    <a:pt x="4716" y="18"/>
                    <a:pt x="4672" y="1"/>
                    <a:pt x="462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8" name="Google Shape;1678;p92"/>
          <p:cNvGrpSpPr/>
          <p:nvPr/>
        </p:nvGrpSpPr>
        <p:grpSpPr>
          <a:xfrm>
            <a:off x="1481279" y="3401232"/>
            <a:ext cx="972617" cy="1070102"/>
            <a:chOff x="1481279" y="3401232"/>
            <a:chExt cx="972617" cy="1070102"/>
          </a:xfrm>
        </p:grpSpPr>
        <p:grpSp>
          <p:nvGrpSpPr>
            <p:cNvPr id="1679" name="Google Shape;1679;p92"/>
            <p:cNvGrpSpPr/>
            <p:nvPr/>
          </p:nvGrpSpPr>
          <p:grpSpPr>
            <a:xfrm>
              <a:off x="1481279" y="3401232"/>
              <a:ext cx="972617" cy="1070102"/>
              <a:chOff x="1908750" y="2972300"/>
              <a:chExt cx="762000" cy="838375"/>
            </a:xfrm>
          </p:grpSpPr>
          <p:sp>
            <p:nvSpPr>
              <p:cNvPr id="1680" name="Google Shape;1680;p92"/>
              <p:cNvSpPr/>
              <p:nvPr/>
            </p:nvSpPr>
            <p:spPr>
              <a:xfrm>
                <a:off x="2325925" y="3404100"/>
                <a:ext cx="750" cy="4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6" extrusionOk="0">
                    <a:moveTo>
                      <a:pt x="29" y="1"/>
                    </a:moveTo>
                    <a:lnTo>
                      <a:pt x="1" y="15"/>
                    </a:lnTo>
                    <a:lnTo>
                      <a:pt x="15" y="1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92"/>
              <p:cNvSpPr/>
              <p:nvPr/>
            </p:nvSpPr>
            <p:spPr>
              <a:xfrm>
                <a:off x="1908750" y="2972300"/>
                <a:ext cx="762000" cy="838375"/>
              </a:xfrm>
              <a:custGeom>
                <a:avLst/>
                <a:gdLst/>
                <a:ahLst/>
                <a:cxnLst/>
                <a:rect l="l" t="t" r="r" b="b"/>
                <a:pathLst>
                  <a:path w="30480" h="33535" extrusionOk="0">
                    <a:moveTo>
                      <a:pt x="16716" y="17273"/>
                    </a:moveTo>
                    <a:lnTo>
                      <a:pt x="16702" y="17287"/>
                    </a:lnTo>
                    <a:lnTo>
                      <a:pt x="16688" y="17287"/>
                    </a:lnTo>
                    <a:lnTo>
                      <a:pt x="16716" y="17273"/>
                    </a:lnTo>
                    <a:close/>
                    <a:moveTo>
                      <a:pt x="17273" y="1"/>
                    </a:moveTo>
                    <a:cubicBezTo>
                      <a:pt x="16830" y="1"/>
                      <a:pt x="16405" y="246"/>
                      <a:pt x="16203" y="671"/>
                    </a:cubicBezTo>
                    <a:cubicBezTo>
                      <a:pt x="15903" y="1256"/>
                      <a:pt x="16146" y="1983"/>
                      <a:pt x="16731" y="2283"/>
                    </a:cubicBezTo>
                    <a:cubicBezTo>
                      <a:pt x="16816" y="2311"/>
                      <a:pt x="16887" y="2340"/>
                      <a:pt x="16973" y="2368"/>
                    </a:cubicBezTo>
                    <a:lnTo>
                      <a:pt x="16360" y="13750"/>
                    </a:lnTo>
                    <a:cubicBezTo>
                      <a:pt x="15076" y="13764"/>
                      <a:pt x="13835" y="14492"/>
                      <a:pt x="13208" y="15733"/>
                    </a:cubicBezTo>
                    <a:cubicBezTo>
                      <a:pt x="13065" y="16032"/>
                      <a:pt x="12965" y="16332"/>
                      <a:pt x="12908" y="16660"/>
                    </a:cubicBezTo>
                    <a:lnTo>
                      <a:pt x="3053" y="15462"/>
                    </a:lnTo>
                    <a:cubicBezTo>
                      <a:pt x="3024" y="14962"/>
                      <a:pt x="2739" y="14492"/>
                      <a:pt x="2268" y="14264"/>
                    </a:cubicBezTo>
                    <a:cubicBezTo>
                      <a:pt x="2060" y="14159"/>
                      <a:pt x="1839" y="14110"/>
                      <a:pt x="1623" y="14110"/>
                    </a:cubicBezTo>
                    <a:cubicBezTo>
                      <a:pt x="1099" y="14110"/>
                      <a:pt x="599" y="14400"/>
                      <a:pt x="357" y="14905"/>
                    </a:cubicBezTo>
                    <a:cubicBezTo>
                      <a:pt x="0" y="15604"/>
                      <a:pt x="286" y="16460"/>
                      <a:pt x="984" y="16817"/>
                    </a:cubicBezTo>
                    <a:cubicBezTo>
                      <a:pt x="1189" y="16915"/>
                      <a:pt x="1405" y="16961"/>
                      <a:pt x="1618" y="16961"/>
                    </a:cubicBezTo>
                    <a:cubicBezTo>
                      <a:pt x="2147" y="16961"/>
                      <a:pt x="2656" y="16673"/>
                      <a:pt x="2910" y="16175"/>
                    </a:cubicBezTo>
                    <a:cubicBezTo>
                      <a:pt x="2938" y="16089"/>
                      <a:pt x="2967" y="16018"/>
                      <a:pt x="2995" y="15932"/>
                    </a:cubicBezTo>
                    <a:lnTo>
                      <a:pt x="12851" y="17130"/>
                    </a:lnTo>
                    <a:cubicBezTo>
                      <a:pt x="12780" y="18328"/>
                      <a:pt x="13336" y="19527"/>
                      <a:pt x="14363" y="20240"/>
                    </a:cubicBezTo>
                    <a:lnTo>
                      <a:pt x="7973" y="30780"/>
                    </a:lnTo>
                    <a:cubicBezTo>
                      <a:pt x="7803" y="30713"/>
                      <a:pt x="7627" y="30681"/>
                      <a:pt x="7453" y="30681"/>
                    </a:cubicBezTo>
                    <a:cubicBezTo>
                      <a:pt x="6927" y="30681"/>
                      <a:pt x="6423" y="30975"/>
                      <a:pt x="6176" y="31479"/>
                    </a:cubicBezTo>
                    <a:cubicBezTo>
                      <a:pt x="5819" y="32178"/>
                      <a:pt x="6105" y="33033"/>
                      <a:pt x="6818" y="33390"/>
                    </a:cubicBezTo>
                    <a:cubicBezTo>
                      <a:pt x="7018" y="33488"/>
                      <a:pt x="7232" y="33535"/>
                      <a:pt x="7442" y="33535"/>
                    </a:cubicBezTo>
                    <a:cubicBezTo>
                      <a:pt x="7966" y="33535"/>
                      <a:pt x="8475" y="33247"/>
                      <a:pt x="8729" y="32748"/>
                    </a:cubicBezTo>
                    <a:cubicBezTo>
                      <a:pt x="9029" y="32149"/>
                      <a:pt x="8872" y="31436"/>
                      <a:pt x="8387" y="31022"/>
                    </a:cubicBezTo>
                    <a:lnTo>
                      <a:pt x="14762" y="20482"/>
                    </a:lnTo>
                    <a:cubicBezTo>
                      <a:pt x="14791" y="20496"/>
                      <a:pt x="14805" y="20496"/>
                      <a:pt x="14819" y="20511"/>
                    </a:cubicBezTo>
                    <a:cubicBezTo>
                      <a:pt x="15327" y="20762"/>
                      <a:pt x="15864" y="20880"/>
                      <a:pt x="16394" y="20880"/>
                    </a:cubicBezTo>
                    <a:cubicBezTo>
                      <a:pt x="17189" y="20880"/>
                      <a:pt x="17966" y="20613"/>
                      <a:pt x="18599" y="20126"/>
                    </a:cubicBezTo>
                    <a:lnTo>
                      <a:pt x="26629" y="29125"/>
                    </a:lnTo>
                    <a:cubicBezTo>
                      <a:pt x="26572" y="29182"/>
                      <a:pt x="26529" y="29254"/>
                      <a:pt x="26501" y="29325"/>
                    </a:cubicBezTo>
                    <a:cubicBezTo>
                      <a:pt x="26187" y="29953"/>
                      <a:pt x="26443" y="30709"/>
                      <a:pt x="27057" y="31022"/>
                    </a:cubicBezTo>
                    <a:cubicBezTo>
                      <a:pt x="27238" y="31109"/>
                      <a:pt x="27429" y="31150"/>
                      <a:pt x="27618" y="31150"/>
                    </a:cubicBezTo>
                    <a:cubicBezTo>
                      <a:pt x="28084" y="31150"/>
                      <a:pt x="28531" y="30898"/>
                      <a:pt x="28754" y="30452"/>
                    </a:cubicBezTo>
                    <a:cubicBezTo>
                      <a:pt x="29068" y="29824"/>
                      <a:pt x="28811" y="29068"/>
                      <a:pt x="28184" y="28755"/>
                    </a:cubicBezTo>
                    <a:cubicBezTo>
                      <a:pt x="28001" y="28663"/>
                      <a:pt x="27807" y="28620"/>
                      <a:pt x="27615" y="28620"/>
                    </a:cubicBezTo>
                    <a:cubicBezTo>
                      <a:pt x="27388" y="28620"/>
                      <a:pt x="27165" y="28681"/>
                      <a:pt x="26971" y="28797"/>
                    </a:cubicBezTo>
                    <a:lnTo>
                      <a:pt x="18956" y="19812"/>
                    </a:lnTo>
                    <a:cubicBezTo>
                      <a:pt x="19212" y="19555"/>
                      <a:pt x="19426" y="19241"/>
                      <a:pt x="19597" y="18899"/>
                    </a:cubicBezTo>
                    <a:cubicBezTo>
                      <a:pt x="20139" y="17815"/>
                      <a:pt x="20068" y="16574"/>
                      <a:pt x="19526" y="15576"/>
                    </a:cubicBezTo>
                    <a:lnTo>
                      <a:pt x="28711" y="10042"/>
                    </a:lnTo>
                    <a:cubicBezTo>
                      <a:pt x="28797" y="10142"/>
                      <a:pt x="28897" y="10227"/>
                      <a:pt x="29025" y="10298"/>
                    </a:cubicBezTo>
                    <a:cubicBezTo>
                      <a:pt x="29157" y="10360"/>
                      <a:pt x="29296" y="10390"/>
                      <a:pt x="29432" y="10390"/>
                    </a:cubicBezTo>
                    <a:cubicBezTo>
                      <a:pt x="29768" y="10390"/>
                      <a:pt x="30089" y="10210"/>
                      <a:pt x="30252" y="9885"/>
                    </a:cubicBezTo>
                    <a:cubicBezTo>
                      <a:pt x="30480" y="9428"/>
                      <a:pt x="30294" y="8872"/>
                      <a:pt x="29838" y="8644"/>
                    </a:cubicBezTo>
                    <a:cubicBezTo>
                      <a:pt x="29713" y="8584"/>
                      <a:pt x="29580" y="8555"/>
                      <a:pt x="29447" y="8555"/>
                    </a:cubicBezTo>
                    <a:cubicBezTo>
                      <a:pt x="29108" y="8555"/>
                      <a:pt x="28775" y="8740"/>
                      <a:pt x="28611" y="9058"/>
                    </a:cubicBezTo>
                    <a:cubicBezTo>
                      <a:pt x="28483" y="9314"/>
                      <a:pt x="28483" y="9600"/>
                      <a:pt x="28597" y="9842"/>
                    </a:cubicBezTo>
                    <a:lnTo>
                      <a:pt x="19398" y="15376"/>
                    </a:lnTo>
                    <a:cubicBezTo>
                      <a:pt x="19070" y="14848"/>
                      <a:pt x="18585" y="14420"/>
                      <a:pt x="18000" y="14121"/>
                    </a:cubicBezTo>
                    <a:cubicBezTo>
                      <a:pt x="17615" y="13935"/>
                      <a:pt x="17230" y="13821"/>
                      <a:pt x="16830" y="13779"/>
                    </a:cubicBezTo>
                    <a:lnTo>
                      <a:pt x="17444" y="2383"/>
                    </a:lnTo>
                    <a:cubicBezTo>
                      <a:pt x="17829" y="2340"/>
                      <a:pt x="18171" y="2097"/>
                      <a:pt x="18356" y="1741"/>
                    </a:cubicBezTo>
                    <a:cubicBezTo>
                      <a:pt x="18642" y="1142"/>
                      <a:pt x="18399" y="414"/>
                      <a:pt x="17814" y="129"/>
                    </a:cubicBezTo>
                    <a:cubicBezTo>
                      <a:pt x="17640" y="42"/>
                      <a:pt x="17455" y="1"/>
                      <a:pt x="17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2" name="Google Shape;1682;p92"/>
            <p:cNvSpPr/>
            <p:nvPr/>
          </p:nvSpPr>
          <p:spPr>
            <a:xfrm>
              <a:off x="1997675" y="3932900"/>
              <a:ext cx="30000" cy="3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1142900" y="1937715"/>
            <a:ext cx="5705861" cy="3061855"/>
          </a:xfrm>
          <a:prstGeom prst="rect">
            <a:avLst/>
          </a:prstGeom>
          <a:solidFill>
            <a:srgbClr val="FDFDF8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346231"/>
              </p:ext>
            </p:extLst>
          </p:nvPr>
        </p:nvGraphicFramePr>
        <p:xfrm>
          <a:off x="720025" y="1779424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sp>
        <p:nvSpPr>
          <p:cNvPr id="2" name="Oval 1"/>
          <p:cNvSpPr/>
          <p:nvPr/>
        </p:nvSpPr>
        <p:spPr>
          <a:xfrm>
            <a:off x="2407556" y="1736244"/>
            <a:ext cx="457200" cy="457200"/>
          </a:xfrm>
          <a:prstGeom prst="ellipse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Google Shape;721;p50"/>
          <p:cNvCxnSpPr/>
          <p:nvPr/>
        </p:nvCxnSpPr>
        <p:spPr>
          <a:xfrm>
            <a:off x="2656596" y="2199244"/>
            <a:ext cx="949072" cy="286266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7" name="TextBox 6"/>
          <p:cNvSpPr txBox="1"/>
          <p:nvPr/>
        </p:nvSpPr>
        <p:spPr>
          <a:xfrm>
            <a:off x="3661077" y="2352416"/>
            <a:ext cx="16385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Randomly Selected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795815"/>
              </p:ext>
            </p:extLst>
          </p:nvPr>
        </p:nvGraphicFramePr>
        <p:xfrm>
          <a:off x="720025" y="2859312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2407556" y="2816132"/>
            <a:ext cx="457200" cy="457200"/>
          </a:xfrm>
          <a:prstGeom prst="ellipse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Google Shape;721;p50"/>
          <p:cNvCxnSpPr/>
          <p:nvPr/>
        </p:nvCxnSpPr>
        <p:spPr>
          <a:xfrm>
            <a:off x="2656596" y="3279132"/>
            <a:ext cx="949072" cy="286266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52" name="TextBox 51"/>
          <p:cNvSpPr txBox="1"/>
          <p:nvPr/>
        </p:nvSpPr>
        <p:spPr>
          <a:xfrm>
            <a:off x="3661077" y="3432304"/>
            <a:ext cx="1779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Randomly Generated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B3E3B-B45C-B2F4-B20B-4BAFA3345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7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92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Mutation Properties</a:t>
            </a:r>
            <a:endParaRPr dirty="0"/>
          </a:p>
        </p:txBody>
      </p:sp>
      <p:sp>
        <p:nvSpPr>
          <p:cNvPr id="1646" name="Google Shape;1646;p92"/>
          <p:cNvSpPr/>
          <p:nvPr/>
        </p:nvSpPr>
        <p:spPr>
          <a:xfrm>
            <a:off x="3249425" y="1834475"/>
            <a:ext cx="18375" cy="16225"/>
          </a:xfrm>
          <a:custGeom>
            <a:avLst/>
            <a:gdLst/>
            <a:ahLst/>
            <a:cxnLst/>
            <a:rect l="l" t="t" r="r" b="b"/>
            <a:pathLst>
              <a:path w="735" h="649" extrusionOk="0">
                <a:moveTo>
                  <a:pt x="391" y="0"/>
                </a:moveTo>
                <a:cubicBezTo>
                  <a:pt x="363" y="0"/>
                  <a:pt x="336" y="4"/>
                  <a:pt x="308" y="12"/>
                </a:cubicBezTo>
                <a:cubicBezTo>
                  <a:pt x="237" y="27"/>
                  <a:pt x="182" y="67"/>
                  <a:pt x="150" y="122"/>
                </a:cubicBezTo>
                <a:cubicBezTo>
                  <a:pt x="95" y="146"/>
                  <a:pt x="47" y="185"/>
                  <a:pt x="24" y="248"/>
                </a:cubicBezTo>
                <a:cubicBezTo>
                  <a:pt x="0" y="304"/>
                  <a:pt x="8" y="359"/>
                  <a:pt x="32" y="406"/>
                </a:cubicBezTo>
                <a:cubicBezTo>
                  <a:pt x="63" y="485"/>
                  <a:pt x="134" y="556"/>
                  <a:pt x="198" y="596"/>
                </a:cubicBezTo>
                <a:cubicBezTo>
                  <a:pt x="255" y="631"/>
                  <a:pt x="320" y="648"/>
                  <a:pt x="385" y="648"/>
                </a:cubicBezTo>
                <a:cubicBezTo>
                  <a:pt x="453" y="648"/>
                  <a:pt x="520" y="629"/>
                  <a:pt x="577" y="588"/>
                </a:cubicBezTo>
                <a:cubicBezTo>
                  <a:pt x="679" y="509"/>
                  <a:pt x="734" y="367"/>
                  <a:pt x="695" y="233"/>
                </a:cubicBezTo>
                <a:cubicBezTo>
                  <a:pt x="655" y="94"/>
                  <a:pt x="528" y="0"/>
                  <a:pt x="391" y="0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92"/>
          <p:cNvSpPr/>
          <p:nvPr/>
        </p:nvSpPr>
        <p:spPr>
          <a:xfrm>
            <a:off x="3249800" y="1840275"/>
            <a:ext cx="425" cy="825"/>
          </a:xfrm>
          <a:custGeom>
            <a:avLst/>
            <a:gdLst/>
            <a:ahLst/>
            <a:cxnLst/>
            <a:rect l="l" t="t" r="r" b="b"/>
            <a:pathLst>
              <a:path w="17" h="33" extrusionOk="0">
                <a:moveTo>
                  <a:pt x="17" y="1"/>
                </a:moveTo>
                <a:lnTo>
                  <a:pt x="9" y="16"/>
                </a:lnTo>
                <a:cubicBezTo>
                  <a:pt x="9" y="16"/>
                  <a:pt x="17" y="9"/>
                  <a:pt x="17" y="1"/>
                </a:cubicBezTo>
                <a:close/>
                <a:moveTo>
                  <a:pt x="9" y="16"/>
                </a:moveTo>
                <a:lnTo>
                  <a:pt x="1" y="32"/>
                </a:lnTo>
                <a:cubicBezTo>
                  <a:pt x="9" y="24"/>
                  <a:pt x="9" y="24"/>
                  <a:pt x="9" y="16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8" name="Google Shape;1648;p92"/>
          <p:cNvGrpSpPr/>
          <p:nvPr/>
        </p:nvGrpSpPr>
        <p:grpSpPr>
          <a:xfrm rot="1985394">
            <a:off x="4973372" y="2231898"/>
            <a:ext cx="872943" cy="2445896"/>
            <a:chOff x="2380850" y="1328050"/>
            <a:chExt cx="492800" cy="1380775"/>
          </a:xfrm>
        </p:grpSpPr>
        <p:sp>
          <p:nvSpPr>
            <p:cNvPr id="1649" name="Google Shape;1649;p92"/>
            <p:cNvSpPr/>
            <p:nvPr/>
          </p:nvSpPr>
          <p:spPr>
            <a:xfrm>
              <a:off x="2438250" y="1421850"/>
              <a:ext cx="61000" cy="28975"/>
            </a:xfrm>
            <a:custGeom>
              <a:avLst/>
              <a:gdLst/>
              <a:ahLst/>
              <a:cxnLst/>
              <a:rect l="l" t="t" r="r" b="b"/>
              <a:pathLst>
                <a:path w="2440" h="1159" extrusionOk="0">
                  <a:moveTo>
                    <a:pt x="504" y="1"/>
                  </a:moveTo>
                  <a:cubicBezTo>
                    <a:pt x="268" y="1"/>
                    <a:pt x="56" y="178"/>
                    <a:pt x="29" y="417"/>
                  </a:cubicBezTo>
                  <a:cubicBezTo>
                    <a:pt x="1" y="674"/>
                    <a:pt x="186" y="917"/>
                    <a:pt x="457" y="945"/>
                  </a:cubicBezTo>
                  <a:cubicBezTo>
                    <a:pt x="799" y="988"/>
                    <a:pt x="1184" y="1059"/>
                    <a:pt x="1569" y="1159"/>
                  </a:cubicBezTo>
                  <a:cubicBezTo>
                    <a:pt x="1840" y="902"/>
                    <a:pt x="2140" y="660"/>
                    <a:pt x="2439" y="417"/>
                  </a:cubicBezTo>
                  <a:cubicBezTo>
                    <a:pt x="1769" y="203"/>
                    <a:pt x="1127" y="61"/>
                    <a:pt x="557" y="4"/>
                  </a:cubicBezTo>
                  <a:cubicBezTo>
                    <a:pt x="539" y="2"/>
                    <a:pt x="522" y="1"/>
                    <a:pt x="50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92"/>
            <p:cNvSpPr/>
            <p:nvPr/>
          </p:nvSpPr>
          <p:spPr>
            <a:xfrm>
              <a:off x="2504225" y="1441550"/>
              <a:ext cx="203975" cy="395450"/>
            </a:xfrm>
            <a:custGeom>
              <a:avLst/>
              <a:gdLst/>
              <a:ahLst/>
              <a:cxnLst/>
              <a:rect l="l" t="t" r="r" b="b"/>
              <a:pathLst>
                <a:path w="8159" h="15818" extrusionOk="0">
                  <a:moveTo>
                    <a:pt x="842" y="0"/>
                  </a:moveTo>
                  <a:cubicBezTo>
                    <a:pt x="556" y="228"/>
                    <a:pt x="271" y="457"/>
                    <a:pt x="0" y="699"/>
                  </a:cubicBezTo>
                  <a:cubicBezTo>
                    <a:pt x="913" y="1041"/>
                    <a:pt x="1869" y="1526"/>
                    <a:pt x="2767" y="2125"/>
                  </a:cubicBezTo>
                  <a:lnTo>
                    <a:pt x="3680" y="1997"/>
                  </a:lnTo>
                  <a:cubicBezTo>
                    <a:pt x="3689" y="1996"/>
                    <a:pt x="3699" y="1995"/>
                    <a:pt x="3708" y="1995"/>
                  </a:cubicBezTo>
                  <a:cubicBezTo>
                    <a:pt x="3824" y="1995"/>
                    <a:pt x="3924" y="2078"/>
                    <a:pt x="3951" y="2197"/>
                  </a:cubicBezTo>
                  <a:cubicBezTo>
                    <a:pt x="3965" y="2325"/>
                    <a:pt x="3880" y="2453"/>
                    <a:pt x="3751" y="2468"/>
                  </a:cubicBezTo>
                  <a:lnTo>
                    <a:pt x="3323" y="2525"/>
                  </a:lnTo>
                  <a:cubicBezTo>
                    <a:pt x="4122" y="3138"/>
                    <a:pt x="4849" y="3865"/>
                    <a:pt x="5449" y="4678"/>
                  </a:cubicBezTo>
                  <a:cubicBezTo>
                    <a:pt x="5491" y="4750"/>
                    <a:pt x="5548" y="4835"/>
                    <a:pt x="5605" y="4907"/>
                  </a:cubicBezTo>
                  <a:lnTo>
                    <a:pt x="6304" y="4821"/>
                  </a:lnTo>
                  <a:cubicBezTo>
                    <a:pt x="6319" y="4818"/>
                    <a:pt x="6334" y="4816"/>
                    <a:pt x="6349" y="4816"/>
                  </a:cubicBezTo>
                  <a:cubicBezTo>
                    <a:pt x="6461" y="4816"/>
                    <a:pt x="6563" y="4907"/>
                    <a:pt x="6575" y="5021"/>
                  </a:cubicBezTo>
                  <a:cubicBezTo>
                    <a:pt x="6590" y="5149"/>
                    <a:pt x="6490" y="5277"/>
                    <a:pt x="6361" y="5292"/>
                  </a:cubicBezTo>
                  <a:lnTo>
                    <a:pt x="5876" y="5349"/>
                  </a:lnTo>
                  <a:cubicBezTo>
                    <a:pt x="6561" y="6490"/>
                    <a:pt x="6903" y="7702"/>
                    <a:pt x="6903" y="8957"/>
                  </a:cubicBezTo>
                  <a:lnTo>
                    <a:pt x="7360" y="8914"/>
                  </a:lnTo>
                  <a:cubicBezTo>
                    <a:pt x="7368" y="8914"/>
                    <a:pt x="7376" y="8913"/>
                    <a:pt x="7384" y="8913"/>
                  </a:cubicBezTo>
                  <a:cubicBezTo>
                    <a:pt x="7502" y="8913"/>
                    <a:pt x="7603" y="9009"/>
                    <a:pt x="7616" y="9143"/>
                  </a:cubicBezTo>
                  <a:cubicBezTo>
                    <a:pt x="7631" y="9271"/>
                    <a:pt x="7531" y="9385"/>
                    <a:pt x="7403" y="9399"/>
                  </a:cubicBezTo>
                  <a:lnTo>
                    <a:pt x="6889" y="9442"/>
                  </a:lnTo>
                  <a:cubicBezTo>
                    <a:pt x="6875" y="9799"/>
                    <a:pt x="6818" y="10184"/>
                    <a:pt x="6746" y="10555"/>
                  </a:cubicBezTo>
                  <a:cubicBezTo>
                    <a:pt x="6561" y="11396"/>
                    <a:pt x="6204" y="12223"/>
                    <a:pt x="5734" y="13051"/>
                  </a:cubicBezTo>
                  <a:lnTo>
                    <a:pt x="6147" y="13008"/>
                  </a:lnTo>
                  <a:cubicBezTo>
                    <a:pt x="6290" y="13008"/>
                    <a:pt x="6390" y="13093"/>
                    <a:pt x="6404" y="13236"/>
                  </a:cubicBezTo>
                  <a:cubicBezTo>
                    <a:pt x="6418" y="13364"/>
                    <a:pt x="6319" y="13479"/>
                    <a:pt x="6190" y="13479"/>
                  </a:cubicBezTo>
                  <a:lnTo>
                    <a:pt x="5434" y="13550"/>
                  </a:lnTo>
                  <a:cubicBezTo>
                    <a:pt x="5063" y="14120"/>
                    <a:pt x="4650" y="14705"/>
                    <a:pt x="4208" y="15276"/>
                  </a:cubicBezTo>
                  <a:cubicBezTo>
                    <a:pt x="4464" y="15461"/>
                    <a:pt x="4721" y="15647"/>
                    <a:pt x="4978" y="15818"/>
                  </a:cubicBezTo>
                  <a:cubicBezTo>
                    <a:pt x="6247" y="14192"/>
                    <a:pt x="7303" y="12523"/>
                    <a:pt x="7674" y="10754"/>
                  </a:cubicBezTo>
                  <a:cubicBezTo>
                    <a:pt x="8158" y="8415"/>
                    <a:pt x="7659" y="6119"/>
                    <a:pt x="6219" y="4122"/>
                  </a:cubicBezTo>
                  <a:cubicBezTo>
                    <a:pt x="4821" y="2197"/>
                    <a:pt x="2781" y="813"/>
                    <a:pt x="84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92"/>
            <p:cNvSpPr/>
            <p:nvPr/>
          </p:nvSpPr>
          <p:spPr>
            <a:xfrm>
              <a:off x="2401875" y="1841975"/>
              <a:ext cx="240350" cy="511000"/>
            </a:xfrm>
            <a:custGeom>
              <a:avLst/>
              <a:gdLst/>
              <a:ahLst/>
              <a:cxnLst/>
              <a:rect l="l" t="t" r="r" b="b"/>
              <a:pathLst>
                <a:path w="9614" h="20440" extrusionOk="0">
                  <a:moveTo>
                    <a:pt x="7703" y="0"/>
                  </a:moveTo>
                  <a:cubicBezTo>
                    <a:pt x="7303" y="500"/>
                    <a:pt x="6890" y="985"/>
                    <a:pt x="6476" y="1469"/>
                  </a:cubicBezTo>
                  <a:cubicBezTo>
                    <a:pt x="3295" y="5221"/>
                    <a:pt x="1" y="9100"/>
                    <a:pt x="2796" y="13736"/>
                  </a:cubicBezTo>
                  <a:cubicBezTo>
                    <a:pt x="4308" y="16246"/>
                    <a:pt x="6718" y="18385"/>
                    <a:pt x="9143" y="20439"/>
                  </a:cubicBezTo>
                  <a:cubicBezTo>
                    <a:pt x="9229" y="20296"/>
                    <a:pt x="9300" y="20154"/>
                    <a:pt x="9371" y="20011"/>
                  </a:cubicBezTo>
                  <a:cubicBezTo>
                    <a:pt x="9457" y="19869"/>
                    <a:pt x="9528" y="19726"/>
                    <a:pt x="9614" y="19583"/>
                  </a:cubicBezTo>
                  <a:cubicBezTo>
                    <a:pt x="9214" y="19241"/>
                    <a:pt x="8815" y="18913"/>
                    <a:pt x="8430" y="18571"/>
                  </a:cubicBezTo>
                  <a:lnTo>
                    <a:pt x="7631" y="18699"/>
                  </a:lnTo>
                  <a:lnTo>
                    <a:pt x="7603" y="18699"/>
                  </a:lnTo>
                  <a:cubicBezTo>
                    <a:pt x="7489" y="18699"/>
                    <a:pt x="7389" y="18628"/>
                    <a:pt x="7360" y="18499"/>
                  </a:cubicBezTo>
                  <a:cubicBezTo>
                    <a:pt x="7346" y="18371"/>
                    <a:pt x="7432" y="18257"/>
                    <a:pt x="7560" y="18228"/>
                  </a:cubicBezTo>
                  <a:lnTo>
                    <a:pt x="7974" y="18157"/>
                  </a:lnTo>
                  <a:cubicBezTo>
                    <a:pt x="7203" y="17472"/>
                    <a:pt x="6447" y="16759"/>
                    <a:pt x="5777" y="16032"/>
                  </a:cubicBezTo>
                  <a:lnTo>
                    <a:pt x="5021" y="16117"/>
                  </a:lnTo>
                  <a:cubicBezTo>
                    <a:pt x="5007" y="16117"/>
                    <a:pt x="5007" y="16132"/>
                    <a:pt x="4993" y="16132"/>
                  </a:cubicBezTo>
                  <a:cubicBezTo>
                    <a:pt x="4879" y="16132"/>
                    <a:pt x="4764" y="16032"/>
                    <a:pt x="4750" y="15918"/>
                  </a:cubicBezTo>
                  <a:cubicBezTo>
                    <a:pt x="4736" y="15789"/>
                    <a:pt x="4836" y="15661"/>
                    <a:pt x="4964" y="15647"/>
                  </a:cubicBezTo>
                  <a:lnTo>
                    <a:pt x="5378" y="15604"/>
                  </a:lnTo>
                  <a:cubicBezTo>
                    <a:pt x="4707" y="14848"/>
                    <a:pt x="4094" y="14064"/>
                    <a:pt x="3609" y="13251"/>
                  </a:cubicBezTo>
                  <a:cubicBezTo>
                    <a:pt x="3524" y="13122"/>
                    <a:pt x="3452" y="12994"/>
                    <a:pt x="3395" y="12865"/>
                  </a:cubicBezTo>
                  <a:lnTo>
                    <a:pt x="2796" y="12923"/>
                  </a:lnTo>
                  <a:lnTo>
                    <a:pt x="2782" y="12923"/>
                  </a:lnTo>
                  <a:cubicBezTo>
                    <a:pt x="2654" y="12923"/>
                    <a:pt x="2554" y="12823"/>
                    <a:pt x="2539" y="12709"/>
                  </a:cubicBezTo>
                  <a:cubicBezTo>
                    <a:pt x="2525" y="12580"/>
                    <a:pt x="2625" y="12452"/>
                    <a:pt x="2753" y="12452"/>
                  </a:cubicBezTo>
                  <a:lnTo>
                    <a:pt x="3167" y="12409"/>
                  </a:lnTo>
                  <a:cubicBezTo>
                    <a:pt x="2568" y="11011"/>
                    <a:pt x="2582" y="9671"/>
                    <a:pt x="2996" y="8373"/>
                  </a:cubicBezTo>
                  <a:lnTo>
                    <a:pt x="2582" y="8373"/>
                  </a:lnTo>
                  <a:cubicBezTo>
                    <a:pt x="2440" y="8373"/>
                    <a:pt x="2340" y="8259"/>
                    <a:pt x="2340" y="8130"/>
                  </a:cubicBezTo>
                  <a:cubicBezTo>
                    <a:pt x="2340" y="8002"/>
                    <a:pt x="2440" y="7902"/>
                    <a:pt x="2582" y="7902"/>
                  </a:cubicBezTo>
                  <a:lnTo>
                    <a:pt x="3167" y="7902"/>
                  </a:lnTo>
                  <a:cubicBezTo>
                    <a:pt x="3623" y="6732"/>
                    <a:pt x="4365" y="5591"/>
                    <a:pt x="5249" y="4450"/>
                  </a:cubicBezTo>
                  <a:lnTo>
                    <a:pt x="4836" y="4436"/>
                  </a:lnTo>
                  <a:cubicBezTo>
                    <a:pt x="4707" y="4436"/>
                    <a:pt x="4608" y="4322"/>
                    <a:pt x="4608" y="4194"/>
                  </a:cubicBezTo>
                  <a:cubicBezTo>
                    <a:pt x="4608" y="4065"/>
                    <a:pt x="4722" y="3965"/>
                    <a:pt x="4850" y="3965"/>
                  </a:cubicBezTo>
                  <a:lnTo>
                    <a:pt x="5620" y="3994"/>
                  </a:lnTo>
                  <a:cubicBezTo>
                    <a:pt x="6119" y="3366"/>
                    <a:pt x="6661" y="2725"/>
                    <a:pt x="7203" y="2083"/>
                  </a:cubicBezTo>
                  <a:cubicBezTo>
                    <a:pt x="7432" y="1812"/>
                    <a:pt x="7674" y="1526"/>
                    <a:pt x="7917" y="1241"/>
                  </a:cubicBezTo>
                  <a:lnTo>
                    <a:pt x="7517" y="1141"/>
                  </a:lnTo>
                  <a:cubicBezTo>
                    <a:pt x="7389" y="1113"/>
                    <a:pt x="7303" y="985"/>
                    <a:pt x="7332" y="856"/>
                  </a:cubicBezTo>
                  <a:cubicBezTo>
                    <a:pt x="7356" y="747"/>
                    <a:pt x="7453" y="679"/>
                    <a:pt x="7561" y="679"/>
                  </a:cubicBezTo>
                  <a:cubicBezTo>
                    <a:pt x="7579" y="679"/>
                    <a:pt x="7598" y="681"/>
                    <a:pt x="7617" y="685"/>
                  </a:cubicBezTo>
                  <a:lnTo>
                    <a:pt x="8259" y="828"/>
                  </a:lnTo>
                  <a:cubicBezTo>
                    <a:pt x="8330" y="728"/>
                    <a:pt x="8416" y="642"/>
                    <a:pt x="8487" y="557"/>
                  </a:cubicBezTo>
                  <a:cubicBezTo>
                    <a:pt x="8230" y="371"/>
                    <a:pt x="7974" y="186"/>
                    <a:pt x="770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92"/>
            <p:cNvSpPr/>
            <p:nvPr/>
          </p:nvSpPr>
          <p:spPr>
            <a:xfrm>
              <a:off x="2648975" y="2347225"/>
              <a:ext cx="224675" cy="303825"/>
            </a:xfrm>
            <a:custGeom>
              <a:avLst/>
              <a:gdLst/>
              <a:ahLst/>
              <a:cxnLst/>
              <a:rect l="l" t="t" r="r" b="b"/>
              <a:pathLst>
                <a:path w="8987" h="12153" extrusionOk="0">
                  <a:moveTo>
                    <a:pt x="472" y="1"/>
                  </a:moveTo>
                  <a:cubicBezTo>
                    <a:pt x="429" y="86"/>
                    <a:pt x="372" y="172"/>
                    <a:pt x="329" y="258"/>
                  </a:cubicBezTo>
                  <a:cubicBezTo>
                    <a:pt x="215" y="457"/>
                    <a:pt x="115" y="657"/>
                    <a:pt x="1" y="857"/>
                  </a:cubicBezTo>
                  <a:cubicBezTo>
                    <a:pt x="714" y="1456"/>
                    <a:pt x="1399" y="2040"/>
                    <a:pt x="2055" y="2611"/>
                  </a:cubicBezTo>
                  <a:lnTo>
                    <a:pt x="2754" y="2440"/>
                  </a:lnTo>
                  <a:cubicBezTo>
                    <a:pt x="2776" y="2432"/>
                    <a:pt x="2799" y="2429"/>
                    <a:pt x="2821" y="2429"/>
                  </a:cubicBezTo>
                  <a:cubicBezTo>
                    <a:pt x="2924" y="2429"/>
                    <a:pt x="3015" y="2505"/>
                    <a:pt x="3039" y="2611"/>
                  </a:cubicBezTo>
                  <a:cubicBezTo>
                    <a:pt x="3082" y="2739"/>
                    <a:pt x="2996" y="2868"/>
                    <a:pt x="2868" y="2896"/>
                  </a:cubicBezTo>
                  <a:lnTo>
                    <a:pt x="2468" y="2996"/>
                  </a:lnTo>
                  <a:cubicBezTo>
                    <a:pt x="5463" y="5706"/>
                    <a:pt x="7432" y="8316"/>
                    <a:pt x="5991" y="11482"/>
                  </a:cubicBezTo>
                  <a:cubicBezTo>
                    <a:pt x="5877" y="11711"/>
                    <a:pt x="5991" y="11996"/>
                    <a:pt x="6219" y="12110"/>
                  </a:cubicBezTo>
                  <a:cubicBezTo>
                    <a:pt x="6291" y="12139"/>
                    <a:pt x="6348" y="12153"/>
                    <a:pt x="6419" y="12153"/>
                  </a:cubicBezTo>
                  <a:cubicBezTo>
                    <a:pt x="6605" y="12153"/>
                    <a:pt x="6776" y="12053"/>
                    <a:pt x="6847" y="11868"/>
                  </a:cubicBezTo>
                  <a:cubicBezTo>
                    <a:pt x="8986" y="7189"/>
                    <a:pt x="4864" y="3709"/>
                    <a:pt x="486" y="15"/>
                  </a:cubicBezTo>
                  <a:cubicBezTo>
                    <a:pt x="486" y="15"/>
                    <a:pt x="472" y="1"/>
                    <a:pt x="47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92"/>
            <p:cNvSpPr/>
            <p:nvPr/>
          </p:nvSpPr>
          <p:spPr>
            <a:xfrm>
              <a:off x="2380850" y="1328050"/>
              <a:ext cx="427200" cy="1380775"/>
            </a:xfrm>
            <a:custGeom>
              <a:avLst/>
              <a:gdLst/>
              <a:ahLst/>
              <a:cxnLst/>
              <a:rect l="l" t="t" r="r" b="b"/>
              <a:pathLst>
                <a:path w="17088" h="55231" extrusionOk="0">
                  <a:moveTo>
                    <a:pt x="11368" y="0"/>
                  </a:moveTo>
                  <a:cubicBezTo>
                    <a:pt x="11300" y="0"/>
                    <a:pt x="11232" y="15"/>
                    <a:pt x="11168" y="47"/>
                  </a:cubicBezTo>
                  <a:cubicBezTo>
                    <a:pt x="11068" y="90"/>
                    <a:pt x="8729" y="1217"/>
                    <a:pt x="6233" y="3014"/>
                  </a:cubicBezTo>
                  <a:cubicBezTo>
                    <a:pt x="5691" y="3399"/>
                    <a:pt x="5192" y="3784"/>
                    <a:pt x="4735" y="4169"/>
                  </a:cubicBezTo>
                  <a:cubicBezTo>
                    <a:pt x="4436" y="4412"/>
                    <a:pt x="4136" y="4654"/>
                    <a:pt x="3865" y="4911"/>
                  </a:cubicBezTo>
                  <a:cubicBezTo>
                    <a:pt x="1883" y="6708"/>
                    <a:pt x="713" y="8477"/>
                    <a:pt x="357" y="10174"/>
                  </a:cubicBezTo>
                  <a:cubicBezTo>
                    <a:pt x="0" y="11843"/>
                    <a:pt x="442" y="13426"/>
                    <a:pt x="1683" y="14866"/>
                  </a:cubicBezTo>
                  <a:cubicBezTo>
                    <a:pt x="3666" y="17177"/>
                    <a:pt x="6133" y="18889"/>
                    <a:pt x="8315" y="20400"/>
                  </a:cubicBezTo>
                  <a:cubicBezTo>
                    <a:pt x="8401" y="20458"/>
                    <a:pt x="8472" y="20515"/>
                    <a:pt x="8544" y="20557"/>
                  </a:cubicBezTo>
                  <a:cubicBezTo>
                    <a:pt x="8815" y="20743"/>
                    <a:pt x="9071" y="20928"/>
                    <a:pt x="9328" y="21114"/>
                  </a:cubicBezTo>
                  <a:cubicBezTo>
                    <a:pt x="9556" y="21271"/>
                    <a:pt x="9770" y="21427"/>
                    <a:pt x="9998" y="21584"/>
                  </a:cubicBezTo>
                  <a:lnTo>
                    <a:pt x="11624" y="21955"/>
                  </a:lnTo>
                  <a:cubicBezTo>
                    <a:pt x="11753" y="21984"/>
                    <a:pt x="11838" y="22112"/>
                    <a:pt x="11810" y="22240"/>
                  </a:cubicBezTo>
                  <a:cubicBezTo>
                    <a:pt x="11781" y="22354"/>
                    <a:pt x="11681" y="22426"/>
                    <a:pt x="11567" y="22426"/>
                  </a:cubicBezTo>
                  <a:lnTo>
                    <a:pt x="11525" y="22426"/>
                  </a:lnTo>
                  <a:lnTo>
                    <a:pt x="10926" y="22283"/>
                  </a:lnTo>
                  <a:lnTo>
                    <a:pt x="10926" y="22283"/>
                  </a:lnTo>
                  <a:cubicBezTo>
                    <a:pt x="11952" y="23082"/>
                    <a:pt x="12851" y="23881"/>
                    <a:pt x="13521" y="24779"/>
                  </a:cubicBezTo>
                  <a:lnTo>
                    <a:pt x="14292" y="24808"/>
                  </a:lnTo>
                  <a:cubicBezTo>
                    <a:pt x="14420" y="24808"/>
                    <a:pt x="14520" y="24922"/>
                    <a:pt x="14520" y="25050"/>
                  </a:cubicBezTo>
                  <a:cubicBezTo>
                    <a:pt x="14505" y="25179"/>
                    <a:pt x="14406" y="25278"/>
                    <a:pt x="14277" y="25278"/>
                  </a:cubicBezTo>
                  <a:lnTo>
                    <a:pt x="13849" y="25264"/>
                  </a:lnTo>
                  <a:lnTo>
                    <a:pt x="13849" y="25264"/>
                  </a:lnTo>
                  <a:cubicBezTo>
                    <a:pt x="14448" y="26205"/>
                    <a:pt x="14805" y="27232"/>
                    <a:pt x="14848" y="28445"/>
                  </a:cubicBezTo>
                  <a:lnTo>
                    <a:pt x="15333" y="28445"/>
                  </a:lnTo>
                  <a:cubicBezTo>
                    <a:pt x="15475" y="28445"/>
                    <a:pt x="15575" y="28559"/>
                    <a:pt x="15575" y="28687"/>
                  </a:cubicBezTo>
                  <a:cubicBezTo>
                    <a:pt x="15575" y="28816"/>
                    <a:pt x="15475" y="28930"/>
                    <a:pt x="15333" y="28930"/>
                  </a:cubicBezTo>
                  <a:lnTo>
                    <a:pt x="14862" y="28930"/>
                  </a:lnTo>
                  <a:cubicBezTo>
                    <a:pt x="14834" y="29700"/>
                    <a:pt x="14691" y="30541"/>
                    <a:pt x="14406" y="31468"/>
                  </a:cubicBezTo>
                  <a:cubicBezTo>
                    <a:pt x="14363" y="31625"/>
                    <a:pt x="14306" y="31782"/>
                    <a:pt x="14263" y="31953"/>
                  </a:cubicBezTo>
                  <a:lnTo>
                    <a:pt x="14677" y="31911"/>
                  </a:lnTo>
                  <a:cubicBezTo>
                    <a:pt x="14685" y="31910"/>
                    <a:pt x="14693" y="31909"/>
                    <a:pt x="14701" y="31909"/>
                  </a:cubicBezTo>
                  <a:cubicBezTo>
                    <a:pt x="14819" y="31909"/>
                    <a:pt x="14920" y="32004"/>
                    <a:pt x="14933" y="32125"/>
                  </a:cubicBezTo>
                  <a:cubicBezTo>
                    <a:pt x="14948" y="32253"/>
                    <a:pt x="14848" y="32367"/>
                    <a:pt x="14719" y="32381"/>
                  </a:cubicBezTo>
                  <a:lnTo>
                    <a:pt x="14092" y="32438"/>
                  </a:lnTo>
                  <a:cubicBezTo>
                    <a:pt x="13750" y="33422"/>
                    <a:pt x="13336" y="34407"/>
                    <a:pt x="12880" y="35391"/>
                  </a:cubicBezTo>
                  <a:lnTo>
                    <a:pt x="13293" y="35334"/>
                  </a:lnTo>
                  <a:cubicBezTo>
                    <a:pt x="13301" y="35333"/>
                    <a:pt x="13310" y="35332"/>
                    <a:pt x="13318" y="35332"/>
                  </a:cubicBezTo>
                  <a:cubicBezTo>
                    <a:pt x="13436" y="35332"/>
                    <a:pt x="13537" y="35427"/>
                    <a:pt x="13550" y="35548"/>
                  </a:cubicBezTo>
                  <a:cubicBezTo>
                    <a:pt x="13564" y="35676"/>
                    <a:pt x="13479" y="35790"/>
                    <a:pt x="13350" y="35804"/>
                  </a:cubicBezTo>
                  <a:lnTo>
                    <a:pt x="12651" y="35890"/>
                  </a:lnTo>
                  <a:cubicBezTo>
                    <a:pt x="12266" y="36689"/>
                    <a:pt x="11853" y="37487"/>
                    <a:pt x="11439" y="38286"/>
                  </a:cubicBezTo>
                  <a:lnTo>
                    <a:pt x="11853" y="38215"/>
                  </a:lnTo>
                  <a:cubicBezTo>
                    <a:pt x="11868" y="38211"/>
                    <a:pt x="11882" y="38210"/>
                    <a:pt x="11897" y="38210"/>
                  </a:cubicBezTo>
                  <a:cubicBezTo>
                    <a:pt x="12009" y="38210"/>
                    <a:pt x="12111" y="38301"/>
                    <a:pt x="12124" y="38414"/>
                  </a:cubicBezTo>
                  <a:cubicBezTo>
                    <a:pt x="12152" y="38543"/>
                    <a:pt x="12067" y="38657"/>
                    <a:pt x="11938" y="38685"/>
                  </a:cubicBezTo>
                  <a:lnTo>
                    <a:pt x="11168" y="38814"/>
                  </a:lnTo>
                  <a:cubicBezTo>
                    <a:pt x="10926" y="39256"/>
                    <a:pt x="10683" y="39698"/>
                    <a:pt x="10455" y="40140"/>
                  </a:cubicBezTo>
                  <a:cubicBezTo>
                    <a:pt x="10369" y="40283"/>
                    <a:pt x="10298" y="40426"/>
                    <a:pt x="10212" y="40568"/>
                  </a:cubicBezTo>
                  <a:cubicBezTo>
                    <a:pt x="10141" y="40711"/>
                    <a:pt x="10070" y="40853"/>
                    <a:pt x="9984" y="40996"/>
                  </a:cubicBezTo>
                  <a:cubicBezTo>
                    <a:pt x="7089" y="46373"/>
                    <a:pt x="4479" y="51436"/>
                    <a:pt x="7588" y="55059"/>
                  </a:cubicBezTo>
                  <a:cubicBezTo>
                    <a:pt x="7688" y="55173"/>
                    <a:pt x="7816" y="55230"/>
                    <a:pt x="7945" y="55230"/>
                  </a:cubicBezTo>
                  <a:cubicBezTo>
                    <a:pt x="8059" y="55230"/>
                    <a:pt x="8173" y="55188"/>
                    <a:pt x="8258" y="55116"/>
                  </a:cubicBezTo>
                  <a:cubicBezTo>
                    <a:pt x="8458" y="54945"/>
                    <a:pt x="8487" y="54631"/>
                    <a:pt x="8315" y="54446"/>
                  </a:cubicBezTo>
                  <a:cubicBezTo>
                    <a:pt x="6761" y="52649"/>
                    <a:pt x="6875" y="50367"/>
                    <a:pt x="7802" y="47771"/>
                  </a:cubicBezTo>
                  <a:lnTo>
                    <a:pt x="7802" y="47771"/>
                  </a:lnTo>
                  <a:lnTo>
                    <a:pt x="7388" y="47799"/>
                  </a:lnTo>
                  <a:cubicBezTo>
                    <a:pt x="7388" y="47814"/>
                    <a:pt x="7374" y="47814"/>
                    <a:pt x="7374" y="47814"/>
                  </a:cubicBezTo>
                  <a:cubicBezTo>
                    <a:pt x="7246" y="47814"/>
                    <a:pt x="7146" y="47714"/>
                    <a:pt x="7132" y="47585"/>
                  </a:cubicBezTo>
                  <a:cubicBezTo>
                    <a:pt x="7117" y="47457"/>
                    <a:pt x="7217" y="47343"/>
                    <a:pt x="7346" y="47329"/>
                  </a:cubicBezTo>
                  <a:lnTo>
                    <a:pt x="7973" y="47272"/>
                  </a:lnTo>
                  <a:cubicBezTo>
                    <a:pt x="8287" y="46473"/>
                    <a:pt x="8658" y="45646"/>
                    <a:pt x="9071" y="44790"/>
                  </a:cubicBezTo>
                  <a:lnTo>
                    <a:pt x="9071" y="44790"/>
                  </a:lnTo>
                  <a:lnTo>
                    <a:pt x="8672" y="44890"/>
                  </a:lnTo>
                  <a:cubicBezTo>
                    <a:pt x="8658" y="44904"/>
                    <a:pt x="8629" y="44904"/>
                    <a:pt x="8615" y="44904"/>
                  </a:cubicBezTo>
                  <a:cubicBezTo>
                    <a:pt x="8501" y="44904"/>
                    <a:pt x="8415" y="44833"/>
                    <a:pt x="8387" y="44719"/>
                  </a:cubicBezTo>
                  <a:cubicBezTo>
                    <a:pt x="8358" y="44590"/>
                    <a:pt x="8430" y="44462"/>
                    <a:pt x="8558" y="44433"/>
                  </a:cubicBezTo>
                  <a:lnTo>
                    <a:pt x="9357" y="44234"/>
                  </a:lnTo>
                  <a:cubicBezTo>
                    <a:pt x="9784" y="43392"/>
                    <a:pt x="10255" y="42522"/>
                    <a:pt x="10726" y="41624"/>
                  </a:cubicBezTo>
                  <a:cubicBezTo>
                    <a:pt x="10840" y="41424"/>
                    <a:pt x="10940" y="41224"/>
                    <a:pt x="11054" y="41025"/>
                  </a:cubicBezTo>
                  <a:cubicBezTo>
                    <a:pt x="11097" y="40939"/>
                    <a:pt x="11154" y="40853"/>
                    <a:pt x="11197" y="40768"/>
                  </a:cubicBezTo>
                  <a:cubicBezTo>
                    <a:pt x="12780" y="37844"/>
                    <a:pt x="14377" y="34834"/>
                    <a:pt x="15318" y="31739"/>
                  </a:cubicBezTo>
                  <a:cubicBezTo>
                    <a:pt x="17087" y="25934"/>
                    <a:pt x="13935" y="23196"/>
                    <a:pt x="9913" y="20358"/>
                  </a:cubicBezTo>
                  <a:cubicBezTo>
                    <a:pt x="9656" y="20187"/>
                    <a:pt x="9399" y="20001"/>
                    <a:pt x="9143" y="19816"/>
                  </a:cubicBezTo>
                  <a:cubicBezTo>
                    <a:pt x="9043" y="19759"/>
                    <a:pt x="8957" y="19687"/>
                    <a:pt x="8857" y="19630"/>
                  </a:cubicBezTo>
                  <a:cubicBezTo>
                    <a:pt x="8258" y="19202"/>
                    <a:pt x="7645" y="18789"/>
                    <a:pt x="7046" y="18347"/>
                  </a:cubicBezTo>
                  <a:lnTo>
                    <a:pt x="6048" y="18418"/>
                  </a:lnTo>
                  <a:cubicBezTo>
                    <a:pt x="6048" y="18432"/>
                    <a:pt x="6033" y="18432"/>
                    <a:pt x="6033" y="18432"/>
                  </a:cubicBezTo>
                  <a:cubicBezTo>
                    <a:pt x="5905" y="18432"/>
                    <a:pt x="5805" y="18332"/>
                    <a:pt x="5791" y="18204"/>
                  </a:cubicBezTo>
                  <a:cubicBezTo>
                    <a:pt x="5777" y="18076"/>
                    <a:pt x="5876" y="17962"/>
                    <a:pt x="6005" y="17947"/>
                  </a:cubicBezTo>
                  <a:lnTo>
                    <a:pt x="6461" y="17919"/>
                  </a:lnTo>
                  <a:cubicBezTo>
                    <a:pt x="5192" y="16977"/>
                    <a:pt x="3951" y="15936"/>
                    <a:pt x="2839" y="14724"/>
                  </a:cubicBezTo>
                  <a:lnTo>
                    <a:pt x="2068" y="14795"/>
                  </a:lnTo>
                  <a:lnTo>
                    <a:pt x="2040" y="14795"/>
                  </a:lnTo>
                  <a:cubicBezTo>
                    <a:pt x="1926" y="14795"/>
                    <a:pt x="1812" y="14695"/>
                    <a:pt x="1812" y="14567"/>
                  </a:cubicBezTo>
                  <a:cubicBezTo>
                    <a:pt x="1797" y="14439"/>
                    <a:pt x="1897" y="14324"/>
                    <a:pt x="2026" y="14310"/>
                  </a:cubicBezTo>
                  <a:lnTo>
                    <a:pt x="2439" y="14282"/>
                  </a:lnTo>
                  <a:cubicBezTo>
                    <a:pt x="2425" y="14267"/>
                    <a:pt x="2411" y="14253"/>
                    <a:pt x="2411" y="14239"/>
                  </a:cubicBezTo>
                  <a:cubicBezTo>
                    <a:pt x="1541" y="13226"/>
                    <a:pt x="1141" y="12185"/>
                    <a:pt x="1184" y="11073"/>
                  </a:cubicBezTo>
                  <a:lnTo>
                    <a:pt x="1184" y="11073"/>
                  </a:lnTo>
                  <a:lnTo>
                    <a:pt x="756" y="11130"/>
                  </a:lnTo>
                  <a:lnTo>
                    <a:pt x="728" y="11130"/>
                  </a:lnTo>
                  <a:cubicBezTo>
                    <a:pt x="614" y="11130"/>
                    <a:pt x="499" y="11030"/>
                    <a:pt x="485" y="10916"/>
                  </a:cubicBezTo>
                  <a:cubicBezTo>
                    <a:pt x="471" y="10787"/>
                    <a:pt x="571" y="10673"/>
                    <a:pt x="699" y="10645"/>
                  </a:cubicBezTo>
                  <a:lnTo>
                    <a:pt x="1241" y="10588"/>
                  </a:lnTo>
                  <a:cubicBezTo>
                    <a:pt x="1255" y="10516"/>
                    <a:pt x="1270" y="10445"/>
                    <a:pt x="1284" y="10374"/>
                  </a:cubicBezTo>
                  <a:cubicBezTo>
                    <a:pt x="1455" y="9532"/>
                    <a:pt x="1869" y="8705"/>
                    <a:pt x="2425" y="7920"/>
                  </a:cubicBezTo>
                  <a:lnTo>
                    <a:pt x="2425" y="7920"/>
                  </a:lnTo>
                  <a:lnTo>
                    <a:pt x="1997" y="7978"/>
                  </a:lnTo>
                  <a:lnTo>
                    <a:pt x="1968" y="7978"/>
                  </a:lnTo>
                  <a:cubicBezTo>
                    <a:pt x="1854" y="7978"/>
                    <a:pt x="1755" y="7892"/>
                    <a:pt x="1740" y="7778"/>
                  </a:cubicBezTo>
                  <a:cubicBezTo>
                    <a:pt x="1712" y="7649"/>
                    <a:pt x="1812" y="7521"/>
                    <a:pt x="1940" y="7507"/>
                  </a:cubicBezTo>
                  <a:lnTo>
                    <a:pt x="2824" y="7378"/>
                  </a:lnTo>
                  <a:cubicBezTo>
                    <a:pt x="3438" y="6623"/>
                    <a:pt x="4165" y="5909"/>
                    <a:pt x="4935" y="5239"/>
                  </a:cubicBezTo>
                  <a:cubicBezTo>
                    <a:pt x="5206" y="4997"/>
                    <a:pt x="5491" y="4768"/>
                    <a:pt x="5777" y="4540"/>
                  </a:cubicBezTo>
                  <a:cubicBezTo>
                    <a:pt x="8529" y="2386"/>
                    <a:pt x="11525" y="932"/>
                    <a:pt x="11567" y="903"/>
                  </a:cubicBezTo>
                  <a:cubicBezTo>
                    <a:pt x="11810" y="789"/>
                    <a:pt x="11910" y="504"/>
                    <a:pt x="11796" y="276"/>
                  </a:cubicBezTo>
                  <a:cubicBezTo>
                    <a:pt x="11713" y="101"/>
                    <a:pt x="11542" y="0"/>
                    <a:pt x="1136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92"/>
            <p:cNvSpPr/>
            <p:nvPr/>
          </p:nvSpPr>
          <p:spPr>
            <a:xfrm>
              <a:off x="2585525" y="2283275"/>
              <a:ext cx="99150" cy="26175"/>
            </a:xfrm>
            <a:custGeom>
              <a:avLst/>
              <a:gdLst/>
              <a:ahLst/>
              <a:cxnLst/>
              <a:rect l="l" t="t" r="r" b="b"/>
              <a:pathLst>
                <a:path w="3966" h="1047" extrusionOk="0">
                  <a:moveTo>
                    <a:pt x="3710" y="1"/>
                  </a:moveTo>
                  <a:cubicBezTo>
                    <a:pt x="3695" y="1"/>
                    <a:pt x="3681" y="2"/>
                    <a:pt x="3666" y="6"/>
                  </a:cubicBezTo>
                  <a:lnTo>
                    <a:pt x="3252" y="77"/>
                  </a:lnTo>
                  <a:lnTo>
                    <a:pt x="628" y="505"/>
                  </a:lnTo>
                  <a:lnTo>
                    <a:pt x="214" y="576"/>
                  </a:lnTo>
                  <a:cubicBezTo>
                    <a:pt x="86" y="605"/>
                    <a:pt x="0" y="719"/>
                    <a:pt x="14" y="847"/>
                  </a:cubicBezTo>
                  <a:cubicBezTo>
                    <a:pt x="43" y="976"/>
                    <a:pt x="143" y="1047"/>
                    <a:pt x="257" y="1047"/>
                  </a:cubicBezTo>
                  <a:lnTo>
                    <a:pt x="285" y="1047"/>
                  </a:lnTo>
                  <a:lnTo>
                    <a:pt x="1084" y="919"/>
                  </a:lnTo>
                  <a:lnTo>
                    <a:pt x="2981" y="605"/>
                  </a:lnTo>
                  <a:lnTo>
                    <a:pt x="3751" y="476"/>
                  </a:lnTo>
                  <a:cubicBezTo>
                    <a:pt x="3880" y="448"/>
                    <a:pt x="3965" y="334"/>
                    <a:pt x="3937" y="205"/>
                  </a:cubicBezTo>
                  <a:cubicBezTo>
                    <a:pt x="3924" y="92"/>
                    <a:pt x="3822" y="1"/>
                    <a:pt x="371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92"/>
            <p:cNvSpPr/>
            <p:nvPr/>
          </p:nvSpPr>
          <p:spPr>
            <a:xfrm>
              <a:off x="2520250" y="2211350"/>
              <a:ext cx="199725" cy="33925"/>
            </a:xfrm>
            <a:custGeom>
              <a:avLst/>
              <a:gdLst/>
              <a:ahLst/>
              <a:cxnLst/>
              <a:rect l="l" t="t" r="r" b="b"/>
              <a:pathLst>
                <a:path w="7989" h="1357" extrusionOk="0">
                  <a:moveTo>
                    <a:pt x="7742" y="0"/>
                  </a:moveTo>
                  <a:cubicBezTo>
                    <a:pt x="7734" y="0"/>
                    <a:pt x="7725" y="1"/>
                    <a:pt x="7717" y="2"/>
                  </a:cubicBezTo>
                  <a:lnTo>
                    <a:pt x="7304" y="59"/>
                  </a:lnTo>
                  <a:lnTo>
                    <a:pt x="643" y="829"/>
                  </a:lnTo>
                  <a:lnTo>
                    <a:pt x="229" y="872"/>
                  </a:lnTo>
                  <a:cubicBezTo>
                    <a:pt x="101" y="886"/>
                    <a:pt x="1" y="1014"/>
                    <a:pt x="15" y="1143"/>
                  </a:cubicBezTo>
                  <a:cubicBezTo>
                    <a:pt x="29" y="1257"/>
                    <a:pt x="144" y="1357"/>
                    <a:pt x="258" y="1357"/>
                  </a:cubicBezTo>
                  <a:cubicBezTo>
                    <a:pt x="272" y="1357"/>
                    <a:pt x="272" y="1342"/>
                    <a:pt x="286" y="1342"/>
                  </a:cubicBezTo>
                  <a:lnTo>
                    <a:pt x="1042" y="1257"/>
                  </a:lnTo>
                  <a:lnTo>
                    <a:pt x="7075" y="558"/>
                  </a:lnTo>
                  <a:lnTo>
                    <a:pt x="7774" y="472"/>
                  </a:lnTo>
                  <a:cubicBezTo>
                    <a:pt x="7903" y="458"/>
                    <a:pt x="7988" y="344"/>
                    <a:pt x="7974" y="216"/>
                  </a:cubicBezTo>
                  <a:cubicBezTo>
                    <a:pt x="7961" y="95"/>
                    <a:pt x="7860" y="0"/>
                    <a:pt x="774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92"/>
            <p:cNvSpPr/>
            <p:nvPr/>
          </p:nvSpPr>
          <p:spPr>
            <a:xfrm>
              <a:off x="2465000" y="2125775"/>
              <a:ext cx="289550" cy="39275"/>
            </a:xfrm>
            <a:custGeom>
              <a:avLst/>
              <a:gdLst/>
              <a:ahLst/>
              <a:cxnLst/>
              <a:rect l="l" t="t" r="r" b="b"/>
              <a:pathLst>
                <a:path w="11582" h="1571" extrusionOk="0">
                  <a:moveTo>
                    <a:pt x="11335" y="0"/>
                  </a:moveTo>
                  <a:cubicBezTo>
                    <a:pt x="11327" y="0"/>
                    <a:pt x="11319" y="1"/>
                    <a:pt x="11311" y="2"/>
                  </a:cubicBezTo>
                  <a:lnTo>
                    <a:pt x="10897" y="44"/>
                  </a:lnTo>
                  <a:lnTo>
                    <a:pt x="642" y="1057"/>
                  </a:lnTo>
                  <a:lnTo>
                    <a:pt x="228" y="1100"/>
                  </a:lnTo>
                  <a:cubicBezTo>
                    <a:pt x="100" y="1100"/>
                    <a:pt x="0" y="1228"/>
                    <a:pt x="14" y="1357"/>
                  </a:cubicBezTo>
                  <a:cubicBezTo>
                    <a:pt x="29" y="1471"/>
                    <a:pt x="129" y="1571"/>
                    <a:pt x="257" y="1571"/>
                  </a:cubicBezTo>
                  <a:lnTo>
                    <a:pt x="271" y="1571"/>
                  </a:lnTo>
                  <a:lnTo>
                    <a:pt x="870" y="1513"/>
                  </a:lnTo>
                  <a:lnTo>
                    <a:pt x="10726" y="529"/>
                  </a:lnTo>
                  <a:lnTo>
                    <a:pt x="11353" y="472"/>
                  </a:lnTo>
                  <a:cubicBezTo>
                    <a:pt x="11482" y="458"/>
                    <a:pt x="11582" y="344"/>
                    <a:pt x="11567" y="216"/>
                  </a:cubicBezTo>
                  <a:cubicBezTo>
                    <a:pt x="11554" y="95"/>
                    <a:pt x="11453" y="0"/>
                    <a:pt x="1133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92"/>
            <p:cNvSpPr/>
            <p:nvPr/>
          </p:nvSpPr>
          <p:spPr>
            <a:xfrm>
              <a:off x="2460350" y="2039150"/>
              <a:ext cx="309900" cy="12150"/>
            </a:xfrm>
            <a:custGeom>
              <a:avLst/>
              <a:gdLst/>
              <a:ahLst/>
              <a:cxnLst/>
              <a:rect l="l" t="t" r="r" b="b"/>
              <a:pathLst>
                <a:path w="12396" h="486" extrusionOk="0">
                  <a:moveTo>
                    <a:pt x="11668" y="1"/>
                  </a:moveTo>
                  <a:lnTo>
                    <a:pt x="828" y="15"/>
                  </a:lnTo>
                  <a:lnTo>
                    <a:pt x="243" y="15"/>
                  </a:lnTo>
                  <a:cubicBezTo>
                    <a:pt x="101" y="15"/>
                    <a:pt x="1" y="115"/>
                    <a:pt x="1" y="243"/>
                  </a:cubicBezTo>
                  <a:cubicBezTo>
                    <a:pt x="1" y="372"/>
                    <a:pt x="101" y="486"/>
                    <a:pt x="243" y="486"/>
                  </a:cubicBezTo>
                  <a:lnTo>
                    <a:pt x="12153" y="486"/>
                  </a:lnTo>
                  <a:cubicBezTo>
                    <a:pt x="12295" y="486"/>
                    <a:pt x="12395" y="372"/>
                    <a:pt x="12395" y="243"/>
                  </a:cubicBezTo>
                  <a:cubicBezTo>
                    <a:pt x="12395" y="115"/>
                    <a:pt x="12295" y="1"/>
                    <a:pt x="1215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92"/>
            <p:cNvSpPr/>
            <p:nvPr/>
          </p:nvSpPr>
          <p:spPr>
            <a:xfrm>
              <a:off x="2517050" y="1941100"/>
              <a:ext cx="226800" cy="18925"/>
            </a:xfrm>
            <a:custGeom>
              <a:avLst/>
              <a:gdLst/>
              <a:ahLst/>
              <a:cxnLst/>
              <a:rect l="l" t="t" r="r" b="b"/>
              <a:pathLst>
                <a:path w="9072" h="757" extrusionOk="0">
                  <a:moveTo>
                    <a:pt x="243" y="0"/>
                  </a:moveTo>
                  <a:cubicBezTo>
                    <a:pt x="115" y="0"/>
                    <a:pt x="1" y="100"/>
                    <a:pt x="1" y="229"/>
                  </a:cubicBezTo>
                  <a:cubicBezTo>
                    <a:pt x="1" y="357"/>
                    <a:pt x="100" y="471"/>
                    <a:pt x="229" y="471"/>
                  </a:cubicBezTo>
                  <a:lnTo>
                    <a:pt x="642" y="485"/>
                  </a:lnTo>
                  <a:lnTo>
                    <a:pt x="8401" y="742"/>
                  </a:lnTo>
                  <a:lnTo>
                    <a:pt x="8829" y="756"/>
                  </a:lnTo>
                  <a:cubicBezTo>
                    <a:pt x="8958" y="756"/>
                    <a:pt x="9057" y="657"/>
                    <a:pt x="9072" y="528"/>
                  </a:cubicBezTo>
                  <a:cubicBezTo>
                    <a:pt x="9072" y="400"/>
                    <a:pt x="8972" y="286"/>
                    <a:pt x="8844" y="286"/>
                  </a:cubicBezTo>
                  <a:lnTo>
                    <a:pt x="8073" y="257"/>
                  </a:lnTo>
                  <a:lnTo>
                    <a:pt x="1013" y="29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92"/>
            <p:cNvSpPr/>
            <p:nvPr/>
          </p:nvSpPr>
          <p:spPr>
            <a:xfrm>
              <a:off x="2584450" y="1858925"/>
              <a:ext cx="92375" cy="29775"/>
            </a:xfrm>
            <a:custGeom>
              <a:avLst/>
              <a:gdLst/>
              <a:ahLst/>
              <a:cxnLst/>
              <a:rect l="l" t="t" r="r" b="b"/>
              <a:pathLst>
                <a:path w="3695" h="1191" extrusionOk="0">
                  <a:moveTo>
                    <a:pt x="258" y="1"/>
                  </a:moveTo>
                  <a:cubicBezTo>
                    <a:pt x="150" y="1"/>
                    <a:pt x="53" y="69"/>
                    <a:pt x="29" y="178"/>
                  </a:cubicBezTo>
                  <a:cubicBezTo>
                    <a:pt x="0" y="307"/>
                    <a:pt x="86" y="435"/>
                    <a:pt x="214" y="463"/>
                  </a:cubicBezTo>
                  <a:lnTo>
                    <a:pt x="614" y="563"/>
                  </a:lnTo>
                  <a:lnTo>
                    <a:pt x="2782" y="1048"/>
                  </a:lnTo>
                  <a:lnTo>
                    <a:pt x="3381" y="1191"/>
                  </a:lnTo>
                  <a:lnTo>
                    <a:pt x="3423" y="1191"/>
                  </a:lnTo>
                  <a:cubicBezTo>
                    <a:pt x="3537" y="1191"/>
                    <a:pt x="3637" y="1119"/>
                    <a:pt x="3666" y="1005"/>
                  </a:cubicBezTo>
                  <a:cubicBezTo>
                    <a:pt x="3694" y="877"/>
                    <a:pt x="3609" y="749"/>
                    <a:pt x="3480" y="720"/>
                  </a:cubicBezTo>
                  <a:lnTo>
                    <a:pt x="1854" y="349"/>
                  </a:lnTo>
                  <a:lnTo>
                    <a:pt x="956" y="150"/>
                  </a:lnTo>
                  <a:lnTo>
                    <a:pt x="314" y="7"/>
                  </a:lnTo>
                  <a:cubicBezTo>
                    <a:pt x="295" y="3"/>
                    <a:pt x="276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92"/>
            <p:cNvSpPr/>
            <p:nvPr/>
          </p:nvSpPr>
          <p:spPr>
            <a:xfrm>
              <a:off x="2525250" y="1766725"/>
              <a:ext cx="139450" cy="22150"/>
            </a:xfrm>
            <a:custGeom>
              <a:avLst/>
              <a:gdLst/>
              <a:ahLst/>
              <a:cxnLst/>
              <a:rect l="l" t="t" r="r" b="b"/>
              <a:pathLst>
                <a:path w="5578" h="886" extrusionOk="0">
                  <a:moveTo>
                    <a:pt x="5306" y="1"/>
                  </a:moveTo>
                  <a:lnTo>
                    <a:pt x="4893" y="44"/>
                  </a:lnTo>
                  <a:lnTo>
                    <a:pt x="685" y="372"/>
                  </a:lnTo>
                  <a:lnTo>
                    <a:pt x="229" y="400"/>
                  </a:lnTo>
                  <a:cubicBezTo>
                    <a:pt x="100" y="415"/>
                    <a:pt x="1" y="529"/>
                    <a:pt x="15" y="657"/>
                  </a:cubicBezTo>
                  <a:cubicBezTo>
                    <a:pt x="29" y="785"/>
                    <a:pt x="129" y="885"/>
                    <a:pt x="257" y="885"/>
                  </a:cubicBezTo>
                  <a:cubicBezTo>
                    <a:pt x="257" y="885"/>
                    <a:pt x="272" y="885"/>
                    <a:pt x="272" y="871"/>
                  </a:cubicBezTo>
                  <a:lnTo>
                    <a:pt x="1270" y="800"/>
                  </a:lnTo>
                  <a:lnTo>
                    <a:pt x="4593" y="543"/>
                  </a:lnTo>
                  <a:lnTo>
                    <a:pt x="5349" y="472"/>
                  </a:lnTo>
                  <a:cubicBezTo>
                    <a:pt x="5478" y="472"/>
                    <a:pt x="5577" y="357"/>
                    <a:pt x="5563" y="229"/>
                  </a:cubicBezTo>
                  <a:cubicBezTo>
                    <a:pt x="5549" y="86"/>
                    <a:pt x="5449" y="1"/>
                    <a:pt x="53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92"/>
            <p:cNvSpPr/>
            <p:nvPr/>
          </p:nvSpPr>
          <p:spPr>
            <a:xfrm>
              <a:off x="2425775" y="1664375"/>
              <a:ext cx="269225" cy="33575"/>
            </a:xfrm>
            <a:custGeom>
              <a:avLst/>
              <a:gdLst/>
              <a:ahLst/>
              <a:cxnLst/>
              <a:rect l="l" t="t" r="r" b="b"/>
              <a:pathLst>
                <a:path w="10769" h="1343" extrusionOk="0">
                  <a:moveTo>
                    <a:pt x="10522" y="0"/>
                  </a:moveTo>
                  <a:cubicBezTo>
                    <a:pt x="10514" y="0"/>
                    <a:pt x="10506" y="1"/>
                    <a:pt x="10498" y="1"/>
                  </a:cubicBezTo>
                  <a:lnTo>
                    <a:pt x="10041" y="44"/>
                  </a:lnTo>
                  <a:lnTo>
                    <a:pt x="642" y="829"/>
                  </a:lnTo>
                  <a:lnTo>
                    <a:pt x="229" y="857"/>
                  </a:lnTo>
                  <a:cubicBezTo>
                    <a:pt x="100" y="871"/>
                    <a:pt x="0" y="986"/>
                    <a:pt x="15" y="1114"/>
                  </a:cubicBezTo>
                  <a:cubicBezTo>
                    <a:pt x="15" y="1242"/>
                    <a:pt x="129" y="1342"/>
                    <a:pt x="243" y="1342"/>
                  </a:cubicBezTo>
                  <a:lnTo>
                    <a:pt x="271" y="1342"/>
                  </a:lnTo>
                  <a:lnTo>
                    <a:pt x="1042" y="1271"/>
                  </a:lnTo>
                  <a:lnTo>
                    <a:pt x="10027" y="529"/>
                  </a:lnTo>
                  <a:lnTo>
                    <a:pt x="10541" y="486"/>
                  </a:lnTo>
                  <a:cubicBezTo>
                    <a:pt x="10669" y="472"/>
                    <a:pt x="10769" y="358"/>
                    <a:pt x="10754" y="230"/>
                  </a:cubicBezTo>
                  <a:cubicBezTo>
                    <a:pt x="10741" y="96"/>
                    <a:pt x="10640" y="0"/>
                    <a:pt x="105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92"/>
            <p:cNvSpPr/>
            <p:nvPr/>
          </p:nvSpPr>
          <p:spPr>
            <a:xfrm>
              <a:off x="2392600" y="1561950"/>
              <a:ext cx="276375" cy="44350"/>
            </a:xfrm>
            <a:custGeom>
              <a:avLst/>
              <a:gdLst/>
              <a:ahLst/>
              <a:cxnLst/>
              <a:rect l="l" t="t" r="r" b="b"/>
              <a:pathLst>
                <a:path w="11055" h="1774" extrusionOk="0">
                  <a:moveTo>
                    <a:pt x="10814" y="0"/>
                  </a:moveTo>
                  <a:cubicBezTo>
                    <a:pt x="10799" y="0"/>
                    <a:pt x="10784" y="2"/>
                    <a:pt x="10769" y="5"/>
                  </a:cubicBezTo>
                  <a:lnTo>
                    <a:pt x="10070" y="91"/>
                  </a:lnTo>
                  <a:lnTo>
                    <a:pt x="771" y="1232"/>
                  </a:lnTo>
                  <a:lnTo>
                    <a:pt x="229" y="1289"/>
                  </a:lnTo>
                  <a:cubicBezTo>
                    <a:pt x="101" y="1317"/>
                    <a:pt x="1" y="1431"/>
                    <a:pt x="15" y="1560"/>
                  </a:cubicBezTo>
                  <a:cubicBezTo>
                    <a:pt x="29" y="1674"/>
                    <a:pt x="144" y="1774"/>
                    <a:pt x="258" y="1774"/>
                  </a:cubicBezTo>
                  <a:lnTo>
                    <a:pt x="286" y="1774"/>
                  </a:lnTo>
                  <a:lnTo>
                    <a:pt x="714" y="1717"/>
                  </a:lnTo>
                  <a:lnTo>
                    <a:pt x="10341" y="533"/>
                  </a:lnTo>
                  <a:lnTo>
                    <a:pt x="10826" y="476"/>
                  </a:lnTo>
                  <a:cubicBezTo>
                    <a:pt x="10955" y="461"/>
                    <a:pt x="11055" y="333"/>
                    <a:pt x="11040" y="205"/>
                  </a:cubicBezTo>
                  <a:cubicBezTo>
                    <a:pt x="11028" y="91"/>
                    <a:pt x="10926" y="0"/>
                    <a:pt x="1081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92"/>
            <p:cNvSpPr/>
            <p:nvPr/>
          </p:nvSpPr>
          <p:spPr>
            <a:xfrm>
              <a:off x="2423625" y="1491425"/>
              <a:ext cx="179750" cy="36075"/>
            </a:xfrm>
            <a:custGeom>
              <a:avLst/>
              <a:gdLst/>
              <a:ahLst/>
              <a:cxnLst/>
              <a:rect l="l" t="t" r="r" b="b"/>
              <a:pathLst>
                <a:path w="7190" h="1443" extrusionOk="0">
                  <a:moveTo>
                    <a:pt x="6932" y="0"/>
                  </a:moveTo>
                  <a:cubicBezTo>
                    <a:pt x="6923" y="0"/>
                    <a:pt x="6913" y="1"/>
                    <a:pt x="6904" y="2"/>
                  </a:cubicBezTo>
                  <a:lnTo>
                    <a:pt x="5991" y="130"/>
                  </a:lnTo>
                  <a:lnTo>
                    <a:pt x="1113" y="843"/>
                  </a:lnTo>
                  <a:lnTo>
                    <a:pt x="229" y="972"/>
                  </a:lnTo>
                  <a:cubicBezTo>
                    <a:pt x="101" y="986"/>
                    <a:pt x="1" y="1114"/>
                    <a:pt x="29" y="1243"/>
                  </a:cubicBezTo>
                  <a:cubicBezTo>
                    <a:pt x="44" y="1357"/>
                    <a:pt x="143" y="1443"/>
                    <a:pt x="257" y="1443"/>
                  </a:cubicBezTo>
                  <a:lnTo>
                    <a:pt x="286" y="1443"/>
                  </a:lnTo>
                  <a:lnTo>
                    <a:pt x="714" y="1385"/>
                  </a:lnTo>
                  <a:lnTo>
                    <a:pt x="6547" y="530"/>
                  </a:lnTo>
                  <a:lnTo>
                    <a:pt x="6975" y="473"/>
                  </a:lnTo>
                  <a:cubicBezTo>
                    <a:pt x="7104" y="458"/>
                    <a:pt x="7189" y="330"/>
                    <a:pt x="7175" y="202"/>
                  </a:cubicBezTo>
                  <a:cubicBezTo>
                    <a:pt x="7148" y="83"/>
                    <a:pt x="7048" y="0"/>
                    <a:pt x="693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92"/>
            <p:cNvSpPr/>
            <p:nvPr/>
          </p:nvSpPr>
          <p:spPr>
            <a:xfrm>
              <a:off x="2589800" y="2407925"/>
              <a:ext cx="136225" cy="42750"/>
            </a:xfrm>
            <a:custGeom>
              <a:avLst/>
              <a:gdLst/>
              <a:ahLst/>
              <a:cxnLst/>
              <a:rect l="l" t="t" r="r" b="b"/>
              <a:pathLst>
                <a:path w="5449" h="1710" extrusionOk="0">
                  <a:moveTo>
                    <a:pt x="5188" y="1"/>
                  </a:moveTo>
                  <a:cubicBezTo>
                    <a:pt x="5166" y="1"/>
                    <a:pt x="5143" y="4"/>
                    <a:pt x="5121" y="12"/>
                  </a:cubicBezTo>
                  <a:lnTo>
                    <a:pt x="4422" y="183"/>
                  </a:lnTo>
                  <a:lnTo>
                    <a:pt x="999" y="1039"/>
                  </a:lnTo>
                  <a:lnTo>
                    <a:pt x="200" y="1238"/>
                  </a:lnTo>
                  <a:cubicBezTo>
                    <a:pt x="72" y="1267"/>
                    <a:pt x="0" y="1395"/>
                    <a:pt x="29" y="1524"/>
                  </a:cubicBezTo>
                  <a:cubicBezTo>
                    <a:pt x="57" y="1638"/>
                    <a:pt x="143" y="1709"/>
                    <a:pt x="257" y="1709"/>
                  </a:cubicBezTo>
                  <a:cubicBezTo>
                    <a:pt x="271" y="1709"/>
                    <a:pt x="300" y="1709"/>
                    <a:pt x="314" y="1695"/>
                  </a:cubicBezTo>
                  <a:lnTo>
                    <a:pt x="713" y="1595"/>
                  </a:lnTo>
                  <a:lnTo>
                    <a:pt x="4835" y="568"/>
                  </a:lnTo>
                  <a:lnTo>
                    <a:pt x="5235" y="468"/>
                  </a:lnTo>
                  <a:cubicBezTo>
                    <a:pt x="5363" y="440"/>
                    <a:pt x="5449" y="311"/>
                    <a:pt x="5406" y="183"/>
                  </a:cubicBezTo>
                  <a:cubicBezTo>
                    <a:pt x="5382" y="77"/>
                    <a:pt x="5291" y="1"/>
                    <a:pt x="518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92"/>
            <p:cNvSpPr/>
            <p:nvPr/>
          </p:nvSpPr>
          <p:spPr>
            <a:xfrm>
              <a:off x="2558775" y="2493025"/>
              <a:ext cx="211825" cy="30375"/>
            </a:xfrm>
            <a:custGeom>
              <a:avLst/>
              <a:gdLst/>
              <a:ahLst/>
              <a:cxnLst/>
              <a:rect l="l" t="t" r="r" b="b"/>
              <a:pathLst>
                <a:path w="8473" h="1215" extrusionOk="0">
                  <a:moveTo>
                    <a:pt x="8228" y="1"/>
                  </a:moveTo>
                  <a:cubicBezTo>
                    <a:pt x="8220" y="1"/>
                    <a:pt x="8211" y="1"/>
                    <a:pt x="8201" y="2"/>
                  </a:cubicBezTo>
                  <a:lnTo>
                    <a:pt x="856" y="673"/>
                  </a:lnTo>
                  <a:lnTo>
                    <a:pt x="229" y="730"/>
                  </a:lnTo>
                  <a:cubicBezTo>
                    <a:pt x="100" y="744"/>
                    <a:pt x="0" y="858"/>
                    <a:pt x="15" y="986"/>
                  </a:cubicBezTo>
                  <a:cubicBezTo>
                    <a:pt x="29" y="1115"/>
                    <a:pt x="129" y="1215"/>
                    <a:pt x="257" y="1215"/>
                  </a:cubicBezTo>
                  <a:cubicBezTo>
                    <a:pt x="257" y="1215"/>
                    <a:pt x="271" y="1215"/>
                    <a:pt x="271" y="1200"/>
                  </a:cubicBezTo>
                  <a:lnTo>
                    <a:pt x="685" y="1172"/>
                  </a:lnTo>
                  <a:lnTo>
                    <a:pt x="8244" y="473"/>
                  </a:lnTo>
                  <a:cubicBezTo>
                    <a:pt x="8373" y="459"/>
                    <a:pt x="8472" y="345"/>
                    <a:pt x="8458" y="216"/>
                  </a:cubicBezTo>
                  <a:cubicBezTo>
                    <a:pt x="8458" y="96"/>
                    <a:pt x="8358" y="1"/>
                    <a:pt x="822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92"/>
            <p:cNvSpPr/>
            <p:nvPr/>
          </p:nvSpPr>
          <p:spPr>
            <a:xfrm>
              <a:off x="2583725" y="2576575"/>
              <a:ext cx="216100" cy="61650"/>
            </a:xfrm>
            <a:custGeom>
              <a:avLst/>
              <a:gdLst/>
              <a:ahLst/>
              <a:cxnLst/>
              <a:rect l="l" t="t" r="r" b="b"/>
              <a:pathLst>
                <a:path w="8644" h="2466" extrusionOk="0">
                  <a:moveTo>
                    <a:pt x="8384" y="1"/>
                  </a:moveTo>
                  <a:cubicBezTo>
                    <a:pt x="8361" y="1"/>
                    <a:pt x="8339" y="5"/>
                    <a:pt x="8316" y="12"/>
                  </a:cubicBezTo>
                  <a:lnTo>
                    <a:pt x="200" y="1995"/>
                  </a:lnTo>
                  <a:cubicBezTo>
                    <a:pt x="72" y="2023"/>
                    <a:pt x="1" y="2166"/>
                    <a:pt x="29" y="2280"/>
                  </a:cubicBezTo>
                  <a:cubicBezTo>
                    <a:pt x="58" y="2394"/>
                    <a:pt x="158" y="2465"/>
                    <a:pt x="257" y="2465"/>
                  </a:cubicBezTo>
                  <a:lnTo>
                    <a:pt x="315" y="2465"/>
                  </a:lnTo>
                  <a:lnTo>
                    <a:pt x="8430" y="469"/>
                  </a:lnTo>
                  <a:cubicBezTo>
                    <a:pt x="8558" y="440"/>
                    <a:pt x="8644" y="312"/>
                    <a:pt x="8601" y="183"/>
                  </a:cubicBezTo>
                  <a:cubicBezTo>
                    <a:pt x="8578" y="78"/>
                    <a:pt x="8487" y="1"/>
                    <a:pt x="838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7" name="Google Shape;1667;p92"/>
          <p:cNvGrpSpPr/>
          <p:nvPr/>
        </p:nvGrpSpPr>
        <p:grpSpPr>
          <a:xfrm>
            <a:off x="2881984" y="3144191"/>
            <a:ext cx="1377698" cy="1417067"/>
            <a:chOff x="2844025" y="3355850"/>
            <a:chExt cx="478550" cy="492225"/>
          </a:xfrm>
        </p:grpSpPr>
        <p:sp>
          <p:nvSpPr>
            <p:cNvPr id="1668" name="Google Shape;1668;p92"/>
            <p:cNvSpPr/>
            <p:nvPr/>
          </p:nvSpPr>
          <p:spPr>
            <a:xfrm>
              <a:off x="2844025" y="3480950"/>
              <a:ext cx="234300" cy="113950"/>
            </a:xfrm>
            <a:custGeom>
              <a:avLst/>
              <a:gdLst/>
              <a:ahLst/>
              <a:cxnLst/>
              <a:rect l="l" t="t" r="r" b="b"/>
              <a:pathLst>
                <a:path w="9372" h="4558" extrusionOk="0">
                  <a:moveTo>
                    <a:pt x="418" y="0"/>
                  </a:moveTo>
                  <a:cubicBezTo>
                    <a:pt x="365" y="0"/>
                    <a:pt x="310" y="12"/>
                    <a:pt x="257" y="36"/>
                  </a:cubicBezTo>
                  <a:cubicBezTo>
                    <a:pt x="72" y="122"/>
                    <a:pt x="1" y="350"/>
                    <a:pt x="86" y="535"/>
                  </a:cubicBezTo>
                  <a:cubicBezTo>
                    <a:pt x="1213" y="2803"/>
                    <a:pt x="3837" y="3602"/>
                    <a:pt x="6504" y="4115"/>
                  </a:cubicBezTo>
                  <a:cubicBezTo>
                    <a:pt x="7446" y="4301"/>
                    <a:pt x="8416" y="4444"/>
                    <a:pt x="9371" y="4558"/>
                  </a:cubicBezTo>
                  <a:cubicBezTo>
                    <a:pt x="9357" y="4329"/>
                    <a:pt x="9343" y="4101"/>
                    <a:pt x="9314" y="3873"/>
                  </a:cubicBezTo>
                  <a:cubicBezTo>
                    <a:pt x="9314" y="3859"/>
                    <a:pt x="9314" y="3844"/>
                    <a:pt x="9314" y="3816"/>
                  </a:cubicBezTo>
                  <a:cubicBezTo>
                    <a:pt x="8929" y="3773"/>
                    <a:pt x="8544" y="3716"/>
                    <a:pt x="8145" y="3659"/>
                  </a:cubicBezTo>
                  <a:lnTo>
                    <a:pt x="7688" y="4073"/>
                  </a:lnTo>
                  <a:cubicBezTo>
                    <a:pt x="7645" y="4101"/>
                    <a:pt x="7603" y="4115"/>
                    <a:pt x="7560" y="4115"/>
                  </a:cubicBezTo>
                  <a:cubicBezTo>
                    <a:pt x="7517" y="4115"/>
                    <a:pt x="7460" y="4101"/>
                    <a:pt x="7432" y="4058"/>
                  </a:cubicBezTo>
                  <a:cubicBezTo>
                    <a:pt x="7360" y="3987"/>
                    <a:pt x="7374" y="3873"/>
                    <a:pt x="7446" y="3802"/>
                  </a:cubicBezTo>
                  <a:lnTo>
                    <a:pt x="7688" y="3588"/>
                  </a:lnTo>
                  <a:cubicBezTo>
                    <a:pt x="7332" y="3531"/>
                    <a:pt x="6989" y="3474"/>
                    <a:pt x="6633" y="3402"/>
                  </a:cubicBezTo>
                  <a:cubicBezTo>
                    <a:pt x="6219" y="3317"/>
                    <a:pt x="5791" y="3231"/>
                    <a:pt x="5378" y="3131"/>
                  </a:cubicBezTo>
                  <a:lnTo>
                    <a:pt x="4921" y="3488"/>
                  </a:lnTo>
                  <a:cubicBezTo>
                    <a:pt x="4893" y="3516"/>
                    <a:pt x="4850" y="3531"/>
                    <a:pt x="4807" y="3531"/>
                  </a:cubicBezTo>
                  <a:cubicBezTo>
                    <a:pt x="4764" y="3531"/>
                    <a:pt x="4707" y="3502"/>
                    <a:pt x="4665" y="3459"/>
                  </a:cubicBezTo>
                  <a:cubicBezTo>
                    <a:pt x="4607" y="3388"/>
                    <a:pt x="4622" y="3274"/>
                    <a:pt x="4693" y="3203"/>
                  </a:cubicBezTo>
                  <a:lnTo>
                    <a:pt x="4936" y="3003"/>
                  </a:lnTo>
                  <a:cubicBezTo>
                    <a:pt x="4051" y="2775"/>
                    <a:pt x="3224" y="2475"/>
                    <a:pt x="2525" y="2047"/>
                  </a:cubicBezTo>
                  <a:lnTo>
                    <a:pt x="2169" y="2333"/>
                  </a:lnTo>
                  <a:cubicBezTo>
                    <a:pt x="2126" y="2361"/>
                    <a:pt x="2097" y="2375"/>
                    <a:pt x="2054" y="2375"/>
                  </a:cubicBezTo>
                  <a:cubicBezTo>
                    <a:pt x="1997" y="2375"/>
                    <a:pt x="1940" y="2347"/>
                    <a:pt x="1912" y="2304"/>
                  </a:cubicBezTo>
                  <a:cubicBezTo>
                    <a:pt x="1840" y="2219"/>
                    <a:pt x="1855" y="2104"/>
                    <a:pt x="1940" y="2047"/>
                  </a:cubicBezTo>
                  <a:lnTo>
                    <a:pt x="2197" y="1833"/>
                  </a:lnTo>
                  <a:cubicBezTo>
                    <a:pt x="1584" y="1420"/>
                    <a:pt x="1085" y="878"/>
                    <a:pt x="742" y="207"/>
                  </a:cubicBezTo>
                  <a:cubicBezTo>
                    <a:pt x="681" y="75"/>
                    <a:pt x="554" y="0"/>
                    <a:pt x="41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92"/>
            <p:cNvSpPr/>
            <p:nvPr/>
          </p:nvSpPr>
          <p:spPr>
            <a:xfrm>
              <a:off x="3095400" y="3578825"/>
              <a:ext cx="227175" cy="136950"/>
            </a:xfrm>
            <a:custGeom>
              <a:avLst/>
              <a:gdLst/>
              <a:ahLst/>
              <a:cxnLst/>
              <a:rect l="l" t="t" r="r" b="b"/>
              <a:pathLst>
                <a:path w="9087" h="5478" extrusionOk="0">
                  <a:moveTo>
                    <a:pt x="1" y="1"/>
                  </a:moveTo>
                  <a:cubicBezTo>
                    <a:pt x="15" y="243"/>
                    <a:pt x="29" y="500"/>
                    <a:pt x="58" y="742"/>
                  </a:cubicBezTo>
                  <a:cubicBezTo>
                    <a:pt x="743" y="828"/>
                    <a:pt x="1441" y="928"/>
                    <a:pt x="2126" y="1042"/>
                  </a:cubicBezTo>
                  <a:lnTo>
                    <a:pt x="2497" y="643"/>
                  </a:lnTo>
                  <a:cubicBezTo>
                    <a:pt x="2534" y="605"/>
                    <a:pt x="2584" y="587"/>
                    <a:pt x="2633" y="587"/>
                  </a:cubicBezTo>
                  <a:cubicBezTo>
                    <a:pt x="2677" y="587"/>
                    <a:pt x="2720" y="601"/>
                    <a:pt x="2754" y="628"/>
                  </a:cubicBezTo>
                  <a:cubicBezTo>
                    <a:pt x="2839" y="700"/>
                    <a:pt x="2839" y="814"/>
                    <a:pt x="2768" y="899"/>
                  </a:cubicBezTo>
                  <a:lnTo>
                    <a:pt x="2554" y="1113"/>
                  </a:lnTo>
                  <a:cubicBezTo>
                    <a:pt x="3139" y="1213"/>
                    <a:pt x="3709" y="1341"/>
                    <a:pt x="4280" y="1484"/>
                  </a:cubicBezTo>
                  <a:cubicBezTo>
                    <a:pt x="6719" y="2140"/>
                    <a:pt x="8088" y="3367"/>
                    <a:pt x="8330" y="5164"/>
                  </a:cubicBezTo>
                  <a:cubicBezTo>
                    <a:pt x="8359" y="5349"/>
                    <a:pt x="8516" y="5478"/>
                    <a:pt x="8701" y="5478"/>
                  </a:cubicBezTo>
                  <a:lnTo>
                    <a:pt x="8744" y="5478"/>
                  </a:lnTo>
                  <a:cubicBezTo>
                    <a:pt x="8944" y="5449"/>
                    <a:pt x="9086" y="5264"/>
                    <a:pt x="9058" y="5064"/>
                  </a:cubicBezTo>
                  <a:cubicBezTo>
                    <a:pt x="8758" y="2953"/>
                    <a:pt x="7218" y="1513"/>
                    <a:pt x="4465" y="785"/>
                  </a:cubicBezTo>
                  <a:cubicBezTo>
                    <a:pt x="2996" y="386"/>
                    <a:pt x="1484" y="18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92"/>
            <p:cNvSpPr/>
            <p:nvPr/>
          </p:nvSpPr>
          <p:spPr>
            <a:xfrm>
              <a:off x="3040150" y="3355850"/>
              <a:ext cx="157975" cy="492225"/>
            </a:xfrm>
            <a:custGeom>
              <a:avLst/>
              <a:gdLst/>
              <a:ahLst/>
              <a:cxnLst/>
              <a:rect l="l" t="t" r="r" b="b"/>
              <a:pathLst>
                <a:path w="6319" h="19689" extrusionOk="0">
                  <a:moveTo>
                    <a:pt x="424" y="1"/>
                  </a:moveTo>
                  <a:cubicBezTo>
                    <a:pt x="372" y="1"/>
                    <a:pt x="320" y="11"/>
                    <a:pt x="271" y="34"/>
                  </a:cubicBezTo>
                  <a:cubicBezTo>
                    <a:pt x="86" y="105"/>
                    <a:pt x="0" y="319"/>
                    <a:pt x="86" y="505"/>
                  </a:cubicBezTo>
                  <a:cubicBezTo>
                    <a:pt x="285" y="975"/>
                    <a:pt x="442" y="1460"/>
                    <a:pt x="571" y="1945"/>
                  </a:cubicBezTo>
                  <a:lnTo>
                    <a:pt x="813" y="1760"/>
                  </a:lnTo>
                  <a:cubicBezTo>
                    <a:pt x="844" y="1729"/>
                    <a:pt x="883" y="1714"/>
                    <a:pt x="923" y="1714"/>
                  </a:cubicBezTo>
                  <a:cubicBezTo>
                    <a:pt x="975" y="1714"/>
                    <a:pt x="1029" y="1740"/>
                    <a:pt x="1070" y="1788"/>
                  </a:cubicBezTo>
                  <a:cubicBezTo>
                    <a:pt x="1127" y="1874"/>
                    <a:pt x="1113" y="1988"/>
                    <a:pt x="1041" y="2045"/>
                  </a:cubicBezTo>
                  <a:lnTo>
                    <a:pt x="670" y="2330"/>
                  </a:lnTo>
                  <a:cubicBezTo>
                    <a:pt x="813" y="2944"/>
                    <a:pt x="913" y="3543"/>
                    <a:pt x="999" y="4099"/>
                  </a:cubicBezTo>
                  <a:cubicBezTo>
                    <a:pt x="1027" y="4313"/>
                    <a:pt x="1070" y="4527"/>
                    <a:pt x="1098" y="4755"/>
                  </a:cubicBezTo>
                  <a:lnTo>
                    <a:pt x="1341" y="4555"/>
                  </a:lnTo>
                  <a:cubicBezTo>
                    <a:pt x="1373" y="4523"/>
                    <a:pt x="1414" y="4508"/>
                    <a:pt x="1455" y="4508"/>
                  </a:cubicBezTo>
                  <a:cubicBezTo>
                    <a:pt x="1506" y="4508"/>
                    <a:pt x="1558" y="4530"/>
                    <a:pt x="1598" y="4570"/>
                  </a:cubicBezTo>
                  <a:cubicBezTo>
                    <a:pt x="1655" y="4655"/>
                    <a:pt x="1640" y="4769"/>
                    <a:pt x="1569" y="4826"/>
                  </a:cubicBezTo>
                  <a:lnTo>
                    <a:pt x="1141" y="5183"/>
                  </a:lnTo>
                  <a:cubicBezTo>
                    <a:pt x="1227" y="5853"/>
                    <a:pt x="1298" y="6552"/>
                    <a:pt x="1355" y="7223"/>
                  </a:cubicBezTo>
                  <a:lnTo>
                    <a:pt x="1598" y="7009"/>
                  </a:lnTo>
                  <a:cubicBezTo>
                    <a:pt x="1630" y="6976"/>
                    <a:pt x="1670" y="6962"/>
                    <a:pt x="1712" y="6962"/>
                  </a:cubicBezTo>
                  <a:cubicBezTo>
                    <a:pt x="1763" y="6962"/>
                    <a:pt x="1815" y="6984"/>
                    <a:pt x="1854" y="7023"/>
                  </a:cubicBezTo>
                  <a:cubicBezTo>
                    <a:pt x="1926" y="7094"/>
                    <a:pt x="1911" y="7208"/>
                    <a:pt x="1840" y="7280"/>
                  </a:cubicBezTo>
                  <a:lnTo>
                    <a:pt x="1384" y="7679"/>
                  </a:lnTo>
                  <a:cubicBezTo>
                    <a:pt x="1412" y="8064"/>
                    <a:pt x="1441" y="8449"/>
                    <a:pt x="1469" y="8820"/>
                  </a:cubicBezTo>
                  <a:cubicBezTo>
                    <a:pt x="1469" y="8848"/>
                    <a:pt x="1469" y="8863"/>
                    <a:pt x="1469" y="8877"/>
                  </a:cubicBezTo>
                  <a:cubicBezTo>
                    <a:pt x="1498" y="9105"/>
                    <a:pt x="1512" y="9333"/>
                    <a:pt x="1526" y="9562"/>
                  </a:cubicBezTo>
                  <a:cubicBezTo>
                    <a:pt x="1626" y="10917"/>
                    <a:pt x="1740" y="12300"/>
                    <a:pt x="1954" y="13669"/>
                  </a:cubicBezTo>
                  <a:cubicBezTo>
                    <a:pt x="2296" y="15852"/>
                    <a:pt x="3067" y="18847"/>
                    <a:pt x="5805" y="19674"/>
                  </a:cubicBezTo>
                  <a:cubicBezTo>
                    <a:pt x="5834" y="19688"/>
                    <a:pt x="5876" y="19688"/>
                    <a:pt x="5905" y="19688"/>
                  </a:cubicBezTo>
                  <a:cubicBezTo>
                    <a:pt x="6062" y="19688"/>
                    <a:pt x="6204" y="19588"/>
                    <a:pt x="6261" y="19432"/>
                  </a:cubicBezTo>
                  <a:cubicBezTo>
                    <a:pt x="6319" y="19232"/>
                    <a:pt x="6204" y="19032"/>
                    <a:pt x="6005" y="18975"/>
                  </a:cubicBezTo>
                  <a:cubicBezTo>
                    <a:pt x="4151" y="18419"/>
                    <a:pt x="3338" y="16650"/>
                    <a:pt x="2924" y="14867"/>
                  </a:cubicBezTo>
                  <a:lnTo>
                    <a:pt x="2667" y="15067"/>
                  </a:lnTo>
                  <a:cubicBezTo>
                    <a:pt x="2639" y="15081"/>
                    <a:pt x="2596" y="15096"/>
                    <a:pt x="2567" y="15096"/>
                  </a:cubicBezTo>
                  <a:cubicBezTo>
                    <a:pt x="2510" y="15096"/>
                    <a:pt x="2453" y="15081"/>
                    <a:pt x="2411" y="15024"/>
                  </a:cubicBezTo>
                  <a:cubicBezTo>
                    <a:pt x="2353" y="14953"/>
                    <a:pt x="2368" y="14839"/>
                    <a:pt x="2453" y="14768"/>
                  </a:cubicBezTo>
                  <a:lnTo>
                    <a:pt x="2838" y="14468"/>
                  </a:lnTo>
                  <a:cubicBezTo>
                    <a:pt x="2767" y="14154"/>
                    <a:pt x="2724" y="13855"/>
                    <a:pt x="2667" y="13555"/>
                  </a:cubicBezTo>
                  <a:cubicBezTo>
                    <a:pt x="2610" y="13170"/>
                    <a:pt x="2567" y="12799"/>
                    <a:pt x="2510" y="12414"/>
                  </a:cubicBezTo>
                  <a:lnTo>
                    <a:pt x="2296" y="12642"/>
                  </a:lnTo>
                  <a:cubicBezTo>
                    <a:pt x="2268" y="12685"/>
                    <a:pt x="2211" y="12699"/>
                    <a:pt x="2168" y="12699"/>
                  </a:cubicBezTo>
                  <a:cubicBezTo>
                    <a:pt x="2125" y="12699"/>
                    <a:pt x="2068" y="12685"/>
                    <a:pt x="2040" y="12657"/>
                  </a:cubicBezTo>
                  <a:cubicBezTo>
                    <a:pt x="1968" y="12585"/>
                    <a:pt x="1968" y="12471"/>
                    <a:pt x="2040" y="12400"/>
                  </a:cubicBezTo>
                  <a:lnTo>
                    <a:pt x="2468" y="11944"/>
                  </a:lnTo>
                  <a:cubicBezTo>
                    <a:pt x="2382" y="11173"/>
                    <a:pt x="2325" y="10417"/>
                    <a:pt x="2268" y="9661"/>
                  </a:cubicBezTo>
                  <a:cubicBezTo>
                    <a:pt x="2239" y="9419"/>
                    <a:pt x="2225" y="9162"/>
                    <a:pt x="2211" y="8920"/>
                  </a:cubicBezTo>
                  <a:cubicBezTo>
                    <a:pt x="2211" y="8891"/>
                    <a:pt x="2211" y="8863"/>
                    <a:pt x="2211" y="8834"/>
                  </a:cubicBezTo>
                  <a:cubicBezTo>
                    <a:pt x="2097" y="7237"/>
                    <a:pt x="1968" y="5597"/>
                    <a:pt x="1726" y="3985"/>
                  </a:cubicBezTo>
                  <a:cubicBezTo>
                    <a:pt x="1541" y="2815"/>
                    <a:pt x="1298" y="1460"/>
                    <a:pt x="756" y="219"/>
                  </a:cubicBezTo>
                  <a:cubicBezTo>
                    <a:pt x="704" y="83"/>
                    <a:pt x="566" y="1"/>
                    <a:pt x="42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92"/>
            <p:cNvSpPr/>
            <p:nvPr/>
          </p:nvSpPr>
          <p:spPr>
            <a:xfrm>
              <a:off x="3028025" y="3529875"/>
              <a:ext cx="60275" cy="53975"/>
            </a:xfrm>
            <a:custGeom>
              <a:avLst/>
              <a:gdLst/>
              <a:ahLst/>
              <a:cxnLst/>
              <a:rect l="l" t="t" r="r" b="b"/>
              <a:pathLst>
                <a:path w="2411" h="2159" extrusionOk="0">
                  <a:moveTo>
                    <a:pt x="2197" y="1"/>
                  </a:moveTo>
                  <a:cubicBezTo>
                    <a:pt x="2155" y="1"/>
                    <a:pt x="2115" y="15"/>
                    <a:pt x="2083" y="48"/>
                  </a:cubicBezTo>
                  <a:lnTo>
                    <a:pt x="1840" y="262"/>
                  </a:lnTo>
                  <a:lnTo>
                    <a:pt x="328" y="1631"/>
                  </a:lnTo>
                  <a:lnTo>
                    <a:pt x="86" y="1845"/>
                  </a:lnTo>
                  <a:cubicBezTo>
                    <a:pt x="14" y="1916"/>
                    <a:pt x="0" y="2030"/>
                    <a:pt x="72" y="2101"/>
                  </a:cubicBezTo>
                  <a:cubicBezTo>
                    <a:pt x="100" y="2144"/>
                    <a:pt x="157" y="2158"/>
                    <a:pt x="200" y="2158"/>
                  </a:cubicBezTo>
                  <a:cubicBezTo>
                    <a:pt x="243" y="2158"/>
                    <a:pt x="285" y="2144"/>
                    <a:pt x="328" y="2116"/>
                  </a:cubicBezTo>
                  <a:lnTo>
                    <a:pt x="785" y="1702"/>
                  </a:lnTo>
                  <a:lnTo>
                    <a:pt x="1869" y="718"/>
                  </a:lnTo>
                  <a:lnTo>
                    <a:pt x="2325" y="319"/>
                  </a:lnTo>
                  <a:cubicBezTo>
                    <a:pt x="2396" y="247"/>
                    <a:pt x="2411" y="133"/>
                    <a:pt x="2339" y="62"/>
                  </a:cubicBezTo>
                  <a:cubicBezTo>
                    <a:pt x="2300" y="23"/>
                    <a:pt x="2248" y="1"/>
                    <a:pt x="2197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92"/>
            <p:cNvSpPr/>
            <p:nvPr/>
          </p:nvSpPr>
          <p:spPr>
            <a:xfrm>
              <a:off x="2959200" y="3468550"/>
              <a:ext cx="122325" cy="100675"/>
            </a:xfrm>
            <a:custGeom>
              <a:avLst/>
              <a:gdLst/>
              <a:ahLst/>
              <a:cxnLst/>
              <a:rect l="l" t="t" r="r" b="b"/>
              <a:pathLst>
                <a:path w="4893" h="4027" extrusionOk="0">
                  <a:moveTo>
                    <a:pt x="4693" y="0"/>
                  </a:moveTo>
                  <a:cubicBezTo>
                    <a:pt x="4652" y="0"/>
                    <a:pt x="4611" y="15"/>
                    <a:pt x="4579" y="47"/>
                  </a:cubicBezTo>
                  <a:lnTo>
                    <a:pt x="4336" y="247"/>
                  </a:lnTo>
                  <a:lnTo>
                    <a:pt x="329" y="3499"/>
                  </a:lnTo>
                  <a:lnTo>
                    <a:pt x="86" y="3699"/>
                  </a:lnTo>
                  <a:cubicBezTo>
                    <a:pt x="15" y="3770"/>
                    <a:pt x="0" y="3884"/>
                    <a:pt x="58" y="3955"/>
                  </a:cubicBezTo>
                  <a:cubicBezTo>
                    <a:pt x="100" y="3998"/>
                    <a:pt x="157" y="4027"/>
                    <a:pt x="200" y="4027"/>
                  </a:cubicBezTo>
                  <a:cubicBezTo>
                    <a:pt x="243" y="4027"/>
                    <a:pt x="286" y="4012"/>
                    <a:pt x="314" y="3984"/>
                  </a:cubicBezTo>
                  <a:lnTo>
                    <a:pt x="771" y="3627"/>
                  </a:lnTo>
                  <a:lnTo>
                    <a:pt x="4379" y="675"/>
                  </a:lnTo>
                  <a:lnTo>
                    <a:pt x="4807" y="318"/>
                  </a:lnTo>
                  <a:cubicBezTo>
                    <a:pt x="4878" y="261"/>
                    <a:pt x="4893" y="147"/>
                    <a:pt x="4836" y="62"/>
                  </a:cubicBezTo>
                  <a:cubicBezTo>
                    <a:pt x="4796" y="22"/>
                    <a:pt x="4744" y="0"/>
                    <a:pt x="469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92"/>
            <p:cNvSpPr/>
            <p:nvPr/>
          </p:nvSpPr>
          <p:spPr>
            <a:xfrm>
              <a:off x="2890025" y="3398700"/>
              <a:ext cx="178300" cy="141650"/>
            </a:xfrm>
            <a:custGeom>
              <a:avLst/>
              <a:gdLst/>
              <a:ahLst/>
              <a:cxnLst/>
              <a:rect l="l" t="t" r="r" b="b"/>
              <a:pathLst>
                <a:path w="7132" h="5666" extrusionOk="0">
                  <a:moveTo>
                    <a:pt x="6928" y="0"/>
                  </a:moveTo>
                  <a:cubicBezTo>
                    <a:pt x="6888" y="0"/>
                    <a:pt x="6849" y="15"/>
                    <a:pt x="6818" y="46"/>
                  </a:cubicBezTo>
                  <a:lnTo>
                    <a:pt x="6576" y="231"/>
                  </a:lnTo>
                  <a:lnTo>
                    <a:pt x="357" y="5123"/>
                  </a:lnTo>
                  <a:lnTo>
                    <a:pt x="100" y="5337"/>
                  </a:lnTo>
                  <a:cubicBezTo>
                    <a:pt x="15" y="5394"/>
                    <a:pt x="0" y="5509"/>
                    <a:pt x="72" y="5594"/>
                  </a:cubicBezTo>
                  <a:cubicBezTo>
                    <a:pt x="100" y="5637"/>
                    <a:pt x="157" y="5665"/>
                    <a:pt x="214" y="5665"/>
                  </a:cubicBezTo>
                  <a:cubicBezTo>
                    <a:pt x="257" y="5665"/>
                    <a:pt x="286" y="5651"/>
                    <a:pt x="329" y="5623"/>
                  </a:cubicBezTo>
                  <a:lnTo>
                    <a:pt x="685" y="5337"/>
                  </a:lnTo>
                  <a:lnTo>
                    <a:pt x="6675" y="616"/>
                  </a:lnTo>
                  <a:lnTo>
                    <a:pt x="7046" y="331"/>
                  </a:lnTo>
                  <a:cubicBezTo>
                    <a:pt x="7118" y="274"/>
                    <a:pt x="7132" y="160"/>
                    <a:pt x="7075" y="74"/>
                  </a:cubicBezTo>
                  <a:cubicBezTo>
                    <a:pt x="7034" y="26"/>
                    <a:pt x="6980" y="0"/>
                    <a:pt x="692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92"/>
            <p:cNvSpPr/>
            <p:nvPr/>
          </p:nvSpPr>
          <p:spPr>
            <a:xfrm>
              <a:off x="3089350" y="3593500"/>
              <a:ext cx="77050" cy="79850"/>
            </a:xfrm>
            <a:custGeom>
              <a:avLst/>
              <a:gdLst/>
              <a:ahLst/>
              <a:cxnLst/>
              <a:rect l="l" t="t" r="r" b="b"/>
              <a:pathLst>
                <a:path w="3082" h="3194" extrusionOk="0">
                  <a:moveTo>
                    <a:pt x="2875" y="0"/>
                  </a:moveTo>
                  <a:cubicBezTo>
                    <a:pt x="2826" y="0"/>
                    <a:pt x="2776" y="18"/>
                    <a:pt x="2739" y="56"/>
                  </a:cubicBezTo>
                  <a:lnTo>
                    <a:pt x="2368" y="455"/>
                  </a:lnTo>
                  <a:lnTo>
                    <a:pt x="500" y="2438"/>
                  </a:lnTo>
                  <a:lnTo>
                    <a:pt x="72" y="2894"/>
                  </a:lnTo>
                  <a:cubicBezTo>
                    <a:pt x="0" y="2965"/>
                    <a:pt x="0" y="3079"/>
                    <a:pt x="72" y="3151"/>
                  </a:cubicBezTo>
                  <a:cubicBezTo>
                    <a:pt x="100" y="3179"/>
                    <a:pt x="157" y="3193"/>
                    <a:pt x="200" y="3193"/>
                  </a:cubicBezTo>
                  <a:cubicBezTo>
                    <a:pt x="243" y="3193"/>
                    <a:pt x="300" y="3179"/>
                    <a:pt x="328" y="3136"/>
                  </a:cubicBezTo>
                  <a:lnTo>
                    <a:pt x="542" y="2908"/>
                  </a:lnTo>
                  <a:lnTo>
                    <a:pt x="2796" y="526"/>
                  </a:lnTo>
                  <a:lnTo>
                    <a:pt x="3010" y="312"/>
                  </a:lnTo>
                  <a:cubicBezTo>
                    <a:pt x="3081" y="227"/>
                    <a:pt x="3081" y="113"/>
                    <a:pt x="2996" y="41"/>
                  </a:cubicBezTo>
                  <a:cubicBezTo>
                    <a:pt x="2962" y="14"/>
                    <a:pt x="2919" y="0"/>
                    <a:pt x="287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92"/>
            <p:cNvSpPr/>
            <p:nvPr/>
          </p:nvSpPr>
          <p:spPr>
            <a:xfrm>
              <a:off x="3098975" y="3630000"/>
              <a:ext cx="131950" cy="103250"/>
            </a:xfrm>
            <a:custGeom>
              <a:avLst/>
              <a:gdLst/>
              <a:ahLst/>
              <a:cxnLst/>
              <a:rect l="l" t="t" r="r" b="b"/>
              <a:pathLst>
                <a:path w="5278" h="4130" extrusionOk="0">
                  <a:moveTo>
                    <a:pt x="5066" y="1"/>
                  </a:moveTo>
                  <a:cubicBezTo>
                    <a:pt x="5026" y="1"/>
                    <a:pt x="4985" y="12"/>
                    <a:pt x="4950" y="36"/>
                  </a:cubicBezTo>
                  <a:lnTo>
                    <a:pt x="485" y="3502"/>
                  </a:lnTo>
                  <a:lnTo>
                    <a:pt x="100" y="3802"/>
                  </a:lnTo>
                  <a:cubicBezTo>
                    <a:pt x="15" y="3873"/>
                    <a:pt x="0" y="3987"/>
                    <a:pt x="58" y="4058"/>
                  </a:cubicBezTo>
                  <a:cubicBezTo>
                    <a:pt x="100" y="4115"/>
                    <a:pt x="157" y="4130"/>
                    <a:pt x="214" y="4130"/>
                  </a:cubicBezTo>
                  <a:cubicBezTo>
                    <a:pt x="243" y="4130"/>
                    <a:pt x="286" y="4115"/>
                    <a:pt x="314" y="4101"/>
                  </a:cubicBezTo>
                  <a:lnTo>
                    <a:pt x="571" y="3901"/>
                  </a:lnTo>
                  <a:lnTo>
                    <a:pt x="5178" y="321"/>
                  </a:lnTo>
                  <a:cubicBezTo>
                    <a:pt x="5263" y="264"/>
                    <a:pt x="5278" y="150"/>
                    <a:pt x="5206" y="65"/>
                  </a:cubicBezTo>
                  <a:cubicBezTo>
                    <a:pt x="5173" y="23"/>
                    <a:pt x="5121" y="1"/>
                    <a:pt x="506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92"/>
            <p:cNvSpPr/>
            <p:nvPr/>
          </p:nvSpPr>
          <p:spPr>
            <a:xfrm>
              <a:off x="3163150" y="3672025"/>
              <a:ext cx="120550" cy="125400"/>
            </a:xfrm>
            <a:custGeom>
              <a:avLst/>
              <a:gdLst/>
              <a:ahLst/>
              <a:cxnLst/>
              <a:rect l="l" t="t" r="r" b="b"/>
              <a:pathLst>
                <a:path w="4822" h="5016" extrusionOk="0">
                  <a:moveTo>
                    <a:pt x="4628" y="1"/>
                  </a:moveTo>
                  <a:cubicBezTo>
                    <a:pt x="4580" y="1"/>
                    <a:pt x="4531" y="22"/>
                    <a:pt x="4494" y="67"/>
                  </a:cubicBezTo>
                  <a:lnTo>
                    <a:pt x="72" y="4702"/>
                  </a:lnTo>
                  <a:cubicBezTo>
                    <a:pt x="1" y="4773"/>
                    <a:pt x="1" y="4888"/>
                    <a:pt x="72" y="4959"/>
                  </a:cubicBezTo>
                  <a:cubicBezTo>
                    <a:pt x="101" y="5002"/>
                    <a:pt x="158" y="5016"/>
                    <a:pt x="200" y="5016"/>
                  </a:cubicBezTo>
                  <a:cubicBezTo>
                    <a:pt x="243" y="5016"/>
                    <a:pt x="300" y="5002"/>
                    <a:pt x="329" y="4959"/>
                  </a:cubicBezTo>
                  <a:lnTo>
                    <a:pt x="4765" y="309"/>
                  </a:lnTo>
                  <a:cubicBezTo>
                    <a:pt x="4822" y="238"/>
                    <a:pt x="4822" y="124"/>
                    <a:pt x="4750" y="52"/>
                  </a:cubicBezTo>
                  <a:cubicBezTo>
                    <a:pt x="4716" y="18"/>
                    <a:pt x="4672" y="1"/>
                    <a:pt x="462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8" name="Google Shape;1678;p92"/>
          <p:cNvGrpSpPr/>
          <p:nvPr/>
        </p:nvGrpSpPr>
        <p:grpSpPr>
          <a:xfrm>
            <a:off x="1481279" y="3401232"/>
            <a:ext cx="972617" cy="1070102"/>
            <a:chOff x="1481279" y="3401232"/>
            <a:chExt cx="972617" cy="1070102"/>
          </a:xfrm>
        </p:grpSpPr>
        <p:grpSp>
          <p:nvGrpSpPr>
            <p:cNvPr id="1679" name="Google Shape;1679;p92"/>
            <p:cNvGrpSpPr/>
            <p:nvPr/>
          </p:nvGrpSpPr>
          <p:grpSpPr>
            <a:xfrm>
              <a:off x="1481279" y="3401232"/>
              <a:ext cx="972617" cy="1070102"/>
              <a:chOff x="1908750" y="2972300"/>
              <a:chExt cx="762000" cy="838375"/>
            </a:xfrm>
          </p:grpSpPr>
          <p:sp>
            <p:nvSpPr>
              <p:cNvPr id="1680" name="Google Shape;1680;p92"/>
              <p:cNvSpPr/>
              <p:nvPr/>
            </p:nvSpPr>
            <p:spPr>
              <a:xfrm>
                <a:off x="2325925" y="3404100"/>
                <a:ext cx="750" cy="4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6" extrusionOk="0">
                    <a:moveTo>
                      <a:pt x="29" y="1"/>
                    </a:moveTo>
                    <a:lnTo>
                      <a:pt x="1" y="15"/>
                    </a:lnTo>
                    <a:lnTo>
                      <a:pt x="15" y="1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92"/>
              <p:cNvSpPr/>
              <p:nvPr/>
            </p:nvSpPr>
            <p:spPr>
              <a:xfrm>
                <a:off x="1908750" y="2972300"/>
                <a:ext cx="762000" cy="838375"/>
              </a:xfrm>
              <a:custGeom>
                <a:avLst/>
                <a:gdLst/>
                <a:ahLst/>
                <a:cxnLst/>
                <a:rect l="l" t="t" r="r" b="b"/>
                <a:pathLst>
                  <a:path w="30480" h="33535" extrusionOk="0">
                    <a:moveTo>
                      <a:pt x="16716" y="17273"/>
                    </a:moveTo>
                    <a:lnTo>
                      <a:pt x="16702" y="17287"/>
                    </a:lnTo>
                    <a:lnTo>
                      <a:pt x="16688" y="17287"/>
                    </a:lnTo>
                    <a:lnTo>
                      <a:pt x="16716" y="17273"/>
                    </a:lnTo>
                    <a:close/>
                    <a:moveTo>
                      <a:pt x="17273" y="1"/>
                    </a:moveTo>
                    <a:cubicBezTo>
                      <a:pt x="16830" y="1"/>
                      <a:pt x="16405" y="246"/>
                      <a:pt x="16203" y="671"/>
                    </a:cubicBezTo>
                    <a:cubicBezTo>
                      <a:pt x="15903" y="1256"/>
                      <a:pt x="16146" y="1983"/>
                      <a:pt x="16731" y="2283"/>
                    </a:cubicBezTo>
                    <a:cubicBezTo>
                      <a:pt x="16816" y="2311"/>
                      <a:pt x="16887" y="2340"/>
                      <a:pt x="16973" y="2368"/>
                    </a:cubicBezTo>
                    <a:lnTo>
                      <a:pt x="16360" y="13750"/>
                    </a:lnTo>
                    <a:cubicBezTo>
                      <a:pt x="15076" y="13764"/>
                      <a:pt x="13835" y="14492"/>
                      <a:pt x="13208" y="15733"/>
                    </a:cubicBezTo>
                    <a:cubicBezTo>
                      <a:pt x="13065" y="16032"/>
                      <a:pt x="12965" y="16332"/>
                      <a:pt x="12908" y="16660"/>
                    </a:cubicBezTo>
                    <a:lnTo>
                      <a:pt x="3053" y="15462"/>
                    </a:lnTo>
                    <a:cubicBezTo>
                      <a:pt x="3024" y="14962"/>
                      <a:pt x="2739" y="14492"/>
                      <a:pt x="2268" y="14264"/>
                    </a:cubicBezTo>
                    <a:cubicBezTo>
                      <a:pt x="2060" y="14159"/>
                      <a:pt x="1839" y="14110"/>
                      <a:pt x="1623" y="14110"/>
                    </a:cubicBezTo>
                    <a:cubicBezTo>
                      <a:pt x="1099" y="14110"/>
                      <a:pt x="599" y="14400"/>
                      <a:pt x="357" y="14905"/>
                    </a:cubicBezTo>
                    <a:cubicBezTo>
                      <a:pt x="0" y="15604"/>
                      <a:pt x="286" y="16460"/>
                      <a:pt x="984" y="16817"/>
                    </a:cubicBezTo>
                    <a:cubicBezTo>
                      <a:pt x="1189" y="16915"/>
                      <a:pt x="1405" y="16961"/>
                      <a:pt x="1618" y="16961"/>
                    </a:cubicBezTo>
                    <a:cubicBezTo>
                      <a:pt x="2147" y="16961"/>
                      <a:pt x="2656" y="16673"/>
                      <a:pt x="2910" y="16175"/>
                    </a:cubicBezTo>
                    <a:cubicBezTo>
                      <a:pt x="2938" y="16089"/>
                      <a:pt x="2967" y="16018"/>
                      <a:pt x="2995" y="15932"/>
                    </a:cubicBezTo>
                    <a:lnTo>
                      <a:pt x="12851" y="17130"/>
                    </a:lnTo>
                    <a:cubicBezTo>
                      <a:pt x="12780" y="18328"/>
                      <a:pt x="13336" y="19527"/>
                      <a:pt x="14363" y="20240"/>
                    </a:cubicBezTo>
                    <a:lnTo>
                      <a:pt x="7973" y="30780"/>
                    </a:lnTo>
                    <a:cubicBezTo>
                      <a:pt x="7803" y="30713"/>
                      <a:pt x="7627" y="30681"/>
                      <a:pt x="7453" y="30681"/>
                    </a:cubicBezTo>
                    <a:cubicBezTo>
                      <a:pt x="6927" y="30681"/>
                      <a:pt x="6423" y="30975"/>
                      <a:pt x="6176" y="31479"/>
                    </a:cubicBezTo>
                    <a:cubicBezTo>
                      <a:pt x="5819" y="32178"/>
                      <a:pt x="6105" y="33033"/>
                      <a:pt x="6818" y="33390"/>
                    </a:cubicBezTo>
                    <a:cubicBezTo>
                      <a:pt x="7018" y="33488"/>
                      <a:pt x="7232" y="33535"/>
                      <a:pt x="7442" y="33535"/>
                    </a:cubicBezTo>
                    <a:cubicBezTo>
                      <a:pt x="7966" y="33535"/>
                      <a:pt x="8475" y="33247"/>
                      <a:pt x="8729" y="32748"/>
                    </a:cubicBezTo>
                    <a:cubicBezTo>
                      <a:pt x="9029" y="32149"/>
                      <a:pt x="8872" y="31436"/>
                      <a:pt x="8387" y="31022"/>
                    </a:cubicBezTo>
                    <a:lnTo>
                      <a:pt x="14762" y="20482"/>
                    </a:lnTo>
                    <a:cubicBezTo>
                      <a:pt x="14791" y="20496"/>
                      <a:pt x="14805" y="20496"/>
                      <a:pt x="14819" y="20511"/>
                    </a:cubicBezTo>
                    <a:cubicBezTo>
                      <a:pt x="15327" y="20762"/>
                      <a:pt x="15864" y="20880"/>
                      <a:pt x="16394" y="20880"/>
                    </a:cubicBezTo>
                    <a:cubicBezTo>
                      <a:pt x="17189" y="20880"/>
                      <a:pt x="17966" y="20613"/>
                      <a:pt x="18599" y="20126"/>
                    </a:cubicBezTo>
                    <a:lnTo>
                      <a:pt x="26629" y="29125"/>
                    </a:lnTo>
                    <a:cubicBezTo>
                      <a:pt x="26572" y="29182"/>
                      <a:pt x="26529" y="29254"/>
                      <a:pt x="26501" y="29325"/>
                    </a:cubicBezTo>
                    <a:cubicBezTo>
                      <a:pt x="26187" y="29953"/>
                      <a:pt x="26443" y="30709"/>
                      <a:pt x="27057" y="31022"/>
                    </a:cubicBezTo>
                    <a:cubicBezTo>
                      <a:pt x="27238" y="31109"/>
                      <a:pt x="27429" y="31150"/>
                      <a:pt x="27618" y="31150"/>
                    </a:cubicBezTo>
                    <a:cubicBezTo>
                      <a:pt x="28084" y="31150"/>
                      <a:pt x="28531" y="30898"/>
                      <a:pt x="28754" y="30452"/>
                    </a:cubicBezTo>
                    <a:cubicBezTo>
                      <a:pt x="29068" y="29824"/>
                      <a:pt x="28811" y="29068"/>
                      <a:pt x="28184" y="28755"/>
                    </a:cubicBezTo>
                    <a:cubicBezTo>
                      <a:pt x="28001" y="28663"/>
                      <a:pt x="27807" y="28620"/>
                      <a:pt x="27615" y="28620"/>
                    </a:cubicBezTo>
                    <a:cubicBezTo>
                      <a:pt x="27388" y="28620"/>
                      <a:pt x="27165" y="28681"/>
                      <a:pt x="26971" y="28797"/>
                    </a:cubicBezTo>
                    <a:lnTo>
                      <a:pt x="18956" y="19812"/>
                    </a:lnTo>
                    <a:cubicBezTo>
                      <a:pt x="19212" y="19555"/>
                      <a:pt x="19426" y="19241"/>
                      <a:pt x="19597" y="18899"/>
                    </a:cubicBezTo>
                    <a:cubicBezTo>
                      <a:pt x="20139" y="17815"/>
                      <a:pt x="20068" y="16574"/>
                      <a:pt x="19526" y="15576"/>
                    </a:cubicBezTo>
                    <a:lnTo>
                      <a:pt x="28711" y="10042"/>
                    </a:lnTo>
                    <a:cubicBezTo>
                      <a:pt x="28797" y="10142"/>
                      <a:pt x="28897" y="10227"/>
                      <a:pt x="29025" y="10298"/>
                    </a:cubicBezTo>
                    <a:cubicBezTo>
                      <a:pt x="29157" y="10360"/>
                      <a:pt x="29296" y="10390"/>
                      <a:pt x="29432" y="10390"/>
                    </a:cubicBezTo>
                    <a:cubicBezTo>
                      <a:pt x="29768" y="10390"/>
                      <a:pt x="30089" y="10210"/>
                      <a:pt x="30252" y="9885"/>
                    </a:cubicBezTo>
                    <a:cubicBezTo>
                      <a:pt x="30480" y="9428"/>
                      <a:pt x="30294" y="8872"/>
                      <a:pt x="29838" y="8644"/>
                    </a:cubicBezTo>
                    <a:cubicBezTo>
                      <a:pt x="29713" y="8584"/>
                      <a:pt x="29580" y="8555"/>
                      <a:pt x="29447" y="8555"/>
                    </a:cubicBezTo>
                    <a:cubicBezTo>
                      <a:pt x="29108" y="8555"/>
                      <a:pt x="28775" y="8740"/>
                      <a:pt x="28611" y="9058"/>
                    </a:cubicBezTo>
                    <a:cubicBezTo>
                      <a:pt x="28483" y="9314"/>
                      <a:pt x="28483" y="9600"/>
                      <a:pt x="28597" y="9842"/>
                    </a:cubicBezTo>
                    <a:lnTo>
                      <a:pt x="19398" y="15376"/>
                    </a:lnTo>
                    <a:cubicBezTo>
                      <a:pt x="19070" y="14848"/>
                      <a:pt x="18585" y="14420"/>
                      <a:pt x="18000" y="14121"/>
                    </a:cubicBezTo>
                    <a:cubicBezTo>
                      <a:pt x="17615" y="13935"/>
                      <a:pt x="17230" y="13821"/>
                      <a:pt x="16830" y="13779"/>
                    </a:cubicBezTo>
                    <a:lnTo>
                      <a:pt x="17444" y="2383"/>
                    </a:lnTo>
                    <a:cubicBezTo>
                      <a:pt x="17829" y="2340"/>
                      <a:pt x="18171" y="2097"/>
                      <a:pt x="18356" y="1741"/>
                    </a:cubicBezTo>
                    <a:cubicBezTo>
                      <a:pt x="18642" y="1142"/>
                      <a:pt x="18399" y="414"/>
                      <a:pt x="17814" y="129"/>
                    </a:cubicBezTo>
                    <a:cubicBezTo>
                      <a:pt x="17640" y="42"/>
                      <a:pt x="17455" y="1"/>
                      <a:pt x="17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2" name="Google Shape;1682;p92"/>
            <p:cNvSpPr/>
            <p:nvPr/>
          </p:nvSpPr>
          <p:spPr>
            <a:xfrm>
              <a:off x="1997675" y="3932900"/>
              <a:ext cx="30000" cy="3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1142900" y="1937715"/>
            <a:ext cx="5705861" cy="3061855"/>
          </a:xfrm>
          <a:prstGeom prst="rect">
            <a:avLst/>
          </a:prstGeom>
          <a:solidFill>
            <a:srgbClr val="FDFDF8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292" y="3241758"/>
            <a:ext cx="3845756" cy="12998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637" y="1370987"/>
            <a:ext cx="4876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Introducing New Genetic Material</a:t>
            </a:r>
          </a:p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Taking Short Steps</a:t>
            </a:r>
          </a:p>
        </p:txBody>
      </p:sp>
      <p:cxnSp>
        <p:nvCxnSpPr>
          <p:cNvPr id="53" name="Google Shape;721;p50"/>
          <p:cNvCxnSpPr/>
          <p:nvPr/>
        </p:nvCxnSpPr>
        <p:spPr>
          <a:xfrm flipH="1" flipV="1">
            <a:off x="2083850" y="3062164"/>
            <a:ext cx="749405" cy="613184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1142900" y="2412258"/>
            <a:ext cx="1568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Does not Satisfy</a:t>
            </a:r>
          </a:p>
          <a:p>
            <a:r>
              <a:rPr lang="en-US" dirty="0">
                <a:solidFill>
                  <a:schemeClr val="accent1"/>
                </a:solidFill>
              </a:rPr>
              <a:t>second Condition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DEFB89-F565-5632-9DAA-A0F7FB5B2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95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92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Mutation: Gaussian Perturbation</a:t>
            </a:r>
            <a:endParaRPr dirty="0"/>
          </a:p>
        </p:txBody>
      </p:sp>
      <p:sp>
        <p:nvSpPr>
          <p:cNvPr id="1646" name="Google Shape;1646;p92"/>
          <p:cNvSpPr/>
          <p:nvPr/>
        </p:nvSpPr>
        <p:spPr>
          <a:xfrm>
            <a:off x="3249425" y="1834475"/>
            <a:ext cx="18375" cy="16225"/>
          </a:xfrm>
          <a:custGeom>
            <a:avLst/>
            <a:gdLst/>
            <a:ahLst/>
            <a:cxnLst/>
            <a:rect l="l" t="t" r="r" b="b"/>
            <a:pathLst>
              <a:path w="735" h="649" extrusionOk="0">
                <a:moveTo>
                  <a:pt x="391" y="0"/>
                </a:moveTo>
                <a:cubicBezTo>
                  <a:pt x="363" y="0"/>
                  <a:pt x="336" y="4"/>
                  <a:pt x="308" y="12"/>
                </a:cubicBezTo>
                <a:cubicBezTo>
                  <a:pt x="237" y="27"/>
                  <a:pt x="182" y="67"/>
                  <a:pt x="150" y="122"/>
                </a:cubicBezTo>
                <a:cubicBezTo>
                  <a:pt x="95" y="146"/>
                  <a:pt x="47" y="185"/>
                  <a:pt x="24" y="248"/>
                </a:cubicBezTo>
                <a:cubicBezTo>
                  <a:pt x="0" y="304"/>
                  <a:pt x="8" y="359"/>
                  <a:pt x="32" y="406"/>
                </a:cubicBezTo>
                <a:cubicBezTo>
                  <a:pt x="63" y="485"/>
                  <a:pt x="134" y="556"/>
                  <a:pt x="198" y="596"/>
                </a:cubicBezTo>
                <a:cubicBezTo>
                  <a:pt x="255" y="631"/>
                  <a:pt x="320" y="648"/>
                  <a:pt x="385" y="648"/>
                </a:cubicBezTo>
                <a:cubicBezTo>
                  <a:pt x="453" y="648"/>
                  <a:pt x="520" y="629"/>
                  <a:pt x="577" y="588"/>
                </a:cubicBezTo>
                <a:cubicBezTo>
                  <a:pt x="679" y="509"/>
                  <a:pt x="734" y="367"/>
                  <a:pt x="695" y="233"/>
                </a:cubicBezTo>
                <a:cubicBezTo>
                  <a:pt x="655" y="94"/>
                  <a:pt x="528" y="0"/>
                  <a:pt x="391" y="0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92"/>
          <p:cNvSpPr/>
          <p:nvPr/>
        </p:nvSpPr>
        <p:spPr>
          <a:xfrm>
            <a:off x="3249800" y="1840275"/>
            <a:ext cx="425" cy="825"/>
          </a:xfrm>
          <a:custGeom>
            <a:avLst/>
            <a:gdLst/>
            <a:ahLst/>
            <a:cxnLst/>
            <a:rect l="l" t="t" r="r" b="b"/>
            <a:pathLst>
              <a:path w="17" h="33" extrusionOk="0">
                <a:moveTo>
                  <a:pt x="17" y="1"/>
                </a:moveTo>
                <a:lnTo>
                  <a:pt x="9" y="16"/>
                </a:lnTo>
                <a:cubicBezTo>
                  <a:pt x="9" y="16"/>
                  <a:pt x="17" y="9"/>
                  <a:pt x="17" y="1"/>
                </a:cubicBezTo>
                <a:close/>
                <a:moveTo>
                  <a:pt x="9" y="16"/>
                </a:moveTo>
                <a:lnTo>
                  <a:pt x="1" y="32"/>
                </a:lnTo>
                <a:cubicBezTo>
                  <a:pt x="9" y="24"/>
                  <a:pt x="9" y="24"/>
                  <a:pt x="9" y="16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2240" y="1129302"/>
            <a:ext cx="4876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fontAlgn="base">
              <a:spcBef>
                <a:spcPct val="20000"/>
              </a:spcBef>
              <a:spcAft>
                <a:spcPct val="0"/>
              </a:spcAft>
              <a:buClr>
                <a:srgbClr val="682A00"/>
              </a:buClr>
              <a:defRPr/>
            </a:pPr>
            <a:r>
              <a:rPr lang="en-US" sz="1600" u="sng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Gene value + 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808" y="1467856"/>
            <a:ext cx="4876046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fontAlgn="base">
              <a:spcBef>
                <a:spcPct val="20000"/>
              </a:spcBef>
              <a:spcAft>
                <a:spcPct val="0"/>
              </a:spcAft>
              <a:buClr>
                <a:srgbClr val="682A00"/>
              </a:buClr>
              <a:defRPr/>
            </a:pPr>
            <a:r>
              <a:rPr lang="en-US" sz="16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z Values Drawn From Normal Distribution </a:t>
            </a:r>
            <a:r>
              <a:rPr lang="en-GB" sz="16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N(</a:t>
            </a:r>
            <a:r>
              <a:rPr lang="en-GB" sz="16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</a:t>
            </a:r>
            <a:r>
              <a:rPr lang="en-GB" sz="16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,</a:t>
            </a:r>
            <a:r>
              <a:rPr lang="en-GB" sz="16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</a:t>
            </a:r>
            <a:r>
              <a:rPr lang="en-GB" sz="16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) </a:t>
            </a:r>
            <a:endParaRPr lang="en-US" sz="1600" dirty="0">
              <a:solidFill>
                <a:schemeClr val="tx1"/>
              </a:solidFill>
              <a:latin typeface="Cairo" panose="020B0604020202020204" charset="-78"/>
              <a:cs typeface="Cairo" panose="020B0604020202020204" charset="-78"/>
            </a:endParaRPr>
          </a:p>
          <a:p>
            <a:pPr marL="171450" lvl="1" indent="-1714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Mean is set to 0</a:t>
            </a:r>
          </a:p>
          <a:p>
            <a:pPr marL="171450" lvl="1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Variation is called mutation step size</a:t>
            </a:r>
          </a:p>
          <a:p>
            <a:pPr marL="171450" lvl="1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Is it better to have fixed sigma value or dynamic?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548" y="2879551"/>
            <a:ext cx="2569663" cy="2013504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4" name="Group 13"/>
          <p:cNvGrpSpPr/>
          <p:nvPr/>
        </p:nvGrpSpPr>
        <p:grpSpPr>
          <a:xfrm>
            <a:off x="1496567" y="3105585"/>
            <a:ext cx="2023632" cy="1302583"/>
            <a:chOff x="802240" y="3336979"/>
            <a:chExt cx="2023632" cy="1302583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1173392" y="3336979"/>
              <a:ext cx="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1178472" y="4117697"/>
              <a:ext cx="1385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802240" y="3660497"/>
              <a:ext cx="40107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  <a:sym typeface="Symbol" pitchFamily="18" charset="2"/>
                </a:rPr>
                <a:t></a:t>
              </a:r>
              <a:endParaRPr lang="en-US" sz="28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03312" y="3336979"/>
              <a:ext cx="16225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</a:rPr>
                <a:t>Explore or Exploit?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03312" y="4331785"/>
              <a:ext cx="16225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</a:rPr>
                <a:t>Explore or Exploit?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C099E6-B0EA-FF33-4056-F49FDC5233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58265F-D801-7201-8B64-AD11812F0B2D}"/>
              </a:ext>
            </a:extLst>
          </p:cNvPr>
          <p:cNvSpPr/>
          <p:nvPr/>
        </p:nvSpPr>
        <p:spPr>
          <a:xfrm>
            <a:off x="1957832" y="3136900"/>
            <a:ext cx="596900" cy="228600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3C0475-F232-4C9D-BE3E-B71347FDECC0}"/>
              </a:ext>
            </a:extLst>
          </p:cNvPr>
          <p:cNvSpPr/>
          <p:nvPr/>
        </p:nvSpPr>
        <p:spPr>
          <a:xfrm>
            <a:off x="2773680" y="4114903"/>
            <a:ext cx="518504" cy="228600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4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6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Parameter Control</a:t>
            </a:r>
            <a:endParaRPr dirty="0"/>
          </a:p>
        </p:txBody>
      </p:sp>
      <p:grpSp>
        <p:nvGrpSpPr>
          <p:cNvPr id="8" name="Group 7"/>
          <p:cNvGrpSpPr/>
          <p:nvPr/>
        </p:nvGrpSpPr>
        <p:grpSpPr>
          <a:xfrm>
            <a:off x="469387" y="1555549"/>
            <a:ext cx="8205175" cy="2423499"/>
            <a:chOff x="713225" y="1265800"/>
            <a:chExt cx="8205175" cy="2423499"/>
          </a:xfrm>
        </p:grpSpPr>
        <p:sp>
          <p:nvSpPr>
            <p:cNvPr id="1116" name="Google Shape;1116;p67"/>
            <p:cNvSpPr txBox="1"/>
            <p:nvPr/>
          </p:nvSpPr>
          <p:spPr>
            <a:xfrm>
              <a:off x="2001600" y="2139050"/>
              <a:ext cx="2173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Cairo"/>
                  <a:ea typeface="Cairo"/>
                  <a:cs typeface="Cairo"/>
                  <a:sym typeface="Cairo"/>
                </a:rPr>
                <a:t>Before Run</a:t>
              </a:r>
              <a:endParaRPr sz="2200" b="1" dirty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19" name="Google Shape;1119;p67"/>
            <p:cNvSpPr txBox="1"/>
            <p:nvPr/>
          </p:nvSpPr>
          <p:spPr>
            <a:xfrm>
              <a:off x="3485375" y="3161899"/>
              <a:ext cx="2173200" cy="52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Deterministic</a:t>
              </a:r>
              <a:endParaRPr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120" name="Google Shape;1120;p67"/>
            <p:cNvSpPr txBox="1"/>
            <p:nvPr/>
          </p:nvSpPr>
          <p:spPr>
            <a:xfrm>
              <a:off x="4971085" y="2139050"/>
              <a:ext cx="2173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Cairo"/>
                  <a:ea typeface="Cairo"/>
                  <a:cs typeface="Cairo"/>
                  <a:sym typeface="Cairo"/>
                </a:rPr>
                <a:t>Durring Run</a:t>
              </a:r>
              <a:endParaRPr sz="2200" b="1" dirty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23" name="Google Shape;1123;p67"/>
            <p:cNvSpPr txBox="1"/>
            <p:nvPr/>
          </p:nvSpPr>
          <p:spPr>
            <a:xfrm>
              <a:off x="6745200" y="3161899"/>
              <a:ext cx="2173200" cy="52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Self-Adaptive</a:t>
              </a:r>
              <a:endParaRPr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125" name="Google Shape;1125;p67"/>
            <p:cNvSpPr txBox="1"/>
            <p:nvPr/>
          </p:nvSpPr>
          <p:spPr>
            <a:xfrm>
              <a:off x="713225" y="3161899"/>
              <a:ext cx="2173200" cy="52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Parameter Tunning</a:t>
              </a:r>
              <a:endParaRPr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126" name="Google Shape;1126;p67"/>
            <p:cNvSpPr txBox="1"/>
            <p:nvPr/>
          </p:nvSpPr>
          <p:spPr>
            <a:xfrm>
              <a:off x="3024600" y="1265800"/>
              <a:ext cx="3094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Cairo"/>
                  <a:ea typeface="Cairo"/>
                  <a:cs typeface="Cairo"/>
                  <a:sym typeface="Cairo"/>
                </a:rPr>
                <a:t>Parameter Setting</a:t>
              </a:r>
              <a:endParaRPr sz="2200" b="1" dirty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cxnSp>
          <p:nvCxnSpPr>
            <p:cNvPr id="1127" name="Google Shape;1127;p67"/>
            <p:cNvCxnSpPr>
              <a:stCxn id="1126" idx="2"/>
              <a:endCxn id="1116" idx="0"/>
            </p:cNvCxnSpPr>
            <p:nvPr/>
          </p:nvCxnSpPr>
          <p:spPr>
            <a:xfrm rot="5400000">
              <a:off x="3607800" y="1174900"/>
              <a:ext cx="444600" cy="1483800"/>
            </a:xfrm>
            <a:prstGeom prst="bentConnector3">
              <a:avLst>
                <a:gd name="adj1" fmla="val 49994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28" name="Google Shape;1128;p67"/>
            <p:cNvCxnSpPr>
              <a:stCxn id="1126" idx="2"/>
              <a:endCxn id="1120" idx="0"/>
            </p:cNvCxnSpPr>
            <p:nvPr/>
          </p:nvCxnSpPr>
          <p:spPr>
            <a:xfrm rot="-5400000" flipH="1">
              <a:off x="5092500" y="1174000"/>
              <a:ext cx="444600" cy="1485600"/>
            </a:xfrm>
            <a:prstGeom prst="bentConnector3">
              <a:avLst>
                <a:gd name="adj1" fmla="val 49994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29" name="Google Shape;1129;p67"/>
            <p:cNvCxnSpPr>
              <a:endCxn id="1124" idx="0"/>
            </p:cNvCxnSpPr>
            <p:nvPr/>
          </p:nvCxnSpPr>
          <p:spPr>
            <a:xfrm rot="5400000">
              <a:off x="2145550" y="2220199"/>
              <a:ext cx="596100" cy="1287300"/>
            </a:xfrm>
            <a:prstGeom prst="bentConnector3">
              <a:avLst>
                <a:gd name="adj1" fmla="val 50005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30" name="Google Shape;1130;p67"/>
            <p:cNvCxnSpPr/>
            <p:nvPr/>
          </p:nvCxnSpPr>
          <p:spPr>
            <a:xfrm rot="5400000">
              <a:off x="5016750" y="2123000"/>
              <a:ext cx="596100" cy="1485600"/>
            </a:xfrm>
            <a:prstGeom prst="bentConnector3">
              <a:avLst>
                <a:gd name="adj1" fmla="val 50005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31" name="Google Shape;1131;p67"/>
            <p:cNvCxnSpPr>
              <a:endCxn id="1123" idx="0"/>
            </p:cNvCxnSpPr>
            <p:nvPr/>
          </p:nvCxnSpPr>
          <p:spPr>
            <a:xfrm>
              <a:off x="6055775" y="2863849"/>
              <a:ext cx="1776025" cy="298050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Google Shape;1131;p67"/>
            <p:cNvCxnSpPr/>
            <p:nvPr/>
          </p:nvCxnSpPr>
          <p:spPr>
            <a:xfrm rot="16200000" flipH="1">
              <a:off x="5880427" y="3037244"/>
              <a:ext cx="350697" cy="3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" name="Google Shape;1123;p67"/>
            <p:cNvSpPr txBox="1"/>
            <p:nvPr/>
          </p:nvSpPr>
          <p:spPr>
            <a:xfrm>
              <a:off x="5032800" y="3161899"/>
              <a:ext cx="2173200" cy="52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Adaptive</a:t>
              </a:r>
              <a:endParaRPr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6BF5E1-BE42-4D00-3F1D-A9B9E89DF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F1E46-C56C-17C3-C8CC-18A707C52139}"/>
              </a:ext>
            </a:extLst>
          </p:cNvPr>
          <p:cNvSpPr txBox="1"/>
          <p:nvPr/>
        </p:nvSpPr>
        <p:spPr>
          <a:xfrm>
            <a:off x="3684486" y="3751649"/>
            <a:ext cx="128730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without using any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feedback from the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9A1B25-601C-1361-B022-C3A49C4D9656}"/>
              </a:ext>
            </a:extLst>
          </p:cNvPr>
          <p:cNvSpPr txBox="1"/>
          <p:nvPr/>
        </p:nvSpPr>
        <p:spPr>
          <a:xfrm>
            <a:off x="5147558" y="3749493"/>
            <a:ext cx="1637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feedback from the search</a:t>
            </a:r>
          </a:p>
        </p:txBody>
      </p:sp>
    </p:spTree>
    <p:extLst>
      <p:ext uri="{BB962C8B-B14F-4D97-AF65-F5344CB8AC3E}">
        <p14:creationId xmlns:p14="http://schemas.microsoft.com/office/powerpoint/2010/main" val="1108156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dirty="0"/>
                  <a:t> success rule – </a:t>
                </a:r>
                <a:r>
                  <a:rPr lang="en-US" sz="2400" dirty="0"/>
                  <a:t>Adaptive Mutation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2041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75855" y="2798827"/>
            <a:ext cx="3185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GB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where </a:t>
            </a:r>
            <a:r>
              <a:rPr lang="en-GB" dirty="0" err="1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p</a:t>
            </a:r>
            <a:r>
              <a:rPr lang="en-GB" baseline="-25000" dirty="0" err="1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s</a:t>
            </a:r>
            <a:r>
              <a:rPr lang="en-GB" baseline="-25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is the % of successful mutations,</a:t>
            </a:r>
            <a:br>
              <a:rPr lang="en-GB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</a:br>
            <a:r>
              <a:rPr lang="en-GB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c is set by user </a:t>
            </a:r>
            <a:r>
              <a:rPr lang="en-GB" b="1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0.8 </a:t>
            </a:r>
            <a:r>
              <a:rPr lang="en-GB" b="1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  <a:sym typeface="Symbol" pitchFamily="18" charset="2"/>
              </a:rPr>
              <a:t></a:t>
            </a:r>
            <a:r>
              <a:rPr lang="en-GB" b="1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c </a:t>
            </a:r>
            <a:r>
              <a:rPr lang="en-GB" b="1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  <a:sym typeface="Symbol" pitchFamily="18" charset="2"/>
              </a:rPr>
              <a:t></a:t>
            </a:r>
            <a:r>
              <a:rPr lang="en-GB" b="1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1</a:t>
            </a:r>
          </a:p>
        </p:txBody>
      </p:sp>
      <p:sp>
        <p:nvSpPr>
          <p:cNvPr id="4" name="Left Brace 3"/>
          <p:cNvSpPr/>
          <p:nvPr/>
        </p:nvSpPr>
        <p:spPr>
          <a:xfrm>
            <a:off x="775855" y="1221214"/>
            <a:ext cx="311443" cy="1496501"/>
          </a:xfrm>
          <a:prstGeom prst="lef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30097" y="1295433"/>
                <a:ext cx="4572000" cy="136133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lvl="1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04700"/>
                  </a:buClr>
                  <a:defRPr/>
                </a:pPr>
                <a:r>
                  <a:rPr lang="en-GB" sz="24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  =  ÷ c	 	</a:t>
                </a:r>
                <a:r>
                  <a:rPr lang="en-GB" sz="2400" dirty="0" err="1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p</a:t>
                </a:r>
                <a:r>
                  <a:rPr lang="en-GB" sz="2400" baseline="-25000" dirty="0" err="1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s</a:t>
                </a:r>
                <a:r>
                  <a:rPr lang="en-GB" sz="24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 &gt;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GB" sz="2400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  <a:sym typeface="Symbol" pitchFamily="18" charset="2"/>
                </a:endParaRPr>
              </a:p>
              <a:p>
                <a:pPr marL="457200" lvl="1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04700"/>
                  </a:buClr>
                  <a:defRPr/>
                </a:pPr>
                <a:r>
                  <a:rPr lang="en-GB" sz="24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 =  × c	 	</a:t>
                </a:r>
                <a:r>
                  <a:rPr lang="en-GB" sz="2400" dirty="0" err="1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p</a:t>
                </a:r>
                <a:r>
                  <a:rPr lang="en-GB" sz="2400" baseline="-25000" dirty="0" err="1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s</a:t>
                </a:r>
                <a:r>
                  <a:rPr lang="en-GB" sz="24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 &lt;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GB" sz="2400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  <a:sym typeface="Symbol" pitchFamily="18" charset="2"/>
                </a:endParaRPr>
              </a:p>
              <a:p>
                <a:pPr marL="457200" lvl="1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04700"/>
                  </a:buClr>
                  <a:defRPr/>
                </a:pPr>
                <a:r>
                  <a:rPr lang="en-GB" sz="24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 =  	 	</a:t>
                </a:r>
                <a:r>
                  <a:rPr lang="en-GB" sz="2400" dirty="0" err="1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p</a:t>
                </a:r>
                <a:r>
                  <a:rPr lang="en-GB" sz="2400" baseline="-25000" dirty="0" err="1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s</a:t>
                </a:r>
                <a:r>
                  <a:rPr lang="en-GB" sz="24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  <a:sym typeface="Symbol" pitchFamily="18" charset="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GB" sz="2400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97" y="1295433"/>
                <a:ext cx="4572000" cy="1361335"/>
              </a:xfrm>
              <a:prstGeom prst="rect">
                <a:avLst/>
              </a:prstGeom>
              <a:blipFill>
                <a:blip r:embed="rId4"/>
                <a:stretch>
                  <a:fillRect t="-43049" r="-267" b="-64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5855" y="3383677"/>
                <a:ext cx="460094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en-GB" sz="16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</a:rPr>
                  <a:t>- </a:t>
                </a:r>
                <a:r>
                  <a:rPr lang="en-US" sz="16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</a:rPr>
                  <a:t>What is the rationale behind it?</a:t>
                </a:r>
              </a:p>
              <a:p>
                <a:pPr lvl="0"/>
                <a:r>
                  <a:rPr lang="en-GB" sz="16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</a:rPr>
                  <a:t>- Why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</a:rPr>
                  <a:t>?</a:t>
                </a:r>
              </a:p>
              <a:p>
                <a:pPr lvl="0"/>
                <a:r>
                  <a:rPr lang="en-GB" sz="16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</a:rPr>
                  <a:t>- Does it make sense?</a:t>
                </a:r>
              </a:p>
              <a:p>
                <a:pPr lvl="0"/>
                <a:r>
                  <a:rPr lang="en-GB" sz="1600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</a:rPr>
                  <a:t>- There is no any mathematical proofs for such a rule.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55" y="3383677"/>
                <a:ext cx="4600940" cy="1077218"/>
              </a:xfrm>
              <a:prstGeom prst="rect">
                <a:avLst/>
              </a:prstGeom>
              <a:blipFill>
                <a:blip r:embed="rId5"/>
                <a:stretch>
                  <a:fillRect l="-662" t="-10734" b="-5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9E165E-E91A-01E4-5272-B85A289CED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54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0" name="Google Shape;800;p53"/>
          <p:cNvGrpSpPr/>
          <p:nvPr/>
        </p:nvGrpSpPr>
        <p:grpSpPr>
          <a:xfrm rot="-4218355">
            <a:off x="-1409018" y="1311880"/>
            <a:ext cx="4780599" cy="5926831"/>
            <a:chOff x="3453675" y="959025"/>
            <a:chExt cx="2670400" cy="3310675"/>
          </a:xfrm>
        </p:grpSpPr>
        <p:sp>
          <p:nvSpPr>
            <p:cNvPr id="801" name="Google Shape;801;p53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3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3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3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3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3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3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3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3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53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53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3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3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3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3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3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3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3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3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3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3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3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3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4" name="Google Shape;824;p53"/>
          <p:cNvSpPr txBox="1">
            <a:spLocks noGrp="1"/>
          </p:cNvSpPr>
          <p:nvPr>
            <p:ph type="title"/>
          </p:nvPr>
        </p:nvSpPr>
        <p:spPr>
          <a:xfrm>
            <a:off x="1660369" y="2054713"/>
            <a:ext cx="5823262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Self-Adaptation in ES Mutation</a:t>
            </a:r>
            <a:endParaRPr sz="3200" dirty="0"/>
          </a:p>
        </p:txBody>
      </p:sp>
      <p:sp>
        <p:nvSpPr>
          <p:cNvPr id="825" name="Google Shape;825;p53"/>
          <p:cNvSpPr txBox="1">
            <a:spLocks noGrp="1"/>
          </p:cNvSpPr>
          <p:nvPr>
            <p:ph type="subTitle" idx="1"/>
          </p:nvPr>
        </p:nvSpPr>
        <p:spPr>
          <a:xfrm>
            <a:off x="2530325" y="3148550"/>
            <a:ext cx="4092148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to self-adapt mutation parameters?</a:t>
            </a:r>
            <a:endParaRPr dirty="0"/>
          </a:p>
        </p:txBody>
      </p:sp>
      <p:sp>
        <p:nvSpPr>
          <p:cNvPr id="827" name="Google Shape;827;p53"/>
          <p:cNvSpPr/>
          <p:nvPr/>
        </p:nvSpPr>
        <p:spPr>
          <a:xfrm>
            <a:off x="4054150" y="42800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C0AC5A-5062-9E14-64AA-82CF65F23C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EDE754-984D-0219-B534-8CA6AE163399}"/>
              </a:ext>
            </a:extLst>
          </p:cNvPr>
          <p:cNvGrpSpPr/>
          <p:nvPr/>
        </p:nvGrpSpPr>
        <p:grpSpPr>
          <a:xfrm>
            <a:off x="4001664" y="1367347"/>
            <a:ext cx="4838700" cy="3305839"/>
            <a:chOff x="2521575" y="463242"/>
            <a:chExt cx="4838700" cy="3305839"/>
          </a:xfrm>
        </p:grpSpPr>
        <p:grpSp>
          <p:nvGrpSpPr>
            <p:cNvPr id="7" name="Group 6"/>
            <p:cNvGrpSpPr/>
            <p:nvPr/>
          </p:nvGrpSpPr>
          <p:grpSpPr>
            <a:xfrm>
              <a:off x="2521575" y="463242"/>
              <a:ext cx="4838700" cy="2657793"/>
              <a:chOff x="2285975" y="1301433"/>
              <a:chExt cx="4571999" cy="2286000"/>
            </a:xfrm>
          </p:grpSpPr>
          <p:sp>
            <p:nvSpPr>
              <p:cNvPr id="64" name="Google Shape;8565;p100"/>
              <p:cNvSpPr/>
              <p:nvPr/>
            </p:nvSpPr>
            <p:spPr>
              <a:xfrm>
                <a:off x="3079954" y="1443397"/>
                <a:ext cx="2984578" cy="734724"/>
              </a:xfrm>
              <a:custGeom>
                <a:avLst/>
                <a:gdLst/>
                <a:ahLst/>
                <a:cxnLst/>
                <a:rect l="l" t="t" r="r" b="b"/>
                <a:pathLst>
                  <a:path w="116549" h="36397" extrusionOk="0">
                    <a:moveTo>
                      <a:pt x="18199" y="1"/>
                    </a:moveTo>
                    <a:cubicBezTo>
                      <a:pt x="8148" y="1"/>
                      <a:pt x="1" y="8148"/>
                      <a:pt x="1" y="18198"/>
                    </a:cubicBezTo>
                    <a:cubicBezTo>
                      <a:pt x="1" y="28249"/>
                      <a:pt x="8148" y="36396"/>
                      <a:pt x="18199" y="36396"/>
                    </a:cubicBezTo>
                    <a:lnTo>
                      <a:pt x="98350" y="36396"/>
                    </a:lnTo>
                    <a:cubicBezTo>
                      <a:pt x="108401" y="36396"/>
                      <a:pt x="116548" y="28249"/>
                      <a:pt x="116548" y="18198"/>
                    </a:cubicBezTo>
                    <a:cubicBezTo>
                      <a:pt x="116548" y="8148"/>
                      <a:pt x="108401" y="1"/>
                      <a:pt x="9835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sz="2000" b="1" dirty="0"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Schema</a:t>
                </a:r>
                <a:endParaRPr sz="2000" b="1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</a:endParaRPr>
              </a:p>
            </p:txBody>
          </p:sp>
          <p:sp>
            <p:nvSpPr>
              <p:cNvPr id="65" name="Google Shape;8566;p100"/>
              <p:cNvSpPr/>
              <p:nvPr/>
            </p:nvSpPr>
            <p:spPr>
              <a:xfrm>
                <a:off x="5082138" y="1301433"/>
                <a:ext cx="1197861" cy="1018749"/>
              </a:xfrm>
              <a:custGeom>
                <a:avLst/>
                <a:gdLst/>
                <a:ahLst/>
                <a:cxnLst/>
                <a:rect l="l" t="t" r="r" b="b"/>
                <a:pathLst>
                  <a:path w="46777" h="50467" extrusionOk="0">
                    <a:moveTo>
                      <a:pt x="1" y="1"/>
                    </a:moveTo>
                    <a:lnTo>
                      <a:pt x="1" y="1458"/>
                    </a:lnTo>
                    <a:lnTo>
                      <a:pt x="21544" y="1458"/>
                    </a:lnTo>
                    <a:cubicBezTo>
                      <a:pt x="34653" y="1458"/>
                      <a:pt x="45320" y="12123"/>
                      <a:pt x="45320" y="25233"/>
                    </a:cubicBezTo>
                    <a:cubicBezTo>
                      <a:pt x="45320" y="38344"/>
                      <a:pt x="34653" y="49009"/>
                      <a:pt x="21544" y="49009"/>
                    </a:cubicBezTo>
                    <a:lnTo>
                      <a:pt x="1" y="49009"/>
                    </a:lnTo>
                    <a:lnTo>
                      <a:pt x="1" y="50466"/>
                    </a:lnTo>
                    <a:lnTo>
                      <a:pt x="21544" y="50466"/>
                    </a:lnTo>
                    <a:cubicBezTo>
                      <a:pt x="35457" y="50466"/>
                      <a:pt x="46776" y="39146"/>
                      <a:pt x="46776" y="25233"/>
                    </a:cubicBezTo>
                    <a:cubicBezTo>
                      <a:pt x="46776" y="11322"/>
                      <a:pt x="35457" y="1"/>
                      <a:pt x="21544" y="1"/>
                    </a:cubicBezTo>
                    <a:close/>
                  </a:path>
                </a:pathLst>
              </a:custGeom>
              <a:solidFill>
                <a:srgbClr val="969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Google Shape;8567;p100"/>
              <p:cNvSpPr/>
              <p:nvPr/>
            </p:nvSpPr>
            <p:spPr>
              <a:xfrm>
                <a:off x="2863925" y="1301433"/>
                <a:ext cx="1197760" cy="1018749"/>
              </a:xfrm>
              <a:custGeom>
                <a:avLst/>
                <a:gdLst/>
                <a:ahLst/>
                <a:cxnLst/>
                <a:rect l="l" t="t" r="r" b="b"/>
                <a:pathLst>
                  <a:path w="46773" h="50467" extrusionOk="0">
                    <a:moveTo>
                      <a:pt x="25232" y="1"/>
                    </a:moveTo>
                    <a:cubicBezTo>
                      <a:pt x="11319" y="1"/>
                      <a:pt x="0" y="11322"/>
                      <a:pt x="0" y="25233"/>
                    </a:cubicBezTo>
                    <a:cubicBezTo>
                      <a:pt x="0" y="39146"/>
                      <a:pt x="11319" y="50466"/>
                      <a:pt x="25232" y="50466"/>
                    </a:cubicBezTo>
                    <a:lnTo>
                      <a:pt x="46773" y="50466"/>
                    </a:lnTo>
                    <a:lnTo>
                      <a:pt x="46773" y="49007"/>
                    </a:lnTo>
                    <a:lnTo>
                      <a:pt x="25232" y="49007"/>
                    </a:lnTo>
                    <a:cubicBezTo>
                      <a:pt x="12124" y="49007"/>
                      <a:pt x="1456" y="38344"/>
                      <a:pt x="1456" y="25233"/>
                    </a:cubicBezTo>
                    <a:cubicBezTo>
                      <a:pt x="1456" y="12123"/>
                      <a:pt x="12124" y="1457"/>
                      <a:pt x="25232" y="1457"/>
                    </a:cubicBezTo>
                    <a:lnTo>
                      <a:pt x="46773" y="1457"/>
                    </a:lnTo>
                    <a:lnTo>
                      <a:pt x="46773" y="1"/>
                    </a:lnTo>
                    <a:close/>
                  </a:path>
                </a:pathLst>
              </a:custGeom>
              <a:solidFill>
                <a:srgbClr val="969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3" name="Google Shape;8595;p100"/>
              <p:cNvGrpSpPr/>
              <p:nvPr/>
            </p:nvGrpSpPr>
            <p:grpSpPr>
              <a:xfrm>
                <a:off x="4528584" y="2271073"/>
                <a:ext cx="86378" cy="435597"/>
                <a:chOff x="2788083" y="3100241"/>
                <a:chExt cx="15356" cy="98237"/>
              </a:xfrm>
            </p:grpSpPr>
            <p:sp>
              <p:nvSpPr>
                <p:cNvPr id="37" name="Google Shape;8596;p100"/>
                <p:cNvSpPr/>
                <p:nvPr/>
              </p:nvSpPr>
              <p:spPr>
                <a:xfrm>
                  <a:off x="2794655" y="3106808"/>
                  <a:ext cx="2213" cy="85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" h="18697" extrusionOk="0">
                      <a:moveTo>
                        <a:pt x="243" y="1"/>
                      </a:moveTo>
                      <a:cubicBezTo>
                        <a:pt x="108" y="1"/>
                        <a:pt x="1" y="109"/>
                        <a:pt x="1" y="243"/>
                      </a:cubicBezTo>
                      <a:lnTo>
                        <a:pt x="1" y="18455"/>
                      </a:lnTo>
                      <a:cubicBezTo>
                        <a:pt x="1" y="18588"/>
                        <a:pt x="108" y="18697"/>
                        <a:pt x="243" y="18697"/>
                      </a:cubicBezTo>
                      <a:cubicBezTo>
                        <a:pt x="377" y="18697"/>
                        <a:pt x="485" y="18588"/>
                        <a:pt x="485" y="18455"/>
                      </a:cubicBezTo>
                      <a:lnTo>
                        <a:pt x="485" y="243"/>
                      </a:lnTo>
                      <a:cubicBezTo>
                        <a:pt x="485" y="109"/>
                        <a:pt x="377" y="1"/>
                        <a:pt x="243" y="1"/>
                      </a:cubicBezTo>
                      <a:close/>
                    </a:path>
                  </a:pathLst>
                </a:custGeom>
                <a:solidFill>
                  <a:srgbClr val="9FA0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Google Shape;8597;p100"/>
                <p:cNvSpPr/>
                <p:nvPr/>
              </p:nvSpPr>
              <p:spPr>
                <a:xfrm>
                  <a:off x="2788083" y="3183117"/>
                  <a:ext cx="15356" cy="15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3" h="3374" extrusionOk="0">
                      <a:moveTo>
                        <a:pt x="1687" y="0"/>
                      </a:moveTo>
                      <a:cubicBezTo>
                        <a:pt x="755" y="0"/>
                        <a:pt x="1" y="755"/>
                        <a:pt x="1" y="1687"/>
                      </a:cubicBezTo>
                      <a:cubicBezTo>
                        <a:pt x="1" y="2619"/>
                        <a:pt x="755" y="3373"/>
                        <a:pt x="1687" y="3373"/>
                      </a:cubicBezTo>
                      <a:cubicBezTo>
                        <a:pt x="2618" y="3373"/>
                        <a:pt x="3372" y="2619"/>
                        <a:pt x="3372" y="1687"/>
                      </a:cubicBezTo>
                      <a:cubicBezTo>
                        <a:pt x="3372" y="755"/>
                        <a:pt x="2618" y="0"/>
                        <a:pt x="1687" y="0"/>
                      </a:cubicBezTo>
                      <a:close/>
                    </a:path>
                  </a:pathLst>
                </a:custGeom>
                <a:solidFill>
                  <a:srgbClr val="435D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Google Shape;8598;p100"/>
                <p:cNvSpPr/>
                <p:nvPr/>
              </p:nvSpPr>
              <p:spPr>
                <a:xfrm>
                  <a:off x="2788083" y="3100241"/>
                  <a:ext cx="15356" cy="15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3" h="3373" extrusionOk="0">
                      <a:moveTo>
                        <a:pt x="1687" y="1"/>
                      </a:moveTo>
                      <a:cubicBezTo>
                        <a:pt x="755" y="1"/>
                        <a:pt x="1" y="754"/>
                        <a:pt x="1" y="1686"/>
                      </a:cubicBezTo>
                      <a:cubicBezTo>
                        <a:pt x="1" y="2618"/>
                        <a:pt x="755" y="3372"/>
                        <a:pt x="1687" y="3372"/>
                      </a:cubicBezTo>
                      <a:cubicBezTo>
                        <a:pt x="2618" y="3372"/>
                        <a:pt x="3372" y="2618"/>
                        <a:pt x="3372" y="1686"/>
                      </a:cubicBezTo>
                      <a:cubicBezTo>
                        <a:pt x="3372" y="754"/>
                        <a:pt x="2618" y="1"/>
                        <a:pt x="1687" y="1"/>
                      </a:cubicBezTo>
                      <a:close/>
                    </a:path>
                  </a:pathLst>
                </a:custGeom>
                <a:solidFill>
                  <a:srgbClr val="435D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5" name="Google Shape;8600;p100"/>
              <p:cNvSpPr/>
              <p:nvPr/>
            </p:nvSpPr>
            <p:spPr>
              <a:xfrm>
                <a:off x="3941033" y="2780219"/>
                <a:ext cx="1261885" cy="807214"/>
              </a:xfrm>
              <a:custGeom>
                <a:avLst/>
                <a:gdLst/>
                <a:ahLst/>
                <a:cxnLst/>
                <a:rect l="l" t="t" r="r" b="b"/>
                <a:pathLst>
                  <a:path w="49277" h="39988" extrusionOk="0">
                    <a:moveTo>
                      <a:pt x="7996" y="0"/>
                    </a:moveTo>
                    <a:cubicBezTo>
                      <a:pt x="3580" y="0"/>
                      <a:pt x="0" y="3579"/>
                      <a:pt x="0" y="7995"/>
                    </a:cubicBezTo>
                    <a:lnTo>
                      <a:pt x="0" y="31993"/>
                    </a:lnTo>
                    <a:cubicBezTo>
                      <a:pt x="0" y="36409"/>
                      <a:pt x="3580" y="39988"/>
                      <a:pt x="7996" y="39988"/>
                    </a:cubicBezTo>
                    <a:lnTo>
                      <a:pt x="41280" y="39988"/>
                    </a:lnTo>
                    <a:cubicBezTo>
                      <a:pt x="45697" y="39988"/>
                      <a:pt x="49277" y="36409"/>
                      <a:pt x="49277" y="31993"/>
                    </a:cubicBezTo>
                    <a:lnTo>
                      <a:pt x="49277" y="7995"/>
                    </a:lnTo>
                    <a:cubicBezTo>
                      <a:pt x="49277" y="3579"/>
                      <a:pt x="45697" y="0"/>
                      <a:pt x="4128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Mutation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 Step Size</a:t>
                </a:r>
              </a:p>
              <a:p>
                <a:pPr lvl="0" algn="ctr"/>
                <a:r>
                  <a:rPr lang="en-GB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  <a:sym typeface="Symbol" pitchFamily="18" charset="2"/>
                  </a:rPr>
                  <a:t></a:t>
                </a:r>
                <a:r>
                  <a:rPr lang="en-GB" baseline="-25000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1</a:t>
                </a:r>
                <a:r>
                  <a:rPr lang="en-GB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,…,</a:t>
                </a:r>
                <a:r>
                  <a:rPr lang="en-GB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  <a:sym typeface="Symbol" pitchFamily="18" charset="2"/>
                  </a:rPr>
                  <a:t></a:t>
                </a:r>
                <a:r>
                  <a:rPr lang="en-GB" baseline="-25000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n</a:t>
                </a:r>
                <a:r>
                  <a:rPr lang="en-GB" baseline="-40000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  <a:sym typeface="Symbol" pitchFamily="18" charset="2"/>
                  </a:rPr>
                  <a:t></a:t>
                </a:r>
                <a:endParaRPr lang="en-US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</a:endParaRPr>
              </a:p>
            </p:txBody>
          </p:sp>
          <p:grpSp>
            <p:nvGrpSpPr>
              <p:cNvPr id="26" name="Google Shape;8603;p100"/>
              <p:cNvGrpSpPr/>
              <p:nvPr/>
            </p:nvGrpSpPr>
            <p:grpSpPr>
              <a:xfrm>
                <a:off x="2873526" y="2271073"/>
                <a:ext cx="1457923" cy="435597"/>
                <a:chOff x="2493852" y="3100241"/>
                <a:chExt cx="259185" cy="98237"/>
              </a:xfrm>
            </p:grpSpPr>
            <p:sp>
              <p:nvSpPr>
                <p:cNvPr id="30" name="Google Shape;8604;p100"/>
                <p:cNvSpPr/>
                <p:nvPr/>
              </p:nvSpPr>
              <p:spPr>
                <a:xfrm>
                  <a:off x="2500428" y="3106803"/>
                  <a:ext cx="246126" cy="85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64" h="18698" extrusionOk="0">
                      <a:moveTo>
                        <a:pt x="53821" y="0"/>
                      </a:moveTo>
                      <a:cubicBezTo>
                        <a:pt x="53686" y="0"/>
                        <a:pt x="53579" y="109"/>
                        <a:pt x="53579" y="242"/>
                      </a:cubicBezTo>
                      <a:lnTo>
                        <a:pt x="53579" y="5286"/>
                      </a:lnTo>
                      <a:cubicBezTo>
                        <a:pt x="53579" y="8576"/>
                        <a:pt x="50903" y="11250"/>
                        <a:pt x="47614" y="11250"/>
                      </a:cubicBezTo>
                      <a:lnTo>
                        <a:pt x="7205" y="11250"/>
                      </a:lnTo>
                      <a:cubicBezTo>
                        <a:pt x="3232" y="11250"/>
                        <a:pt x="0" y="14484"/>
                        <a:pt x="0" y="18456"/>
                      </a:cubicBezTo>
                      <a:cubicBezTo>
                        <a:pt x="0" y="18589"/>
                        <a:pt x="109" y="18698"/>
                        <a:pt x="242" y="18698"/>
                      </a:cubicBezTo>
                      <a:cubicBezTo>
                        <a:pt x="376" y="18698"/>
                        <a:pt x="485" y="18589"/>
                        <a:pt x="485" y="18456"/>
                      </a:cubicBezTo>
                      <a:cubicBezTo>
                        <a:pt x="485" y="14751"/>
                        <a:pt x="3499" y="11736"/>
                        <a:pt x="7202" y="11736"/>
                      </a:cubicBezTo>
                      <a:lnTo>
                        <a:pt x="47612" y="11736"/>
                      </a:lnTo>
                      <a:cubicBezTo>
                        <a:pt x="51169" y="11736"/>
                        <a:pt x="54063" y="8843"/>
                        <a:pt x="54063" y="5286"/>
                      </a:cubicBezTo>
                      <a:lnTo>
                        <a:pt x="54063" y="242"/>
                      </a:lnTo>
                      <a:cubicBezTo>
                        <a:pt x="54063" y="109"/>
                        <a:pt x="53955" y="0"/>
                        <a:pt x="53821" y="0"/>
                      </a:cubicBezTo>
                      <a:close/>
                    </a:path>
                  </a:pathLst>
                </a:custGeom>
                <a:solidFill>
                  <a:srgbClr val="9FA0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Google Shape;8605;p100"/>
                <p:cNvSpPr/>
                <p:nvPr/>
              </p:nvSpPr>
              <p:spPr>
                <a:xfrm>
                  <a:off x="2493852" y="3183117"/>
                  <a:ext cx="15360" cy="15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4" h="3374" extrusionOk="0">
                      <a:moveTo>
                        <a:pt x="1687" y="0"/>
                      </a:moveTo>
                      <a:cubicBezTo>
                        <a:pt x="755" y="0"/>
                        <a:pt x="1" y="755"/>
                        <a:pt x="1" y="1687"/>
                      </a:cubicBezTo>
                      <a:cubicBezTo>
                        <a:pt x="1" y="2619"/>
                        <a:pt x="755" y="3373"/>
                        <a:pt x="1687" y="3373"/>
                      </a:cubicBezTo>
                      <a:cubicBezTo>
                        <a:pt x="2619" y="3373"/>
                        <a:pt x="3374" y="2619"/>
                        <a:pt x="3374" y="1687"/>
                      </a:cubicBezTo>
                      <a:cubicBezTo>
                        <a:pt x="3374" y="755"/>
                        <a:pt x="2619" y="0"/>
                        <a:pt x="1687" y="0"/>
                      </a:cubicBezTo>
                      <a:close/>
                    </a:path>
                  </a:pathLst>
                </a:custGeom>
                <a:solidFill>
                  <a:srgbClr val="435D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Google Shape;8606;p100"/>
                <p:cNvSpPr/>
                <p:nvPr/>
              </p:nvSpPr>
              <p:spPr>
                <a:xfrm>
                  <a:off x="2737686" y="3100241"/>
                  <a:ext cx="15351" cy="15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373" extrusionOk="0">
                      <a:moveTo>
                        <a:pt x="1687" y="1"/>
                      </a:moveTo>
                      <a:cubicBezTo>
                        <a:pt x="755" y="1"/>
                        <a:pt x="1" y="754"/>
                        <a:pt x="1" y="1686"/>
                      </a:cubicBezTo>
                      <a:cubicBezTo>
                        <a:pt x="1" y="2618"/>
                        <a:pt x="755" y="3372"/>
                        <a:pt x="1687" y="3372"/>
                      </a:cubicBezTo>
                      <a:cubicBezTo>
                        <a:pt x="2619" y="3372"/>
                        <a:pt x="3372" y="2618"/>
                        <a:pt x="3372" y="1686"/>
                      </a:cubicBezTo>
                      <a:cubicBezTo>
                        <a:pt x="3372" y="754"/>
                        <a:pt x="2619" y="1"/>
                        <a:pt x="1687" y="1"/>
                      </a:cubicBezTo>
                      <a:close/>
                    </a:path>
                  </a:pathLst>
                </a:custGeom>
                <a:solidFill>
                  <a:srgbClr val="435D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8" name="Google Shape;8608;p100"/>
              <p:cNvSpPr/>
              <p:nvPr/>
            </p:nvSpPr>
            <p:spPr>
              <a:xfrm>
                <a:off x="2285975" y="2780219"/>
                <a:ext cx="1261936" cy="807214"/>
              </a:xfrm>
              <a:custGeom>
                <a:avLst/>
                <a:gdLst/>
                <a:ahLst/>
                <a:cxnLst/>
                <a:rect l="l" t="t" r="r" b="b"/>
                <a:pathLst>
                  <a:path w="49279" h="39988" extrusionOk="0">
                    <a:moveTo>
                      <a:pt x="7997" y="0"/>
                    </a:moveTo>
                    <a:cubicBezTo>
                      <a:pt x="3580" y="0"/>
                      <a:pt x="0" y="3579"/>
                      <a:pt x="0" y="7995"/>
                    </a:cubicBezTo>
                    <a:lnTo>
                      <a:pt x="0" y="31993"/>
                    </a:lnTo>
                    <a:cubicBezTo>
                      <a:pt x="0" y="36409"/>
                      <a:pt x="3580" y="39988"/>
                      <a:pt x="7997" y="39988"/>
                    </a:cubicBezTo>
                    <a:lnTo>
                      <a:pt x="41282" y="39988"/>
                    </a:lnTo>
                    <a:cubicBezTo>
                      <a:pt x="45697" y="39988"/>
                      <a:pt x="49277" y="36409"/>
                      <a:pt x="49277" y="31993"/>
                    </a:cubicBezTo>
                    <a:lnTo>
                      <a:pt x="49277" y="7995"/>
                    </a:lnTo>
                    <a:cubicBezTo>
                      <a:pt x="49278" y="3579"/>
                      <a:pt x="45697" y="0"/>
                      <a:pt x="4128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Object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Variables</a:t>
                </a:r>
              </a:p>
              <a:p>
                <a:pPr algn="ctr"/>
                <a:r>
                  <a:rPr lang="en-GB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x</a:t>
                </a:r>
                <a:r>
                  <a:rPr lang="en-GB" baseline="-25000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1</a:t>
                </a:r>
                <a:r>
                  <a:rPr lang="en-GB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,…,</a:t>
                </a:r>
                <a:r>
                  <a:rPr lang="en-GB" dirty="0" err="1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x</a:t>
                </a:r>
                <a:r>
                  <a:rPr lang="en-GB" baseline="-25000" dirty="0" err="1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n</a:t>
                </a:r>
                <a:endParaRPr lang="en-US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</a:endParaRPr>
              </a:p>
            </p:txBody>
          </p:sp>
          <p:grpSp>
            <p:nvGrpSpPr>
              <p:cNvPr id="19" name="Google Shape;8611;p100"/>
              <p:cNvGrpSpPr/>
              <p:nvPr/>
            </p:nvGrpSpPr>
            <p:grpSpPr>
              <a:xfrm>
                <a:off x="4812040" y="2271073"/>
                <a:ext cx="1457922" cy="435597"/>
                <a:chOff x="2838475" y="3100241"/>
                <a:chExt cx="259185" cy="98237"/>
              </a:xfrm>
            </p:grpSpPr>
            <p:sp>
              <p:nvSpPr>
                <p:cNvPr id="23" name="Google Shape;8612;p100"/>
                <p:cNvSpPr/>
                <p:nvPr/>
              </p:nvSpPr>
              <p:spPr>
                <a:xfrm>
                  <a:off x="2845042" y="3106803"/>
                  <a:ext cx="246131" cy="85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65" h="18698" extrusionOk="0">
                      <a:moveTo>
                        <a:pt x="242" y="0"/>
                      </a:moveTo>
                      <a:cubicBezTo>
                        <a:pt x="109" y="0"/>
                        <a:pt x="0" y="109"/>
                        <a:pt x="0" y="242"/>
                      </a:cubicBezTo>
                      <a:lnTo>
                        <a:pt x="0" y="5286"/>
                      </a:lnTo>
                      <a:cubicBezTo>
                        <a:pt x="0" y="8843"/>
                        <a:pt x="2895" y="11736"/>
                        <a:pt x="6451" y="11736"/>
                      </a:cubicBezTo>
                      <a:lnTo>
                        <a:pt x="46862" y="11736"/>
                      </a:lnTo>
                      <a:cubicBezTo>
                        <a:pt x="50567" y="11736"/>
                        <a:pt x="53580" y="14751"/>
                        <a:pt x="53580" y="18456"/>
                      </a:cubicBezTo>
                      <a:cubicBezTo>
                        <a:pt x="53580" y="18589"/>
                        <a:pt x="53689" y="18698"/>
                        <a:pt x="53822" y="18698"/>
                      </a:cubicBezTo>
                      <a:cubicBezTo>
                        <a:pt x="53957" y="18698"/>
                        <a:pt x="54064" y="18589"/>
                        <a:pt x="54063" y="18456"/>
                      </a:cubicBezTo>
                      <a:cubicBezTo>
                        <a:pt x="54063" y="14484"/>
                        <a:pt x="50831" y="11250"/>
                        <a:pt x="46858" y="11250"/>
                      </a:cubicBezTo>
                      <a:lnTo>
                        <a:pt x="6449" y="11250"/>
                      </a:lnTo>
                      <a:cubicBezTo>
                        <a:pt x="3160" y="11250"/>
                        <a:pt x="484" y="8576"/>
                        <a:pt x="484" y="5286"/>
                      </a:cubicBezTo>
                      <a:lnTo>
                        <a:pt x="484" y="242"/>
                      </a:lnTo>
                      <a:cubicBezTo>
                        <a:pt x="484" y="109"/>
                        <a:pt x="376" y="0"/>
                        <a:pt x="242" y="0"/>
                      </a:cubicBezTo>
                      <a:close/>
                    </a:path>
                  </a:pathLst>
                </a:custGeom>
                <a:solidFill>
                  <a:srgbClr val="9FA0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Google Shape;8613;p100"/>
                <p:cNvSpPr/>
                <p:nvPr/>
              </p:nvSpPr>
              <p:spPr>
                <a:xfrm>
                  <a:off x="3082301" y="3183117"/>
                  <a:ext cx="15360" cy="15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4" h="3374" extrusionOk="0">
                      <a:moveTo>
                        <a:pt x="1687" y="0"/>
                      </a:moveTo>
                      <a:cubicBezTo>
                        <a:pt x="755" y="0"/>
                        <a:pt x="0" y="755"/>
                        <a:pt x="0" y="1687"/>
                      </a:cubicBezTo>
                      <a:cubicBezTo>
                        <a:pt x="0" y="2619"/>
                        <a:pt x="755" y="3373"/>
                        <a:pt x="1687" y="3373"/>
                      </a:cubicBezTo>
                      <a:cubicBezTo>
                        <a:pt x="2619" y="3373"/>
                        <a:pt x="3373" y="2619"/>
                        <a:pt x="3373" y="1687"/>
                      </a:cubicBezTo>
                      <a:cubicBezTo>
                        <a:pt x="3373" y="755"/>
                        <a:pt x="2619" y="0"/>
                        <a:pt x="1687" y="0"/>
                      </a:cubicBezTo>
                      <a:close/>
                    </a:path>
                  </a:pathLst>
                </a:custGeom>
                <a:solidFill>
                  <a:srgbClr val="435D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Google Shape;8614;p100"/>
                <p:cNvSpPr/>
                <p:nvPr/>
              </p:nvSpPr>
              <p:spPr>
                <a:xfrm>
                  <a:off x="2838475" y="3100241"/>
                  <a:ext cx="15351" cy="15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373" extrusionOk="0">
                      <a:moveTo>
                        <a:pt x="1685" y="1"/>
                      </a:moveTo>
                      <a:cubicBezTo>
                        <a:pt x="753" y="1"/>
                        <a:pt x="0" y="754"/>
                        <a:pt x="0" y="1686"/>
                      </a:cubicBezTo>
                      <a:cubicBezTo>
                        <a:pt x="0" y="2618"/>
                        <a:pt x="753" y="3372"/>
                        <a:pt x="1685" y="3372"/>
                      </a:cubicBezTo>
                      <a:cubicBezTo>
                        <a:pt x="2617" y="3372"/>
                        <a:pt x="3372" y="2618"/>
                        <a:pt x="3372" y="1686"/>
                      </a:cubicBezTo>
                      <a:cubicBezTo>
                        <a:pt x="3372" y="754"/>
                        <a:pt x="2617" y="1"/>
                        <a:pt x="1685" y="1"/>
                      </a:cubicBezTo>
                      <a:close/>
                    </a:path>
                  </a:pathLst>
                </a:custGeom>
                <a:solidFill>
                  <a:srgbClr val="435D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1" name="Google Shape;8616;p100"/>
              <p:cNvSpPr/>
              <p:nvPr/>
            </p:nvSpPr>
            <p:spPr>
              <a:xfrm>
                <a:off x="5596039" y="2780219"/>
                <a:ext cx="1261935" cy="807214"/>
              </a:xfrm>
              <a:custGeom>
                <a:avLst/>
                <a:gdLst/>
                <a:ahLst/>
                <a:cxnLst/>
                <a:rect l="l" t="t" r="r" b="b"/>
                <a:pathLst>
                  <a:path w="49279" h="39988" extrusionOk="0">
                    <a:moveTo>
                      <a:pt x="7995" y="0"/>
                    </a:moveTo>
                    <a:cubicBezTo>
                      <a:pt x="3580" y="0"/>
                      <a:pt x="0" y="3579"/>
                      <a:pt x="0" y="7995"/>
                    </a:cubicBezTo>
                    <a:lnTo>
                      <a:pt x="0" y="31993"/>
                    </a:lnTo>
                    <a:cubicBezTo>
                      <a:pt x="0" y="36409"/>
                      <a:pt x="3580" y="39988"/>
                      <a:pt x="7995" y="39988"/>
                    </a:cubicBezTo>
                    <a:lnTo>
                      <a:pt x="41282" y="39988"/>
                    </a:lnTo>
                    <a:cubicBezTo>
                      <a:pt x="45698" y="39988"/>
                      <a:pt x="49278" y="36409"/>
                      <a:pt x="49278" y="31993"/>
                    </a:cubicBezTo>
                    <a:lnTo>
                      <a:pt x="49278" y="7995"/>
                    </a:lnTo>
                    <a:cubicBezTo>
                      <a:pt x="49278" y="3579"/>
                      <a:pt x="45698" y="0"/>
                      <a:pt x="4128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Rotation Angle</a:t>
                </a:r>
              </a:p>
              <a:p>
                <a:pPr lvl="0" algn="ctr"/>
                <a:r>
                  <a:rPr lang="en-GB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  <a:sym typeface="Symbol" pitchFamily="18" charset="2"/>
                  </a:rPr>
                  <a:t></a:t>
                </a:r>
                <a:r>
                  <a:rPr lang="en-GB" baseline="-25000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1</a:t>
                </a:r>
                <a:r>
                  <a:rPr lang="en-GB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,…, </a:t>
                </a:r>
                <a:r>
                  <a:rPr lang="en-GB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  <a:sym typeface="Symbol" pitchFamily="18" charset="2"/>
                  </a:rPr>
                  <a:t></a:t>
                </a:r>
                <a:r>
                  <a:rPr lang="en-GB" baseline="-25000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</a:rPr>
                  <a:t>n</a:t>
                </a:r>
                <a:r>
                  <a:rPr lang="en-GB" baseline="-40000" dirty="0">
                    <a:ln/>
                    <a:solidFill>
                      <a:schemeClr val="tx1"/>
                    </a:solidFill>
                    <a:latin typeface="Cairo" panose="020B0604020202020204" charset="-78"/>
                    <a:cs typeface="Cairo" panose="020B0604020202020204" charset="-78"/>
                    <a:sym typeface="Symbol" pitchFamily="18" charset="2"/>
                  </a:rPr>
                  <a:t></a:t>
                </a:r>
                <a:endParaRPr lang="en-US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</a:endParaRPr>
              </a:p>
            </p:txBody>
          </p:sp>
        </p:grpSp>
        <p:sp>
          <p:nvSpPr>
            <p:cNvPr id="8" name="Left Brace 7"/>
            <p:cNvSpPr/>
            <p:nvPr/>
          </p:nvSpPr>
          <p:spPr>
            <a:xfrm rot="16200000">
              <a:off x="5654629" y="1986564"/>
              <a:ext cx="220980" cy="2728499"/>
            </a:xfrm>
            <a:prstGeom prst="lef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86420" y="3461304"/>
              <a:ext cx="15680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</a:rPr>
                <a:t>Strategy Variables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713645" y="1362089"/>
            <a:ext cx="385833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Not every component is always present</a:t>
            </a:r>
          </a:p>
          <a:p>
            <a:pPr marL="285750" indent="-28575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Full size: 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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 x1,…,</a:t>
            </a:r>
            <a:r>
              <a:rPr lang="en-GB" dirty="0" err="1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xn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, 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1,…,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n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 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,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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1,…, 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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k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  </a:t>
            </a:r>
          </a:p>
          <a:p>
            <a:pPr marL="285750" indent="-28575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where k = n(n-1)/2  (no. of </a:t>
            </a:r>
            <a:r>
              <a:rPr lang="en-GB" dirty="0" err="1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i,j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 pairs)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B92988-2255-17C7-B736-BE8C38A5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Chromosome Representation in ES</a:t>
            </a:r>
            <a:br>
              <a:rPr lang="en-US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909E80-70B5-CD5D-5C47-C7D978CB9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Different schemas</a:t>
            </a:r>
            <a:endParaRPr dirty="0"/>
          </a:p>
        </p:txBody>
      </p:sp>
      <p:sp>
        <p:nvSpPr>
          <p:cNvPr id="967" name="Google Shape;967;p60"/>
          <p:cNvSpPr txBox="1">
            <a:spLocks noGrp="1"/>
          </p:cNvSpPr>
          <p:nvPr>
            <p:ph type="subTitle" idx="1"/>
          </p:nvPr>
        </p:nvSpPr>
        <p:spPr>
          <a:xfrm>
            <a:off x="36652" y="1412437"/>
            <a:ext cx="23733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Case 1</a:t>
            </a:r>
            <a:endParaRPr dirty="0"/>
          </a:p>
        </p:txBody>
      </p:sp>
      <p:sp>
        <p:nvSpPr>
          <p:cNvPr id="968" name="Google Shape;968;p60"/>
          <p:cNvSpPr txBox="1">
            <a:spLocks noGrp="1"/>
          </p:cNvSpPr>
          <p:nvPr>
            <p:ph type="subTitle" idx="2"/>
          </p:nvPr>
        </p:nvSpPr>
        <p:spPr>
          <a:xfrm>
            <a:off x="1627162" y="1187400"/>
            <a:ext cx="23733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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x</a:t>
            </a:r>
            <a:r>
              <a:rPr lang="en-GB" sz="2800" baseline="-250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1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,…,</a:t>
            </a:r>
            <a:r>
              <a:rPr lang="en-GB" sz="2800" dirty="0" err="1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x</a:t>
            </a:r>
            <a:r>
              <a:rPr lang="en-GB" sz="2800" baseline="-25000" dirty="0" err="1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n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,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 </a:t>
            </a:r>
            <a:endParaRPr lang="en-US" sz="2800" dirty="0"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969" name="Google Shape;969;p60"/>
          <p:cNvSpPr txBox="1">
            <a:spLocks noGrp="1"/>
          </p:cNvSpPr>
          <p:nvPr>
            <p:ph type="subTitle" idx="3"/>
          </p:nvPr>
        </p:nvSpPr>
        <p:spPr>
          <a:xfrm>
            <a:off x="45071" y="2079000"/>
            <a:ext cx="23733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Case 2</a:t>
            </a:r>
            <a:endParaRPr dirty="0"/>
          </a:p>
        </p:txBody>
      </p:sp>
      <p:sp>
        <p:nvSpPr>
          <p:cNvPr id="970" name="Google Shape;970;p60"/>
          <p:cNvSpPr txBox="1">
            <a:spLocks noGrp="1"/>
          </p:cNvSpPr>
          <p:nvPr>
            <p:ph type="subTitle" idx="4"/>
          </p:nvPr>
        </p:nvSpPr>
        <p:spPr>
          <a:xfrm>
            <a:off x="1549388" y="1852650"/>
            <a:ext cx="3456115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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x</a:t>
            </a:r>
            <a:r>
              <a:rPr lang="en-GB" sz="2800" baseline="-250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1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,…,</a:t>
            </a:r>
            <a:r>
              <a:rPr lang="en-GB" sz="2800" dirty="0" err="1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x</a:t>
            </a:r>
            <a:r>
              <a:rPr lang="en-GB" sz="2800" baseline="-25000" dirty="0" err="1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n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,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</a:t>
            </a:r>
            <a:r>
              <a:rPr lang="en-GB" sz="2800" baseline="-250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1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,…,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</a:t>
            </a:r>
            <a:r>
              <a:rPr lang="en-GB" sz="2800" baseline="-250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n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</a:t>
            </a:r>
            <a:endParaRPr lang="en-US" sz="2800" baseline="-25000" dirty="0">
              <a:latin typeface="Cairo" panose="020B0604020202020204" charset="-78"/>
              <a:cs typeface="Cairo" panose="020B0604020202020204" charset="-78"/>
              <a:sym typeface="Bookshelf Symbol 2" pitchFamily="2" charset="2"/>
            </a:endParaRPr>
          </a:p>
        </p:txBody>
      </p:sp>
      <p:sp>
        <p:nvSpPr>
          <p:cNvPr id="971" name="Google Shape;971;p60"/>
          <p:cNvSpPr txBox="1">
            <a:spLocks noGrp="1"/>
          </p:cNvSpPr>
          <p:nvPr>
            <p:ph type="subTitle" idx="5"/>
          </p:nvPr>
        </p:nvSpPr>
        <p:spPr>
          <a:xfrm>
            <a:off x="36652" y="2744250"/>
            <a:ext cx="23733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Case 3</a:t>
            </a:r>
            <a:endParaRPr dirty="0"/>
          </a:p>
        </p:txBody>
      </p:sp>
      <p:sp>
        <p:nvSpPr>
          <p:cNvPr id="972" name="Google Shape;972;p60"/>
          <p:cNvSpPr txBox="1">
            <a:spLocks noGrp="1"/>
          </p:cNvSpPr>
          <p:nvPr>
            <p:ph type="subTitle" idx="6"/>
          </p:nvPr>
        </p:nvSpPr>
        <p:spPr>
          <a:xfrm>
            <a:off x="1346635" y="2476466"/>
            <a:ext cx="51859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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x</a:t>
            </a:r>
            <a:r>
              <a:rPr lang="en-GB" sz="2800" baseline="-250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1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,…,</a:t>
            </a:r>
            <a:r>
              <a:rPr lang="en-GB" sz="2800" dirty="0" err="1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x</a:t>
            </a:r>
            <a:r>
              <a:rPr lang="en-GB" sz="2800" baseline="-25000" dirty="0" err="1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n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,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</a:t>
            </a:r>
            <a:r>
              <a:rPr lang="en-GB" sz="2800" baseline="-250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1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,…,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</a:t>
            </a:r>
            <a:r>
              <a:rPr lang="en-GB" sz="2800" baseline="-250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n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 ,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</a:t>
            </a:r>
            <a:r>
              <a:rPr lang="en-GB" sz="2800" baseline="-250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1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,…,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</a:t>
            </a:r>
            <a:r>
              <a:rPr lang="en-GB" sz="2800" baseline="-250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k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Bookshelf Symbol 2" pitchFamily="2" charset="2"/>
              </a:rPr>
              <a:t> </a:t>
            </a:r>
            <a:r>
              <a:rPr lang="en-GB" sz="2800" dirty="0"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</a:t>
            </a:r>
            <a:endParaRPr lang="en-US" sz="2800" dirty="0"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973" name="Google Shape;973;p60"/>
          <p:cNvSpPr/>
          <p:nvPr/>
        </p:nvSpPr>
        <p:spPr>
          <a:xfrm>
            <a:off x="7225550" y="43233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8017875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5" name="Google Shape;975;p60"/>
          <p:cNvGrpSpPr/>
          <p:nvPr/>
        </p:nvGrpSpPr>
        <p:grpSpPr>
          <a:xfrm>
            <a:off x="3858025" y="4041721"/>
            <a:ext cx="613379" cy="610156"/>
            <a:chOff x="4705338" y="292646"/>
            <a:chExt cx="613379" cy="610156"/>
          </a:xfrm>
        </p:grpSpPr>
        <p:sp>
          <p:nvSpPr>
            <p:cNvPr id="976" name="Google Shape;976;p60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37386C-38C8-5740-A199-20D68B10CA2F}"/>
              </a:ext>
            </a:extLst>
          </p:cNvPr>
          <p:cNvSpPr txBox="1"/>
          <p:nvPr/>
        </p:nvSpPr>
        <p:spPr>
          <a:xfrm>
            <a:off x="437872" y="3151244"/>
            <a:ext cx="5925946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Case 3 is applied less frequently than the other two cases due to its higher computational complexity.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In practice, most problems can be effectively addressed using Case 1 alone.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D8BD6-DDA9-9950-81EF-7A08FC966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Mutation Case 1:</a:t>
            </a:r>
            <a:br>
              <a:rPr lang="en-US" dirty="0"/>
            </a:br>
            <a:r>
              <a:rPr lang="en-GB" sz="2000" b="0" dirty="0"/>
              <a:t>Uncorrelated mutation with one </a:t>
            </a:r>
            <a:r>
              <a:rPr lang="en-GB" sz="2000" b="0" dirty="0">
                <a:sym typeface="Symbol" pitchFamily="18" charset="2"/>
              </a:rPr>
              <a:t></a:t>
            </a:r>
            <a:endParaRPr b="0" dirty="0"/>
          </a:p>
        </p:txBody>
      </p:sp>
      <p:sp>
        <p:nvSpPr>
          <p:cNvPr id="973" name="Google Shape;973;p60"/>
          <p:cNvSpPr/>
          <p:nvPr/>
        </p:nvSpPr>
        <p:spPr>
          <a:xfrm>
            <a:off x="7225550" y="43233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5" name="Google Shape;975;p60"/>
          <p:cNvGrpSpPr/>
          <p:nvPr/>
        </p:nvGrpSpPr>
        <p:grpSpPr>
          <a:xfrm>
            <a:off x="8311624" y="1852833"/>
            <a:ext cx="613379" cy="610156"/>
            <a:chOff x="4705338" y="292646"/>
            <a:chExt cx="613379" cy="610156"/>
          </a:xfrm>
        </p:grpSpPr>
        <p:sp>
          <p:nvSpPr>
            <p:cNvPr id="976" name="Google Shape;976;p60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Rectangle 7"/>
          <p:cNvSpPr/>
          <p:nvPr/>
        </p:nvSpPr>
        <p:spPr>
          <a:xfrm>
            <a:off x="713224" y="1382286"/>
            <a:ext cx="77174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Gaussian Perturbation: changing value by adding random noise drawn from normal distribution</a:t>
            </a:r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09F8BC-E199-4995-A0CE-C7DC6B9E0361}"/>
              </a:ext>
            </a:extLst>
          </p:cNvPr>
          <p:cNvGrpSpPr/>
          <p:nvPr/>
        </p:nvGrpSpPr>
        <p:grpSpPr>
          <a:xfrm>
            <a:off x="713224" y="1958130"/>
            <a:ext cx="3332502" cy="2193843"/>
            <a:chOff x="713224" y="2128118"/>
            <a:chExt cx="3332502" cy="21938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0F55D7F-9A7D-6F87-AE89-851BEA7F0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4646" y="2128118"/>
              <a:ext cx="3211080" cy="112473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AF954B5-1F6A-4897-FAE4-9522B09F4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8" r="58705" b="53076"/>
            <a:stretch/>
          </p:blipFill>
          <p:spPr>
            <a:xfrm>
              <a:off x="834645" y="3216928"/>
              <a:ext cx="742203" cy="57664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D23ED0-AEB2-5F2D-2AF1-5307AAE6CBB1}"/>
                </a:ext>
              </a:extLst>
            </p:cNvPr>
            <p:cNvSpPr txBox="1"/>
            <p:nvPr/>
          </p:nvSpPr>
          <p:spPr>
            <a:xfrm>
              <a:off x="1642537" y="3366752"/>
              <a:ext cx="2337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134F5C"/>
                  </a:solidFill>
                  <a:latin typeface="Albert Sans"/>
                </a:rPr>
                <a:t>n is dimension of our search space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2933DE6-287F-14B9-6FDC-84A21C3CF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1404" b="12809"/>
            <a:stretch/>
          </p:blipFill>
          <p:spPr>
            <a:xfrm>
              <a:off x="713224" y="3882168"/>
              <a:ext cx="2319660" cy="439793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1104575-6E56-7C6F-B7A7-61A9F223CCF3}"/>
              </a:ext>
            </a:extLst>
          </p:cNvPr>
          <p:cNvGrpSpPr/>
          <p:nvPr/>
        </p:nvGrpSpPr>
        <p:grpSpPr>
          <a:xfrm>
            <a:off x="5699580" y="1958130"/>
            <a:ext cx="2540825" cy="2961306"/>
            <a:chOff x="6137037" y="1588157"/>
            <a:chExt cx="2540825" cy="2961306"/>
          </a:xfrm>
          <a:noFill/>
        </p:grpSpPr>
        <p:pic>
          <p:nvPicPr>
            <p:cNvPr id="26" name="Picture 8" descr="C:\edu\ea\4-2small-gr.jp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6445167" y="1852833"/>
              <a:ext cx="2232695" cy="244144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04C4916-D1E6-4B5F-C984-FE319B74329D}"/>
                </a:ext>
              </a:extLst>
            </p:cNvPr>
            <p:cNvSpPr txBox="1"/>
            <p:nvPr/>
          </p:nvSpPr>
          <p:spPr>
            <a:xfrm>
              <a:off x="7431546" y="4241686"/>
              <a:ext cx="333746" cy="30777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x1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705615E-EA33-3C63-183A-90A32B66026B}"/>
                </a:ext>
              </a:extLst>
            </p:cNvPr>
            <p:cNvSpPr txBox="1"/>
            <p:nvPr/>
          </p:nvSpPr>
          <p:spPr>
            <a:xfrm>
              <a:off x="6137037" y="2918318"/>
              <a:ext cx="341760" cy="30777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x2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F24815-B63A-F82B-C58B-D16335CF9B40}"/>
                </a:ext>
              </a:extLst>
            </p:cNvPr>
            <p:cNvSpPr txBox="1"/>
            <p:nvPr/>
          </p:nvSpPr>
          <p:spPr>
            <a:xfrm>
              <a:off x="6849370" y="1588157"/>
              <a:ext cx="1281120" cy="30777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Problem Space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616DE3-7D55-F9C3-0D28-4B27C8CB5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54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653B-D73F-0711-DD4D-B0D9A37C4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539500"/>
            <a:ext cx="7717500" cy="1071586"/>
          </a:xfrm>
        </p:spPr>
        <p:txBody>
          <a:bodyPr/>
          <a:lstStyle/>
          <a:p>
            <a:r>
              <a:rPr lang="en-US" dirty="0"/>
              <a:t>Mutation Case 1:</a:t>
            </a:r>
            <a:br>
              <a:rPr lang="en-US" dirty="0"/>
            </a:br>
            <a:r>
              <a:rPr lang="en-GB" sz="2000" b="0" dirty="0"/>
              <a:t>Uncorrelated mutation with one </a:t>
            </a:r>
            <a:r>
              <a:rPr lang="en-GB" sz="2000" b="0" dirty="0">
                <a:sym typeface="Symbol" pitchFamily="18" charset="2"/>
              </a:rPr>
              <a:t>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65490-CD8C-165F-4C36-7D4F4B3BB002}"/>
              </a:ext>
            </a:extLst>
          </p:cNvPr>
          <p:cNvSpPr txBox="1"/>
          <p:nvPr/>
        </p:nvSpPr>
        <p:spPr>
          <a:xfrm>
            <a:off x="713225" y="1611086"/>
            <a:ext cx="4709886" cy="28007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σ is the current step size (mutation strength).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𝒩(0,1) is a standard normal distribution.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exponential function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ensures that σ' stays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positive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The larger the minimum allowable mutation step size, the higher the exploration rate.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6EB872-FBB9-4F55-4B81-38B2FA82D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355" y="1465234"/>
            <a:ext cx="3211080" cy="1124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3BA378-AC7D-F6FB-AACA-166DF56CE4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98" r="58705" b="53076"/>
          <a:stretch/>
        </p:blipFill>
        <p:spPr>
          <a:xfrm>
            <a:off x="5477355" y="2619396"/>
            <a:ext cx="742203" cy="5766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495535-2963-FF77-92E3-E99706101AE8}"/>
              </a:ext>
            </a:extLst>
          </p:cNvPr>
          <p:cNvSpPr txBox="1"/>
          <p:nvPr/>
        </p:nvSpPr>
        <p:spPr>
          <a:xfrm>
            <a:off x="6396987" y="2769220"/>
            <a:ext cx="2337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134F5C"/>
                </a:solidFill>
                <a:latin typeface="Albert Sans"/>
              </a:rPr>
              <a:t>n is dimension of our search space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7C1C48-1DBF-8D3C-69D6-9032D2EDBA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404" b="12809"/>
          <a:stretch/>
        </p:blipFill>
        <p:spPr>
          <a:xfrm>
            <a:off x="5246076" y="3238473"/>
            <a:ext cx="2319660" cy="4397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69424-9AA3-801E-489F-47845617F9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15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653B-D73F-0711-DD4D-B0D9A37C4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539500"/>
            <a:ext cx="7717500" cy="1071586"/>
          </a:xfrm>
        </p:spPr>
        <p:txBody>
          <a:bodyPr/>
          <a:lstStyle/>
          <a:p>
            <a:r>
              <a:rPr lang="en-US" dirty="0"/>
              <a:t>Mutation Case 1:</a:t>
            </a:r>
            <a:br>
              <a:rPr lang="en-US" dirty="0"/>
            </a:br>
            <a:r>
              <a:rPr lang="en-GB" sz="2000" b="0" dirty="0"/>
              <a:t>Uncorrelated mutation with one </a:t>
            </a:r>
            <a:r>
              <a:rPr lang="en-GB" sz="2000" b="0" dirty="0">
                <a:sym typeface="Symbol" pitchFamily="18" charset="2"/>
              </a:rPr>
              <a:t>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65490-CD8C-165F-4C36-7D4F4B3BB002}"/>
              </a:ext>
            </a:extLst>
          </p:cNvPr>
          <p:cNvSpPr txBox="1"/>
          <p:nvPr/>
        </p:nvSpPr>
        <p:spPr>
          <a:xfrm>
            <a:off x="713225" y="1537496"/>
            <a:ext cx="470988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τ  is set by the user.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endParaRPr lang="en-US" altLang="en-US" sz="1600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τ is a learning rate or scaling factor that determines how drastically σ is allowed to change.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	Larger τ more exploration.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As 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increases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, τ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decreases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This stabilizes mutation: in high-dimensional spaces, we don’t want σ changing wildly.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B57CC8-50C5-BAE3-E765-1E5728CAD010}"/>
              </a:ext>
            </a:extLst>
          </p:cNvPr>
          <p:cNvGrpSpPr/>
          <p:nvPr/>
        </p:nvGrpSpPr>
        <p:grpSpPr>
          <a:xfrm>
            <a:off x="5246076" y="1465234"/>
            <a:ext cx="3488410" cy="2213032"/>
            <a:chOff x="5191832" y="1832765"/>
            <a:chExt cx="3488410" cy="221303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9442CB-A462-BDDE-5592-C69C061F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3111" y="1832765"/>
              <a:ext cx="3211080" cy="112473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19B6E74-F55E-66CF-E982-C3A12CB5F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8" r="58705" b="53076"/>
            <a:stretch/>
          </p:blipFill>
          <p:spPr>
            <a:xfrm>
              <a:off x="5423111" y="2986927"/>
              <a:ext cx="742203" cy="57664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2FB656-8644-CCDC-7924-DA2EB5C04753}"/>
                </a:ext>
              </a:extLst>
            </p:cNvPr>
            <p:cNvSpPr txBox="1"/>
            <p:nvPr/>
          </p:nvSpPr>
          <p:spPr>
            <a:xfrm>
              <a:off x="6342743" y="3136751"/>
              <a:ext cx="2337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134F5C"/>
                  </a:solidFill>
                  <a:latin typeface="Albert Sans"/>
                </a:rPr>
                <a:t>n is dimension of our search space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31A7E95-A464-B02D-D21F-BA8A882A2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404" b="12809"/>
            <a:stretch/>
          </p:blipFill>
          <p:spPr>
            <a:xfrm>
              <a:off x="5191832" y="3606004"/>
              <a:ext cx="2319660" cy="439793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8E8A6-C0EC-D84D-E73B-F24F10B69A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50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93DDB84-FAB9-7FDC-F9D5-7B3849AE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Case 1: </a:t>
            </a:r>
            <a:r>
              <a:rPr lang="en-US" sz="2000" dirty="0"/>
              <a:t>Example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07F94F-D3E5-9F41-890E-CDFE93700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642739"/>
              </p:ext>
            </p:extLst>
          </p:nvPr>
        </p:nvGraphicFramePr>
        <p:xfrm>
          <a:off x="1417448" y="3600013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5352BDD7-6B0E-3A07-951A-1E96C37EA285}"/>
              </a:ext>
            </a:extLst>
          </p:cNvPr>
          <p:cNvGrpSpPr/>
          <p:nvPr/>
        </p:nvGrpSpPr>
        <p:grpSpPr>
          <a:xfrm>
            <a:off x="850545" y="1241790"/>
            <a:ext cx="3305039" cy="2170603"/>
            <a:chOff x="850545" y="1241790"/>
            <a:chExt cx="3305039" cy="217060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312B209-D47E-7FB7-2EFD-AABA8B7B2256}"/>
                </a:ext>
              </a:extLst>
            </p:cNvPr>
            <p:cNvSpPr txBox="1"/>
            <p:nvPr/>
          </p:nvSpPr>
          <p:spPr>
            <a:xfrm>
              <a:off x="1873055" y="2571750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n = 7 </a:t>
              </a:r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  <a:sym typeface="Wingdings" panose="05000000000000000000" pitchFamily="2" charset="2"/>
                </a:rPr>
                <a:t> </a:t>
              </a:r>
              <a:r>
                <a:rPr lang="en-US" alt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τ= 0.267</a:t>
              </a:r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  <a:sym typeface="Wingdings" panose="05000000000000000000" pitchFamily="2" charset="2"/>
                </a:rPr>
                <a:t> </a:t>
              </a:r>
              <a:endPara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FC10B5A-20EA-26F4-CC9E-3C3D2CC4F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4504" y="1241790"/>
              <a:ext cx="3211080" cy="112473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45F43DA-ACA0-9936-1BDD-1826F985B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8" r="58705" b="53076"/>
            <a:stretch/>
          </p:blipFill>
          <p:spPr>
            <a:xfrm>
              <a:off x="944504" y="2395952"/>
              <a:ext cx="742203" cy="57664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551AE52-5A41-9C6F-48D3-A1640608A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404" b="12809"/>
            <a:stretch/>
          </p:blipFill>
          <p:spPr>
            <a:xfrm>
              <a:off x="850545" y="2972600"/>
              <a:ext cx="2319660" cy="439793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CCB7412-ABA7-AD87-242D-77B6D0E297BD}"/>
              </a:ext>
            </a:extLst>
          </p:cNvPr>
          <p:cNvSpPr txBox="1"/>
          <p:nvPr/>
        </p:nvSpPr>
        <p:spPr>
          <a:xfrm>
            <a:off x="4341932" y="1206701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1. Mutate sigma:</a:t>
            </a:r>
          </a:p>
          <a:p>
            <a:pPr lvl="4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N(0,1)=0.5</a:t>
            </a:r>
          </a:p>
          <a:p>
            <a:pPr lvl="4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</a:t>
            </a:r>
            <a:r>
              <a:rPr lang="el-GR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σ ′ =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</a:t>
            </a:r>
            <a:r>
              <a:rPr lang="el-GR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σ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* exp(</a:t>
            </a:r>
            <a:r>
              <a:rPr lang="el-GR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τ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* N(0,1)) = 3 * exp ( 0.267 * 0.5 ) </a:t>
            </a:r>
          </a:p>
          <a:p>
            <a:pPr lvl="4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≈ 3 * 1.143 = 3.429 &gt; 0.01</a:t>
            </a:r>
          </a:p>
          <a:p>
            <a:pPr lvl="4"/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lvl="4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2. Mutate xi:</a:t>
            </a:r>
          </a:p>
          <a:p>
            <a:pPr lvl="4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</a:t>
            </a:r>
            <a:r>
              <a:rPr lang="pl-PL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z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</a:t>
            </a:r>
            <a:r>
              <a:rPr lang="pl-PL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=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</a:t>
            </a:r>
            <a:r>
              <a:rPr lang="pl-PL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[−0.2, 1.0, −0.5, 0.3, 0.1, −0.7, 0.8]</a:t>
            </a:r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lvl="4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x’_1 =  0.1 + 3.429 * (−0.2) = 0.1 − 0.686 = −0.586</a:t>
            </a:r>
          </a:p>
          <a:p>
            <a:pPr lvl="4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x’_2 = 21.1 + 3.429 * 1.0 = 21.1 + 3.429 = 24.529</a:t>
            </a:r>
          </a:p>
          <a:p>
            <a:pPr lvl="4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091624-A787-5C19-F20F-5C3753F7136A}"/>
              </a:ext>
            </a:extLst>
          </p:cNvPr>
          <p:cNvSpPr txBox="1"/>
          <p:nvPr/>
        </p:nvSpPr>
        <p:spPr>
          <a:xfrm>
            <a:off x="2371241" y="3075888"/>
            <a:ext cx="6664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= 0.01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  <a:sym typeface="Wingdings" panose="05000000000000000000" pitchFamily="2" charset="2"/>
              </a:rPr>
              <a:t> </a:t>
            </a:r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C7DD838-D4E3-3AB9-63C1-D4B9A96E5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727936"/>
              </p:ext>
            </p:extLst>
          </p:nvPr>
        </p:nvGraphicFramePr>
        <p:xfrm>
          <a:off x="1417448" y="4072101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−0.59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24.53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-15.71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3.74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3.429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583AA1E-C140-A4E9-C6FC-81BC10BED6B9}"/>
              </a:ext>
            </a:extLst>
          </p:cNvPr>
          <p:cNvSpPr txBox="1"/>
          <p:nvPr/>
        </p:nvSpPr>
        <p:spPr>
          <a:xfrm>
            <a:off x="506621" y="3598030"/>
            <a:ext cx="712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Parent: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4B8886-F7FF-A5D4-060E-77B5A9322AA9}"/>
              </a:ext>
            </a:extLst>
          </p:cNvPr>
          <p:cNvSpPr txBox="1"/>
          <p:nvPr/>
        </p:nvSpPr>
        <p:spPr>
          <a:xfrm>
            <a:off x="506621" y="4091445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Offspring: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6B2527-5937-C856-286F-F4ACA63969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64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8"/>
        </a:solidFill>
        <a:effectLst/>
      </p:bgPr>
    </p:bg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0"/>
          <p:cNvSpPr txBox="1">
            <a:spLocks noGrp="1"/>
          </p:cNvSpPr>
          <p:nvPr>
            <p:ph type="title"/>
          </p:nvPr>
        </p:nvSpPr>
        <p:spPr>
          <a:xfrm>
            <a:off x="713225" y="702887"/>
            <a:ext cx="7717500" cy="9905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Mutation Case 2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:</a:t>
            </a:r>
            <a:b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</a:br>
            <a:r>
              <a:rPr lang="en-GB" sz="2000" b="0" dirty="0"/>
              <a:t>Uncorrelated mutation with n </a:t>
            </a:r>
            <a:r>
              <a:rPr lang="en-GB" sz="2000" b="0" dirty="0">
                <a:sym typeface="Symbol" pitchFamily="18" charset="2"/>
              </a:rPr>
              <a:t>’s</a:t>
            </a:r>
            <a:br>
              <a:rPr lang="en-US" dirty="0"/>
            </a:br>
            <a:endParaRPr b="0" dirty="0"/>
          </a:p>
        </p:txBody>
      </p:sp>
      <p:sp>
        <p:nvSpPr>
          <p:cNvPr id="973" name="Google Shape;973;p60"/>
          <p:cNvSpPr/>
          <p:nvPr/>
        </p:nvSpPr>
        <p:spPr>
          <a:xfrm>
            <a:off x="7225550" y="43233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8017875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5" name="Google Shape;975;p60"/>
          <p:cNvGrpSpPr/>
          <p:nvPr/>
        </p:nvGrpSpPr>
        <p:grpSpPr>
          <a:xfrm>
            <a:off x="8311624" y="1852833"/>
            <a:ext cx="613379" cy="610156"/>
            <a:chOff x="4705338" y="292646"/>
            <a:chExt cx="613379" cy="610156"/>
          </a:xfrm>
        </p:grpSpPr>
        <p:sp>
          <p:nvSpPr>
            <p:cNvPr id="976" name="Google Shape;976;p60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0FFF003-2395-3BED-8F69-5FDBF068C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24" y="1693411"/>
            <a:ext cx="4845592" cy="1088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0AE876-F2FC-D0FD-0992-44CF74A97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11" y="2782068"/>
            <a:ext cx="2319660" cy="122889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5F2BCAD-8760-C088-B229-D0BBB3A7AD8C}"/>
              </a:ext>
            </a:extLst>
          </p:cNvPr>
          <p:cNvGrpSpPr/>
          <p:nvPr/>
        </p:nvGrpSpPr>
        <p:grpSpPr>
          <a:xfrm>
            <a:off x="6128403" y="1015297"/>
            <a:ext cx="2606286" cy="2995667"/>
            <a:chOff x="6128403" y="1015297"/>
            <a:chExt cx="2606286" cy="2995667"/>
          </a:xfrm>
        </p:grpSpPr>
        <p:pic>
          <p:nvPicPr>
            <p:cNvPr id="17" name="Picture 5" descr="C:\edu\ea\4-3small-gr.jp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6502223" y="1300068"/>
              <a:ext cx="2232466" cy="2441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00A176-835C-5A0D-FA3F-10B9D6CF66A7}"/>
                </a:ext>
              </a:extLst>
            </p:cNvPr>
            <p:cNvGrpSpPr/>
            <p:nvPr/>
          </p:nvGrpSpPr>
          <p:grpSpPr>
            <a:xfrm>
              <a:off x="6128403" y="1015297"/>
              <a:ext cx="2066493" cy="2995667"/>
              <a:chOff x="6128403" y="1015297"/>
              <a:chExt cx="2066493" cy="2995667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F5CDF7-2D02-AA78-1CC4-67837AA3DB4F}"/>
                  </a:ext>
                </a:extLst>
              </p:cNvPr>
              <p:cNvSpPr txBox="1"/>
              <p:nvPr/>
            </p:nvSpPr>
            <p:spPr>
              <a:xfrm>
                <a:off x="7431546" y="3703187"/>
                <a:ext cx="3337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</a:rPr>
                  <a:t>x1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F95704-BC89-BC89-8C17-F0DD3CF11AAF}"/>
                  </a:ext>
                </a:extLst>
              </p:cNvPr>
              <p:cNvSpPr txBox="1"/>
              <p:nvPr/>
            </p:nvSpPr>
            <p:spPr>
              <a:xfrm>
                <a:off x="6128403" y="2309100"/>
                <a:ext cx="3417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</a:rPr>
                  <a:t>x2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4FAAC8-1107-32AB-5BE2-2072FB8D55CF}"/>
                  </a:ext>
                </a:extLst>
              </p:cNvPr>
              <p:cNvSpPr txBox="1"/>
              <p:nvPr/>
            </p:nvSpPr>
            <p:spPr>
              <a:xfrm>
                <a:off x="6913776" y="1015297"/>
                <a:ext cx="12811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bhaya Libre" panose="02000503000000000000" pitchFamily="2" charset="0"/>
                    <a:cs typeface="Abhaya Libre" panose="02000503000000000000" pitchFamily="2" charset="0"/>
                  </a:rPr>
                  <a:t>Problem Space</a:t>
                </a:r>
              </a:p>
            </p:txBody>
          </p:sp>
        </p:grp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01F5D7-C8E4-EAC9-4E92-BD7D70012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53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0"/>
          <p:cNvSpPr txBox="1">
            <a:spLocks noGrp="1"/>
          </p:cNvSpPr>
          <p:nvPr>
            <p:ph type="title"/>
          </p:nvPr>
        </p:nvSpPr>
        <p:spPr>
          <a:xfrm>
            <a:off x="713225" y="702887"/>
            <a:ext cx="7717500" cy="7700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Mutation Case 2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:</a:t>
            </a:r>
            <a:b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</a:br>
            <a:r>
              <a:rPr lang="en-GB" sz="2000" b="0" dirty="0"/>
              <a:t>Uncorrelated mutation with n </a:t>
            </a:r>
            <a:r>
              <a:rPr lang="en-GB" sz="2000" b="0" dirty="0">
                <a:sym typeface="Symbol" pitchFamily="18" charset="2"/>
              </a:rPr>
              <a:t>’s</a:t>
            </a:r>
            <a:br>
              <a:rPr lang="en-US" dirty="0"/>
            </a:br>
            <a:endParaRPr b="0" dirty="0"/>
          </a:p>
        </p:txBody>
      </p:sp>
      <p:sp>
        <p:nvSpPr>
          <p:cNvPr id="973" name="Google Shape;973;p60"/>
          <p:cNvSpPr/>
          <p:nvPr/>
        </p:nvSpPr>
        <p:spPr>
          <a:xfrm>
            <a:off x="7225550" y="43233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8017875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5" name="Google Shape;975;p60"/>
          <p:cNvGrpSpPr/>
          <p:nvPr/>
        </p:nvGrpSpPr>
        <p:grpSpPr>
          <a:xfrm>
            <a:off x="8311624" y="1852833"/>
            <a:ext cx="613379" cy="610156"/>
            <a:chOff x="4705338" y="292646"/>
            <a:chExt cx="613379" cy="610156"/>
          </a:xfrm>
        </p:grpSpPr>
        <p:sp>
          <p:nvSpPr>
            <p:cNvPr id="976" name="Google Shape;976;p60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0FFF003-2395-3BED-8F69-5FDBF068C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24" y="1693411"/>
            <a:ext cx="4845592" cy="1088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0AE876-F2FC-D0FD-0992-44CF74A97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55" y="2680512"/>
            <a:ext cx="2319660" cy="1228896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C569BE-68D8-1C12-D6C2-F108BCFD1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235751"/>
              </p:ext>
            </p:extLst>
          </p:nvPr>
        </p:nvGraphicFramePr>
        <p:xfrm>
          <a:off x="4546393" y="2782068"/>
          <a:ext cx="4071916" cy="1605313"/>
        </p:xfrm>
        <a:graphic>
          <a:graphicData uri="http://schemas.openxmlformats.org/drawingml/2006/table">
            <a:tbl>
              <a:tblPr>
                <a:tableStyleId>{6A9BB4DD-7DBC-41CF-8C53-D7E3B3F673E1}</a:tableStyleId>
              </a:tblPr>
              <a:tblGrid>
                <a:gridCol w="870858">
                  <a:extLst>
                    <a:ext uri="{9D8B030D-6E8A-4147-A177-3AD203B41FA5}">
                      <a16:colId xmlns:a16="http://schemas.microsoft.com/office/drawing/2014/main" val="2226636136"/>
                    </a:ext>
                  </a:extLst>
                </a:gridCol>
                <a:gridCol w="3201058">
                  <a:extLst>
                    <a:ext uri="{9D8B030D-6E8A-4147-A177-3AD203B41FA5}">
                      <a16:colId xmlns:a16="http://schemas.microsoft.com/office/drawing/2014/main" val="2120484769"/>
                    </a:ext>
                  </a:extLst>
                </a:gridCol>
              </a:tblGrid>
              <a:tr h="325153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34F5C"/>
                          </a:solidFill>
                          <a:latin typeface="Albert Sans"/>
                        </a:rPr>
                        <a:t>Symbol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34F5C"/>
                          </a:solidFill>
                          <a:latin typeface="Albert Sans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67637"/>
                  </a:ext>
                </a:extLst>
              </a:tr>
              <a:tr h="555080">
                <a:tc>
                  <a:txBody>
                    <a:bodyPr/>
                    <a:lstStyle/>
                    <a:p>
                      <a:pPr algn="ctr"/>
                      <a:r>
                        <a:rPr lang="el-GR" sz="1200" b="0" dirty="0">
                          <a:solidFill>
                            <a:srgbClr val="134F5C"/>
                          </a:solidFill>
                          <a:latin typeface="Albert Sans"/>
                        </a:rPr>
                        <a:t>τ′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34F5C"/>
                          </a:solidFill>
                          <a:latin typeface="Albert Sans"/>
                        </a:rPr>
                        <a:t>Global learning rate — shared across all dimensions. Controls overall change in mutation step sizes.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354054"/>
                  </a:ext>
                </a:extLst>
              </a:tr>
              <a:tr h="396486">
                <a:tc>
                  <a:txBody>
                    <a:bodyPr/>
                    <a:lstStyle/>
                    <a:p>
                      <a:pPr algn="ctr"/>
                      <a:r>
                        <a:rPr lang="el-GR" sz="1200" b="0" dirty="0">
                          <a:solidFill>
                            <a:srgbClr val="134F5C"/>
                          </a:solidFill>
                          <a:latin typeface="Albert Sans"/>
                        </a:rPr>
                        <a:t>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34F5C"/>
                          </a:solidFill>
                          <a:latin typeface="Albert Sans"/>
                        </a:rPr>
                        <a:t>Local learning rate — specific to each dimension. Adds individual noise for each σᵢ.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47853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23615E-FA4B-0847-2F95-5B751F4EC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39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93DDB84-FAB9-7FDC-F9D5-7B3849AE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Case 2: </a:t>
            </a:r>
            <a:r>
              <a:rPr lang="en-US" sz="2000" dirty="0"/>
              <a:t>Example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07F94F-D3E5-9F41-890E-CDFE93700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319843"/>
              </p:ext>
            </p:extLst>
          </p:nvPr>
        </p:nvGraphicFramePr>
        <p:xfrm>
          <a:off x="1591712" y="3696084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0.2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E9B23BB9-86AF-3849-7F02-8669B5F4005D}"/>
              </a:ext>
            </a:extLst>
          </p:cNvPr>
          <p:cNvGrpSpPr/>
          <p:nvPr/>
        </p:nvGrpSpPr>
        <p:grpSpPr>
          <a:xfrm>
            <a:off x="713225" y="1244501"/>
            <a:ext cx="3176886" cy="1427635"/>
            <a:chOff x="713225" y="1019236"/>
            <a:chExt cx="3176886" cy="142763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45C2FD0-D25F-9090-2F7A-712C16F28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2694" y="1019236"/>
              <a:ext cx="2994033" cy="67266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7E8577-C3F3-4FA8-CDCA-4613CB542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225" y="1687551"/>
              <a:ext cx="1433290" cy="759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C81DB2-5C73-CE0D-DD9B-46AF27008D35}"/>
                </a:ext>
              </a:extLst>
            </p:cNvPr>
            <p:cNvSpPr txBox="1"/>
            <p:nvPr/>
          </p:nvSpPr>
          <p:spPr>
            <a:xfrm>
              <a:off x="2049543" y="1744965"/>
              <a:ext cx="18405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n=4 </a:t>
              </a:r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  <a:sym typeface="Wingdings" panose="05000000000000000000" pitchFamily="2" charset="2"/>
                </a:rPr>
                <a:t></a:t>
              </a:r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 </a:t>
              </a:r>
              <a:r>
                <a:rPr lang="el-GR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τ′</a:t>
              </a:r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 = 0.5 </a:t>
              </a:r>
              <a:r>
                <a:rPr lang="el-GR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τ</a:t>
              </a:r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 = 0.354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ED2180-00D6-C983-F7F1-0398FD95013D}"/>
                </a:ext>
              </a:extLst>
            </p:cNvPr>
            <p:cNvSpPr txBox="1"/>
            <p:nvPr/>
          </p:nvSpPr>
          <p:spPr>
            <a:xfrm>
              <a:off x="1623283" y="2089003"/>
              <a:ext cx="6664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</a:rPr>
                <a:t>= 0.01</a:t>
              </a:r>
              <a:r>
                <a:rPr lang="en-US" dirty="0">
                  <a:solidFill>
                    <a:schemeClr val="tx1"/>
                  </a:solidFill>
                  <a:latin typeface="Abhaya Libre" panose="02000503000000000000" pitchFamily="2" charset="0"/>
                  <a:cs typeface="Abhaya Libre" panose="02000503000000000000" pitchFamily="2" charset="0"/>
                  <a:sym typeface="Wingdings" panose="05000000000000000000" pitchFamily="2" charset="2"/>
                </a:rPr>
                <a:t> </a:t>
              </a:r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B08F3CD-0B16-1278-E3A3-6DEA15123191}"/>
              </a:ext>
            </a:extLst>
          </p:cNvPr>
          <p:cNvSpPr txBox="1"/>
          <p:nvPr/>
        </p:nvSpPr>
        <p:spPr>
          <a:xfrm>
            <a:off x="3890111" y="1011785"/>
            <a:ext cx="45448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Global noise: 𝑁(0,1)=0.4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Local noise per </a:t>
            </a:r>
            <a:r>
              <a:rPr lang="el-GR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σ: [0.1, −0.2, 0.3, 0.0]</a:t>
            </a:r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Object-level noise: [0.2, −0.5, 1.0, −0.1]</a:t>
            </a:r>
          </a:p>
          <a:p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1. Mutate Sigma: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</a:t>
            </a:r>
            <a:r>
              <a:rPr lang="el-GR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σ1′​=0.4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* exp (0.5 * 0.4 + 0.354 * 0.1) ≈ 0.506 &gt; 0.01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</a:t>
            </a:r>
            <a:r>
              <a:rPr lang="el-GR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σ2′​=0.2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* exp (0.5 * 0.4 − 0.354 * 0.2) ≈ 0.228 &gt; 0.01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….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2. Mutate xi: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x1′​= 0.1 + 0.506 * 0.2 = 0.1 + 0.1012 = 0.2012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x2′ = 21.1 + 0.228 * (−0.5) = 21.1 − 0.114 = 20.986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…..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208BA2-C888-A3B4-2AA9-05F020CF862A}"/>
              </a:ext>
            </a:extLst>
          </p:cNvPr>
          <p:cNvSpPr txBox="1"/>
          <p:nvPr/>
        </p:nvSpPr>
        <p:spPr>
          <a:xfrm>
            <a:off x="780962" y="3727615"/>
            <a:ext cx="712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Parent: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AFDBE60-5017-3149-9BDC-2CCC44575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960917"/>
              </p:ext>
            </p:extLst>
          </p:nvPr>
        </p:nvGraphicFramePr>
        <p:xfrm>
          <a:off x="1587673" y="4152386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−12.64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−0.17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0.51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0.23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1.36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3.67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3850F05-8ECF-B94A-FE12-D726F991EC25}"/>
              </a:ext>
            </a:extLst>
          </p:cNvPr>
          <p:cNvSpPr txBox="1"/>
          <p:nvPr/>
        </p:nvSpPr>
        <p:spPr>
          <a:xfrm>
            <a:off x="616995" y="4183293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Offspring: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EEAF66-2592-A31A-DC2A-418F02602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33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4"/>
          <p:cNvSpPr txBox="1">
            <a:spLocks noGrp="1"/>
          </p:cNvSpPr>
          <p:nvPr>
            <p:ph type="title"/>
          </p:nvPr>
        </p:nvSpPr>
        <p:spPr>
          <a:xfrm>
            <a:off x="747486" y="1561275"/>
            <a:ext cx="5695618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How do we measure whether we’re exploring or exploiting effectively?</a:t>
            </a:r>
            <a:endParaRPr sz="4000" dirty="0"/>
          </a:p>
        </p:txBody>
      </p:sp>
      <p:sp>
        <p:nvSpPr>
          <p:cNvPr id="833" name="Google Shape;833;p54"/>
          <p:cNvSpPr txBox="1">
            <a:spLocks noGrp="1"/>
          </p:cNvSpPr>
          <p:nvPr>
            <p:ph type="subTitle" idx="1"/>
          </p:nvPr>
        </p:nvSpPr>
        <p:spPr>
          <a:xfrm>
            <a:off x="1069175" y="2702356"/>
            <a:ext cx="5342036" cy="5195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 good solution often </a:t>
            </a:r>
            <a:r>
              <a:rPr lang="en-US" i="1" dirty="0"/>
              <a:t>depends on how it was found</a:t>
            </a:r>
            <a:r>
              <a:rPr lang="en-US" dirty="0"/>
              <a:t>.</a:t>
            </a:r>
            <a:endParaRPr lang="en-US" sz="1400" dirty="0"/>
          </a:p>
        </p:txBody>
      </p:sp>
      <p:grpSp>
        <p:nvGrpSpPr>
          <p:cNvPr id="834" name="Google Shape;834;p54"/>
          <p:cNvGrpSpPr/>
          <p:nvPr/>
        </p:nvGrpSpPr>
        <p:grpSpPr>
          <a:xfrm rot="-4218355">
            <a:off x="5956697" y="-2044912"/>
            <a:ext cx="4780599" cy="5926831"/>
            <a:chOff x="3453675" y="959025"/>
            <a:chExt cx="2670400" cy="3310675"/>
          </a:xfrm>
        </p:grpSpPr>
        <p:sp>
          <p:nvSpPr>
            <p:cNvPr id="835" name="Google Shape;835;p54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4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4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4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4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4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4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4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4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4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4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4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4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4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4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4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4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4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4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4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4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4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4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54"/>
          <p:cNvGrpSpPr/>
          <p:nvPr/>
        </p:nvGrpSpPr>
        <p:grpSpPr>
          <a:xfrm>
            <a:off x="6635688" y="3862571"/>
            <a:ext cx="613379" cy="610156"/>
            <a:chOff x="4705338" y="292646"/>
            <a:chExt cx="613379" cy="610156"/>
          </a:xfrm>
        </p:grpSpPr>
        <p:sp>
          <p:nvSpPr>
            <p:cNvPr id="859" name="Google Shape;859;p5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9895;p104"/>
          <p:cNvSpPr/>
          <p:nvPr/>
        </p:nvSpPr>
        <p:spPr>
          <a:xfrm>
            <a:off x="3404385" y="113874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0836" h="10708" extrusionOk="0">
                <a:moveTo>
                  <a:pt x="7677" y="328"/>
                </a:moveTo>
                <a:cubicBezTo>
                  <a:pt x="7821" y="328"/>
                  <a:pt x="7960" y="378"/>
                  <a:pt x="8061" y="480"/>
                </a:cubicBezTo>
                <a:lnTo>
                  <a:pt x="10288" y="2706"/>
                </a:lnTo>
                <a:cubicBezTo>
                  <a:pt x="10502" y="2897"/>
                  <a:pt x="10490" y="3278"/>
                  <a:pt x="10252" y="3516"/>
                </a:cubicBezTo>
                <a:cubicBezTo>
                  <a:pt x="10125" y="3643"/>
                  <a:pt x="9961" y="3709"/>
                  <a:pt x="9802" y="3709"/>
                </a:cubicBezTo>
                <a:cubicBezTo>
                  <a:pt x="9661" y="3709"/>
                  <a:pt x="9524" y="3657"/>
                  <a:pt x="9418" y="3552"/>
                </a:cubicBezTo>
                <a:lnTo>
                  <a:pt x="8264" y="2385"/>
                </a:lnTo>
                <a:cubicBezTo>
                  <a:pt x="8234" y="2355"/>
                  <a:pt x="8195" y="2340"/>
                  <a:pt x="8156" y="2340"/>
                </a:cubicBezTo>
                <a:cubicBezTo>
                  <a:pt x="8118" y="2340"/>
                  <a:pt x="8079" y="2355"/>
                  <a:pt x="8049" y="2385"/>
                </a:cubicBezTo>
                <a:cubicBezTo>
                  <a:pt x="7990" y="2444"/>
                  <a:pt x="7990" y="2540"/>
                  <a:pt x="8049" y="2599"/>
                </a:cubicBezTo>
                <a:lnTo>
                  <a:pt x="8930" y="3480"/>
                </a:lnTo>
                <a:lnTo>
                  <a:pt x="7811" y="4587"/>
                </a:lnTo>
                <a:cubicBezTo>
                  <a:pt x="7549" y="4861"/>
                  <a:pt x="7382" y="5207"/>
                  <a:pt x="7335" y="5564"/>
                </a:cubicBezTo>
                <a:cubicBezTo>
                  <a:pt x="7287" y="5921"/>
                  <a:pt x="7371" y="6290"/>
                  <a:pt x="7561" y="6588"/>
                </a:cubicBezTo>
                <a:cubicBezTo>
                  <a:pt x="7930" y="7171"/>
                  <a:pt x="7859" y="7838"/>
                  <a:pt x="7728" y="8028"/>
                </a:cubicBezTo>
                <a:cubicBezTo>
                  <a:pt x="7644" y="8016"/>
                  <a:pt x="7406" y="7897"/>
                  <a:pt x="6751" y="7350"/>
                </a:cubicBezTo>
                <a:cubicBezTo>
                  <a:pt x="6335" y="6993"/>
                  <a:pt x="5835" y="6528"/>
                  <a:pt x="5311" y="6004"/>
                </a:cubicBezTo>
                <a:lnTo>
                  <a:pt x="5204" y="5897"/>
                </a:lnTo>
                <a:lnTo>
                  <a:pt x="5180" y="5873"/>
                </a:lnTo>
                <a:cubicBezTo>
                  <a:pt x="5085" y="5778"/>
                  <a:pt x="4977" y="5695"/>
                  <a:pt x="4894" y="5588"/>
                </a:cubicBezTo>
                <a:lnTo>
                  <a:pt x="4846" y="5540"/>
                </a:lnTo>
                <a:lnTo>
                  <a:pt x="4739" y="5445"/>
                </a:lnTo>
                <a:cubicBezTo>
                  <a:pt x="4239" y="4921"/>
                  <a:pt x="3763" y="4409"/>
                  <a:pt x="3406" y="3992"/>
                </a:cubicBezTo>
                <a:cubicBezTo>
                  <a:pt x="2858" y="3337"/>
                  <a:pt x="2751" y="3099"/>
                  <a:pt x="2715" y="3028"/>
                </a:cubicBezTo>
                <a:cubicBezTo>
                  <a:pt x="2805" y="2970"/>
                  <a:pt x="2986" y="2926"/>
                  <a:pt x="3210" y="2926"/>
                </a:cubicBezTo>
                <a:cubicBezTo>
                  <a:pt x="3492" y="2926"/>
                  <a:pt x="3843" y="2995"/>
                  <a:pt x="4168" y="3194"/>
                </a:cubicBezTo>
                <a:cubicBezTo>
                  <a:pt x="4416" y="3353"/>
                  <a:pt x="4715" y="3430"/>
                  <a:pt x="5014" y="3430"/>
                </a:cubicBezTo>
                <a:cubicBezTo>
                  <a:pt x="5073" y="3430"/>
                  <a:pt x="5133" y="3427"/>
                  <a:pt x="5192" y="3421"/>
                </a:cubicBezTo>
                <a:cubicBezTo>
                  <a:pt x="5549" y="3373"/>
                  <a:pt x="5894" y="3194"/>
                  <a:pt x="6156" y="2944"/>
                </a:cubicBezTo>
                <a:lnTo>
                  <a:pt x="7275" y="1825"/>
                </a:lnTo>
                <a:lnTo>
                  <a:pt x="7359" y="1909"/>
                </a:lnTo>
                <a:cubicBezTo>
                  <a:pt x="7394" y="1938"/>
                  <a:pt x="7433" y="1953"/>
                  <a:pt x="7470" y="1953"/>
                </a:cubicBezTo>
                <a:cubicBezTo>
                  <a:pt x="7507" y="1953"/>
                  <a:pt x="7543" y="1938"/>
                  <a:pt x="7573" y="1909"/>
                </a:cubicBezTo>
                <a:cubicBezTo>
                  <a:pt x="7633" y="1849"/>
                  <a:pt x="7633" y="1766"/>
                  <a:pt x="7573" y="1706"/>
                </a:cubicBezTo>
                <a:lnTo>
                  <a:pt x="7204" y="1337"/>
                </a:lnTo>
                <a:lnTo>
                  <a:pt x="7192" y="1313"/>
                </a:lnTo>
                <a:cubicBezTo>
                  <a:pt x="7025" y="1123"/>
                  <a:pt x="7013" y="837"/>
                  <a:pt x="7144" y="635"/>
                </a:cubicBezTo>
                <a:cubicBezTo>
                  <a:pt x="7168" y="587"/>
                  <a:pt x="7204" y="539"/>
                  <a:pt x="7228" y="516"/>
                </a:cubicBezTo>
                <a:cubicBezTo>
                  <a:pt x="7353" y="390"/>
                  <a:pt x="7518" y="328"/>
                  <a:pt x="7677" y="328"/>
                </a:cubicBezTo>
                <a:close/>
                <a:moveTo>
                  <a:pt x="7667" y="0"/>
                </a:moveTo>
                <a:cubicBezTo>
                  <a:pt x="7428" y="0"/>
                  <a:pt x="7186" y="93"/>
                  <a:pt x="7001" y="277"/>
                </a:cubicBezTo>
                <a:cubicBezTo>
                  <a:pt x="6644" y="635"/>
                  <a:pt x="6632" y="1194"/>
                  <a:pt x="6978" y="1539"/>
                </a:cubicBezTo>
                <a:lnTo>
                  <a:pt x="7037" y="1599"/>
                </a:lnTo>
                <a:lnTo>
                  <a:pt x="5918" y="2718"/>
                </a:lnTo>
                <a:cubicBezTo>
                  <a:pt x="5651" y="2985"/>
                  <a:pt x="5292" y="3125"/>
                  <a:pt x="4942" y="3125"/>
                </a:cubicBezTo>
                <a:cubicBezTo>
                  <a:pt x="4715" y="3125"/>
                  <a:pt x="4491" y="3066"/>
                  <a:pt x="4299" y="2944"/>
                </a:cubicBezTo>
                <a:cubicBezTo>
                  <a:pt x="3965" y="2730"/>
                  <a:pt x="3596" y="2623"/>
                  <a:pt x="3215" y="2623"/>
                </a:cubicBezTo>
                <a:cubicBezTo>
                  <a:pt x="2882" y="2623"/>
                  <a:pt x="2584" y="2706"/>
                  <a:pt x="2453" y="2849"/>
                </a:cubicBezTo>
                <a:cubicBezTo>
                  <a:pt x="2322" y="2980"/>
                  <a:pt x="2418" y="3194"/>
                  <a:pt x="2525" y="3385"/>
                </a:cubicBezTo>
                <a:cubicBezTo>
                  <a:pt x="2632" y="3564"/>
                  <a:pt x="2810" y="3802"/>
                  <a:pt x="3049" y="4087"/>
                </a:cubicBezTo>
                <a:cubicBezTo>
                  <a:pt x="3394" y="4504"/>
                  <a:pt x="3846" y="5004"/>
                  <a:pt x="4370" y="5540"/>
                </a:cubicBezTo>
                <a:lnTo>
                  <a:pt x="3180" y="6731"/>
                </a:lnTo>
                <a:cubicBezTo>
                  <a:pt x="2763" y="7147"/>
                  <a:pt x="2346" y="7600"/>
                  <a:pt x="1965" y="8064"/>
                </a:cubicBezTo>
                <a:lnTo>
                  <a:pt x="84" y="10291"/>
                </a:lnTo>
                <a:cubicBezTo>
                  <a:pt x="1" y="10398"/>
                  <a:pt x="1" y="10541"/>
                  <a:pt x="84" y="10636"/>
                </a:cubicBezTo>
                <a:cubicBezTo>
                  <a:pt x="132" y="10683"/>
                  <a:pt x="191" y="10707"/>
                  <a:pt x="251" y="10707"/>
                </a:cubicBezTo>
                <a:cubicBezTo>
                  <a:pt x="310" y="10707"/>
                  <a:pt x="370" y="10683"/>
                  <a:pt x="429" y="10636"/>
                </a:cubicBezTo>
                <a:lnTo>
                  <a:pt x="2572" y="8850"/>
                </a:lnTo>
                <a:cubicBezTo>
                  <a:pt x="2632" y="8790"/>
                  <a:pt x="2644" y="8695"/>
                  <a:pt x="2584" y="8636"/>
                </a:cubicBezTo>
                <a:cubicBezTo>
                  <a:pt x="2552" y="8603"/>
                  <a:pt x="2512" y="8585"/>
                  <a:pt x="2472" y="8585"/>
                </a:cubicBezTo>
                <a:cubicBezTo>
                  <a:pt x="2440" y="8585"/>
                  <a:pt x="2409" y="8597"/>
                  <a:pt x="2382" y="8624"/>
                </a:cubicBezTo>
                <a:lnTo>
                  <a:pt x="739" y="9993"/>
                </a:lnTo>
                <a:lnTo>
                  <a:pt x="2191" y="8266"/>
                </a:lnTo>
                <a:cubicBezTo>
                  <a:pt x="2560" y="7826"/>
                  <a:pt x="2965" y="7374"/>
                  <a:pt x="3382" y="6957"/>
                </a:cubicBezTo>
                <a:lnTo>
                  <a:pt x="4573" y="5766"/>
                </a:lnTo>
                <a:lnTo>
                  <a:pt x="4585" y="5778"/>
                </a:lnTo>
                <a:lnTo>
                  <a:pt x="4763" y="5957"/>
                </a:lnTo>
                <a:lnTo>
                  <a:pt x="4942" y="6135"/>
                </a:lnTo>
                <a:lnTo>
                  <a:pt x="4954" y="6159"/>
                </a:lnTo>
                <a:lnTo>
                  <a:pt x="3763" y="7350"/>
                </a:lnTo>
                <a:cubicBezTo>
                  <a:pt x="3537" y="7564"/>
                  <a:pt x="3299" y="7790"/>
                  <a:pt x="3084" y="8005"/>
                </a:cubicBezTo>
                <a:cubicBezTo>
                  <a:pt x="3025" y="8064"/>
                  <a:pt x="3025" y="8147"/>
                  <a:pt x="3061" y="8207"/>
                </a:cubicBezTo>
                <a:cubicBezTo>
                  <a:pt x="3092" y="8238"/>
                  <a:pt x="3133" y="8253"/>
                  <a:pt x="3174" y="8253"/>
                </a:cubicBezTo>
                <a:cubicBezTo>
                  <a:pt x="3211" y="8253"/>
                  <a:pt x="3247" y="8241"/>
                  <a:pt x="3275" y="8219"/>
                </a:cubicBezTo>
                <a:cubicBezTo>
                  <a:pt x="3513" y="8005"/>
                  <a:pt x="3751" y="7778"/>
                  <a:pt x="3977" y="7552"/>
                </a:cubicBezTo>
                <a:lnTo>
                  <a:pt x="5168" y="6361"/>
                </a:lnTo>
                <a:cubicBezTo>
                  <a:pt x="5704" y="6885"/>
                  <a:pt x="6204" y="7350"/>
                  <a:pt x="6620" y="7683"/>
                </a:cubicBezTo>
                <a:cubicBezTo>
                  <a:pt x="6906" y="7921"/>
                  <a:pt x="7144" y="8088"/>
                  <a:pt x="7323" y="8207"/>
                </a:cubicBezTo>
                <a:cubicBezTo>
                  <a:pt x="7442" y="8278"/>
                  <a:pt x="7573" y="8362"/>
                  <a:pt x="7692" y="8362"/>
                </a:cubicBezTo>
                <a:cubicBezTo>
                  <a:pt x="7752" y="8362"/>
                  <a:pt x="7811" y="8338"/>
                  <a:pt x="7859" y="8302"/>
                </a:cubicBezTo>
                <a:cubicBezTo>
                  <a:pt x="7990" y="8159"/>
                  <a:pt x="8073" y="7862"/>
                  <a:pt x="8073" y="7540"/>
                </a:cubicBezTo>
                <a:cubicBezTo>
                  <a:pt x="8073" y="7171"/>
                  <a:pt x="7954" y="6778"/>
                  <a:pt x="7763" y="6457"/>
                </a:cubicBezTo>
                <a:cubicBezTo>
                  <a:pt x="7454" y="5957"/>
                  <a:pt x="7549" y="5278"/>
                  <a:pt x="7990" y="4826"/>
                </a:cubicBezTo>
                <a:lnTo>
                  <a:pt x="9109" y="3718"/>
                </a:lnTo>
                <a:lnTo>
                  <a:pt x="9168" y="3778"/>
                </a:lnTo>
                <a:lnTo>
                  <a:pt x="9192" y="3802"/>
                </a:lnTo>
                <a:lnTo>
                  <a:pt x="9216" y="3814"/>
                </a:lnTo>
                <a:cubicBezTo>
                  <a:pt x="9216" y="3814"/>
                  <a:pt x="9228" y="3837"/>
                  <a:pt x="9240" y="3837"/>
                </a:cubicBezTo>
                <a:cubicBezTo>
                  <a:pt x="9240" y="3837"/>
                  <a:pt x="9252" y="3837"/>
                  <a:pt x="9252" y="3849"/>
                </a:cubicBezTo>
                <a:lnTo>
                  <a:pt x="9264" y="3861"/>
                </a:lnTo>
                <a:cubicBezTo>
                  <a:pt x="9264" y="3861"/>
                  <a:pt x="9287" y="3861"/>
                  <a:pt x="9287" y="3873"/>
                </a:cubicBezTo>
                <a:lnTo>
                  <a:pt x="9299" y="3897"/>
                </a:lnTo>
                <a:cubicBezTo>
                  <a:pt x="9299" y="3897"/>
                  <a:pt x="9311" y="3897"/>
                  <a:pt x="9311" y="3909"/>
                </a:cubicBezTo>
                <a:lnTo>
                  <a:pt x="9323" y="3921"/>
                </a:lnTo>
                <a:cubicBezTo>
                  <a:pt x="9323" y="3921"/>
                  <a:pt x="9347" y="3921"/>
                  <a:pt x="9347" y="3933"/>
                </a:cubicBezTo>
                <a:lnTo>
                  <a:pt x="9359" y="3956"/>
                </a:lnTo>
                <a:cubicBezTo>
                  <a:pt x="9359" y="3956"/>
                  <a:pt x="9371" y="3956"/>
                  <a:pt x="9371" y="3968"/>
                </a:cubicBezTo>
                <a:cubicBezTo>
                  <a:pt x="9371" y="3968"/>
                  <a:pt x="9383" y="3968"/>
                  <a:pt x="9383" y="3980"/>
                </a:cubicBezTo>
                <a:cubicBezTo>
                  <a:pt x="9383" y="3980"/>
                  <a:pt x="9407" y="3980"/>
                  <a:pt x="9407" y="3992"/>
                </a:cubicBezTo>
                <a:cubicBezTo>
                  <a:pt x="9407" y="3992"/>
                  <a:pt x="9418" y="3992"/>
                  <a:pt x="9418" y="4016"/>
                </a:cubicBezTo>
                <a:lnTo>
                  <a:pt x="9430" y="4016"/>
                </a:lnTo>
                <a:cubicBezTo>
                  <a:pt x="9430" y="4016"/>
                  <a:pt x="9442" y="4016"/>
                  <a:pt x="9442" y="4028"/>
                </a:cubicBezTo>
                <a:lnTo>
                  <a:pt x="9942" y="4028"/>
                </a:lnTo>
                <a:cubicBezTo>
                  <a:pt x="9954" y="4028"/>
                  <a:pt x="9954" y="4028"/>
                  <a:pt x="9966" y="4016"/>
                </a:cubicBezTo>
                <a:lnTo>
                  <a:pt x="9978" y="4016"/>
                </a:lnTo>
                <a:cubicBezTo>
                  <a:pt x="10002" y="4016"/>
                  <a:pt x="10002" y="4016"/>
                  <a:pt x="10014" y="3992"/>
                </a:cubicBezTo>
                <a:lnTo>
                  <a:pt x="10026" y="3992"/>
                </a:lnTo>
                <a:cubicBezTo>
                  <a:pt x="10038" y="3992"/>
                  <a:pt x="10038" y="3992"/>
                  <a:pt x="10061" y="3980"/>
                </a:cubicBezTo>
                <a:cubicBezTo>
                  <a:pt x="10061" y="3980"/>
                  <a:pt x="10073" y="3980"/>
                  <a:pt x="10073" y="3968"/>
                </a:cubicBezTo>
                <a:cubicBezTo>
                  <a:pt x="10085" y="3968"/>
                  <a:pt x="10085" y="3956"/>
                  <a:pt x="10097" y="3956"/>
                </a:cubicBezTo>
                <a:cubicBezTo>
                  <a:pt x="10097" y="3956"/>
                  <a:pt x="10121" y="3956"/>
                  <a:pt x="10121" y="3933"/>
                </a:cubicBezTo>
                <a:cubicBezTo>
                  <a:pt x="10133" y="3933"/>
                  <a:pt x="10133" y="3921"/>
                  <a:pt x="10145" y="3921"/>
                </a:cubicBezTo>
                <a:cubicBezTo>
                  <a:pt x="10145" y="3921"/>
                  <a:pt x="10157" y="3921"/>
                  <a:pt x="10157" y="3909"/>
                </a:cubicBezTo>
                <a:cubicBezTo>
                  <a:pt x="10180" y="3909"/>
                  <a:pt x="10180" y="3897"/>
                  <a:pt x="10192" y="3897"/>
                </a:cubicBezTo>
                <a:cubicBezTo>
                  <a:pt x="10192" y="3897"/>
                  <a:pt x="10204" y="3897"/>
                  <a:pt x="10204" y="3873"/>
                </a:cubicBezTo>
                <a:cubicBezTo>
                  <a:pt x="10216" y="3873"/>
                  <a:pt x="10216" y="3861"/>
                  <a:pt x="10240" y="3861"/>
                </a:cubicBezTo>
                <a:cubicBezTo>
                  <a:pt x="10240" y="3861"/>
                  <a:pt x="10252" y="3861"/>
                  <a:pt x="10252" y="3849"/>
                </a:cubicBezTo>
                <a:cubicBezTo>
                  <a:pt x="10264" y="3849"/>
                  <a:pt x="10264" y="3837"/>
                  <a:pt x="10276" y="3837"/>
                </a:cubicBezTo>
                <a:cubicBezTo>
                  <a:pt x="10276" y="3837"/>
                  <a:pt x="10300" y="3837"/>
                  <a:pt x="10300" y="3814"/>
                </a:cubicBezTo>
                <a:cubicBezTo>
                  <a:pt x="10311" y="3814"/>
                  <a:pt x="10311" y="3802"/>
                  <a:pt x="10323" y="3802"/>
                </a:cubicBezTo>
                <a:cubicBezTo>
                  <a:pt x="10323" y="3802"/>
                  <a:pt x="10335" y="3802"/>
                  <a:pt x="10335" y="3790"/>
                </a:cubicBezTo>
                <a:cubicBezTo>
                  <a:pt x="10359" y="3778"/>
                  <a:pt x="10371" y="3778"/>
                  <a:pt x="10371" y="3754"/>
                </a:cubicBezTo>
                <a:cubicBezTo>
                  <a:pt x="10823" y="3373"/>
                  <a:pt x="10835" y="2802"/>
                  <a:pt x="10490" y="2468"/>
                </a:cubicBezTo>
                <a:lnTo>
                  <a:pt x="8275" y="242"/>
                </a:lnTo>
                <a:cubicBezTo>
                  <a:pt x="8109" y="81"/>
                  <a:pt x="7889" y="0"/>
                  <a:pt x="7667" y="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C53562-63AA-3943-7132-724395053C5E}"/>
              </a:ext>
            </a:extLst>
          </p:cNvPr>
          <p:cNvSpPr txBox="1"/>
          <p:nvPr/>
        </p:nvSpPr>
        <p:spPr>
          <a:xfrm>
            <a:off x="612835" y="3173381"/>
            <a:ext cx="6040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Fitness of object variables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→ feedback on the quality of strategy parameters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FB694C-0545-A277-678B-99A2E582C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0"/>
          <p:cNvSpPr txBox="1">
            <a:spLocks noGrp="1"/>
          </p:cNvSpPr>
          <p:nvPr>
            <p:ph type="title"/>
          </p:nvPr>
        </p:nvSpPr>
        <p:spPr>
          <a:xfrm>
            <a:off x="713225" y="702887"/>
            <a:ext cx="7717500" cy="6016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Mutate 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 :</a:t>
            </a:r>
            <a:br>
              <a:rPr lang="en-US" dirty="0"/>
            </a:br>
            <a:endParaRPr b="0" dirty="0"/>
          </a:p>
        </p:txBody>
      </p:sp>
      <p:sp>
        <p:nvSpPr>
          <p:cNvPr id="973" name="Google Shape;973;p60"/>
          <p:cNvSpPr/>
          <p:nvPr/>
        </p:nvSpPr>
        <p:spPr>
          <a:xfrm>
            <a:off x="7225550" y="43233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8017875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5" name="Google Shape;975;p60"/>
          <p:cNvGrpSpPr/>
          <p:nvPr/>
        </p:nvGrpSpPr>
        <p:grpSpPr>
          <a:xfrm>
            <a:off x="8311624" y="1852833"/>
            <a:ext cx="613379" cy="610156"/>
            <a:chOff x="4705338" y="292646"/>
            <a:chExt cx="613379" cy="610156"/>
          </a:xfrm>
        </p:grpSpPr>
        <p:sp>
          <p:nvSpPr>
            <p:cNvPr id="976" name="Google Shape;976;p60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13225" y="1304545"/>
            <a:ext cx="7455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- The quality of sigma can indirectly be inferred from the fitness of the object variables.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9D53E-FCCF-1013-764B-397530578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435" y="1849260"/>
            <a:ext cx="3211080" cy="112473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C92CF8-BB1C-308D-6721-45D552EDF0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42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0"/>
          <p:cNvSpPr txBox="1">
            <a:spLocks noGrp="1"/>
          </p:cNvSpPr>
          <p:nvPr>
            <p:ph type="title"/>
          </p:nvPr>
        </p:nvSpPr>
        <p:spPr>
          <a:xfrm>
            <a:off x="713225" y="702886"/>
            <a:ext cx="7717500" cy="8863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Mutate 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 :</a:t>
            </a:r>
            <a:b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</a:br>
            <a:r>
              <a:rPr lang="en-GB" sz="1800" b="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Maximization</a:t>
            </a:r>
            <a:r>
              <a:rPr lang="en-GB" sz="18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 </a:t>
            </a:r>
            <a:r>
              <a:rPr lang="en-GB" sz="2000" b="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Example </a:t>
            </a:r>
            <a:br>
              <a:rPr lang="en-US" dirty="0"/>
            </a:br>
            <a:endParaRPr b="0" dirty="0"/>
          </a:p>
        </p:txBody>
      </p:sp>
      <p:sp>
        <p:nvSpPr>
          <p:cNvPr id="973" name="Google Shape;973;p60"/>
          <p:cNvSpPr/>
          <p:nvPr/>
        </p:nvSpPr>
        <p:spPr>
          <a:xfrm>
            <a:off x="7225550" y="43233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8017875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5" name="Google Shape;975;p60"/>
          <p:cNvGrpSpPr/>
          <p:nvPr/>
        </p:nvGrpSpPr>
        <p:grpSpPr>
          <a:xfrm>
            <a:off x="8311624" y="1852833"/>
            <a:ext cx="613379" cy="610156"/>
            <a:chOff x="4705338" y="292646"/>
            <a:chExt cx="613379" cy="610156"/>
          </a:xfrm>
        </p:grpSpPr>
        <p:sp>
          <p:nvSpPr>
            <p:cNvPr id="976" name="Google Shape;976;p60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A1203E-20D2-2E2E-BAEB-63869973A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484440"/>
              </p:ext>
            </p:extLst>
          </p:nvPr>
        </p:nvGraphicFramePr>
        <p:xfrm>
          <a:off x="2144406" y="2256813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cxnSp>
        <p:nvCxnSpPr>
          <p:cNvPr id="4" name="Google Shape;721;p50">
            <a:extLst>
              <a:ext uri="{FF2B5EF4-FFF2-40B4-BE49-F238E27FC236}">
                <a16:creationId xmlns:a16="http://schemas.microsoft.com/office/drawing/2014/main" id="{F459009C-C018-0D2B-01F6-E426C6B1F4AC}"/>
              </a:ext>
            </a:extLst>
          </p:cNvPr>
          <p:cNvCxnSpPr>
            <a:cxnSpLocks/>
          </p:cNvCxnSpPr>
          <p:nvPr/>
        </p:nvCxnSpPr>
        <p:spPr>
          <a:xfrm flipH="1" flipV="1">
            <a:off x="7554050" y="1994527"/>
            <a:ext cx="288092" cy="230886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3FF0C47-08DD-20A6-329D-463D1E3B3F7B}"/>
              </a:ext>
            </a:extLst>
          </p:cNvPr>
          <p:cNvSpPr txBox="1"/>
          <p:nvPr/>
        </p:nvSpPr>
        <p:spPr>
          <a:xfrm>
            <a:off x="713225" y="2287606"/>
            <a:ext cx="115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Fitness: 0.2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8D7A41-C329-423B-2B5D-F8EE5B7C0029}"/>
              </a:ext>
            </a:extLst>
          </p:cNvPr>
          <p:cNvSpPr txBox="1"/>
          <p:nvPr/>
        </p:nvSpPr>
        <p:spPr>
          <a:xfrm>
            <a:off x="6549004" y="1769124"/>
            <a:ext cx="1071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Old Sigma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89D53E-FCCF-1013-764B-3975305785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541"/>
          <a:stretch/>
        </p:blipFill>
        <p:spPr>
          <a:xfrm>
            <a:off x="753824" y="1629703"/>
            <a:ext cx="2469823" cy="432262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AEBB3E-7396-9530-69BD-77B3B0470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241763"/>
              </p:ext>
            </p:extLst>
          </p:nvPr>
        </p:nvGraphicFramePr>
        <p:xfrm>
          <a:off x="2144406" y="2919254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cxnSp>
        <p:nvCxnSpPr>
          <p:cNvPr id="7" name="Google Shape;721;p50">
            <a:extLst>
              <a:ext uri="{FF2B5EF4-FFF2-40B4-BE49-F238E27FC236}">
                <a16:creationId xmlns:a16="http://schemas.microsoft.com/office/drawing/2014/main" id="{A4490A18-70A2-E6DF-3347-B6C9CA8FA2A6}"/>
              </a:ext>
            </a:extLst>
          </p:cNvPr>
          <p:cNvCxnSpPr>
            <a:cxnSpLocks/>
          </p:cNvCxnSpPr>
          <p:nvPr/>
        </p:nvCxnSpPr>
        <p:spPr>
          <a:xfrm flipH="1">
            <a:off x="7554050" y="3290094"/>
            <a:ext cx="288092" cy="288466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B0F628-0410-3361-9172-0AE695CBBE7A}"/>
              </a:ext>
            </a:extLst>
          </p:cNvPr>
          <p:cNvSpPr txBox="1"/>
          <p:nvPr/>
        </p:nvSpPr>
        <p:spPr>
          <a:xfrm>
            <a:off x="6101767" y="3434327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Updated  Sigma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AAA03-2A73-C74A-BF74-153A2B8ECE23}"/>
              </a:ext>
            </a:extLst>
          </p:cNvPr>
          <p:cNvSpPr txBox="1"/>
          <p:nvPr/>
        </p:nvSpPr>
        <p:spPr>
          <a:xfrm>
            <a:off x="753824" y="2950785"/>
            <a:ext cx="115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Fitness: 0.2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FBCFC-728D-2120-D522-781EFBB9E2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64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0"/>
          <p:cNvSpPr txBox="1">
            <a:spLocks noGrp="1"/>
          </p:cNvSpPr>
          <p:nvPr>
            <p:ph type="title"/>
          </p:nvPr>
        </p:nvSpPr>
        <p:spPr>
          <a:xfrm>
            <a:off x="713225" y="702886"/>
            <a:ext cx="7717500" cy="8976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Mutate </a:t>
            </a:r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 :</a:t>
            </a:r>
            <a:b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</a:br>
            <a:r>
              <a:rPr lang="en-GB" sz="1800" b="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Maximization</a:t>
            </a:r>
            <a:r>
              <a:rPr lang="en-GB" sz="18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 </a:t>
            </a:r>
            <a:r>
              <a:rPr lang="en-GB" sz="2000" b="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Example </a:t>
            </a:r>
            <a:br>
              <a:rPr lang="en-US" dirty="0"/>
            </a:br>
            <a:endParaRPr b="0" dirty="0"/>
          </a:p>
        </p:txBody>
      </p:sp>
      <p:sp>
        <p:nvSpPr>
          <p:cNvPr id="973" name="Google Shape;973;p60"/>
          <p:cNvSpPr/>
          <p:nvPr/>
        </p:nvSpPr>
        <p:spPr>
          <a:xfrm>
            <a:off x="7225550" y="43233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8017875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5" name="Google Shape;975;p60"/>
          <p:cNvGrpSpPr/>
          <p:nvPr/>
        </p:nvGrpSpPr>
        <p:grpSpPr>
          <a:xfrm>
            <a:off x="8311624" y="1852833"/>
            <a:ext cx="613379" cy="610156"/>
            <a:chOff x="4705338" y="292646"/>
            <a:chExt cx="613379" cy="610156"/>
          </a:xfrm>
        </p:grpSpPr>
        <p:sp>
          <p:nvSpPr>
            <p:cNvPr id="976" name="Google Shape;976;p60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C599BBB-C209-A4FC-6410-1DC1122ABD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256"/>
          <a:stretch/>
        </p:blipFill>
        <p:spPr>
          <a:xfrm>
            <a:off x="800343" y="1528449"/>
            <a:ext cx="2469823" cy="45498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1F4D90-7D02-BBAE-06C8-D83BFD095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445105"/>
              </p:ext>
            </p:extLst>
          </p:nvPr>
        </p:nvGraphicFramePr>
        <p:xfrm>
          <a:off x="2035254" y="3049686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A1203E-20D2-2E2E-BAEB-63869973A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554929"/>
              </p:ext>
            </p:extLst>
          </p:nvPr>
        </p:nvGraphicFramePr>
        <p:xfrm>
          <a:off x="2035254" y="2362962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anchor="ctr">
                    <a:solidFill>
                      <a:srgbClr val="FD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7.1</a:t>
                      </a:r>
                    </a:p>
                  </a:txBody>
                  <a:tcPr anchor="ctr">
                    <a:solidFill>
                      <a:srgbClr val="FD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solidFill>
                      <a:srgbClr val="FD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anchor="ctr">
                    <a:solidFill>
                      <a:srgbClr val="FD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anchor="ctr">
                    <a:solidFill>
                      <a:srgbClr val="FD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>
                    <a:solidFill>
                      <a:srgbClr val="FD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>
                    <a:solidFill>
                      <a:srgbClr val="FD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D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cxnSp>
        <p:nvCxnSpPr>
          <p:cNvPr id="4" name="Google Shape;721;p50">
            <a:extLst>
              <a:ext uri="{FF2B5EF4-FFF2-40B4-BE49-F238E27FC236}">
                <a16:creationId xmlns:a16="http://schemas.microsoft.com/office/drawing/2014/main" id="{F459009C-C018-0D2B-01F6-E426C6B1F4AC}"/>
              </a:ext>
            </a:extLst>
          </p:cNvPr>
          <p:cNvCxnSpPr>
            <a:cxnSpLocks/>
          </p:cNvCxnSpPr>
          <p:nvPr/>
        </p:nvCxnSpPr>
        <p:spPr>
          <a:xfrm flipH="1" flipV="1">
            <a:off x="7303973" y="1682820"/>
            <a:ext cx="429681" cy="680142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AEBB32A-3DF0-AA82-E907-068BAB29430A}"/>
              </a:ext>
            </a:extLst>
          </p:cNvPr>
          <p:cNvSpPr txBox="1"/>
          <p:nvPr/>
        </p:nvSpPr>
        <p:spPr>
          <a:xfrm>
            <a:off x="6183823" y="1345381"/>
            <a:ext cx="1480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Updated Sigma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47BDC0-327B-7CCF-2A61-4FFA3647C3D3}"/>
              </a:ext>
            </a:extLst>
          </p:cNvPr>
          <p:cNvSpPr txBox="1"/>
          <p:nvPr/>
        </p:nvSpPr>
        <p:spPr>
          <a:xfrm>
            <a:off x="713225" y="2366381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Fitness: 0.2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FF0C47-08DD-20A6-329D-463D1E3B3F7B}"/>
              </a:ext>
            </a:extLst>
          </p:cNvPr>
          <p:cNvSpPr txBox="1"/>
          <p:nvPr/>
        </p:nvSpPr>
        <p:spPr>
          <a:xfrm>
            <a:off x="713225" y="3084243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Fitness: 0.7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835D0D-E23D-EC11-6A1E-CCE738F0E0BD}"/>
              </a:ext>
            </a:extLst>
          </p:cNvPr>
          <p:cNvGrpSpPr/>
          <p:nvPr/>
        </p:nvGrpSpPr>
        <p:grpSpPr>
          <a:xfrm>
            <a:off x="2144406" y="2304004"/>
            <a:ext cx="5300334" cy="0"/>
            <a:chOff x="2144406" y="2304004"/>
            <a:chExt cx="5300334" cy="0"/>
          </a:xfrm>
        </p:grpSpPr>
        <p:cxnSp>
          <p:nvCxnSpPr>
            <p:cNvPr id="20" name="Google Shape;721;p50">
              <a:extLst>
                <a:ext uri="{FF2B5EF4-FFF2-40B4-BE49-F238E27FC236}">
                  <a16:creationId xmlns:a16="http://schemas.microsoft.com/office/drawing/2014/main" id="{825733AF-20EB-9FD4-2E5C-49B266D1F50A}"/>
                </a:ext>
              </a:extLst>
            </p:cNvPr>
            <p:cNvCxnSpPr>
              <a:cxnSpLocks/>
            </p:cNvCxnSpPr>
            <p:nvPr/>
          </p:nvCxnSpPr>
          <p:spPr>
            <a:xfrm>
              <a:off x="2144406" y="2304004"/>
              <a:ext cx="5300334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dot"/>
              <a:round/>
              <a:headEnd type="none" w="med" len="med"/>
              <a:tailEnd type="oval" w="med" len="med"/>
            </a:ln>
          </p:spPr>
        </p:cxnSp>
        <p:cxnSp>
          <p:nvCxnSpPr>
            <p:cNvPr id="23" name="Google Shape;721;p50">
              <a:extLst>
                <a:ext uri="{FF2B5EF4-FFF2-40B4-BE49-F238E27FC236}">
                  <a16:creationId xmlns:a16="http://schemas.microsoft.com/office/drawing/2014/main" id="{52621F37-10F6-4365-FDFB-1AEBC11AEE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44406" y="2304004"/>
              <a:ext cx="2008494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dot"/>
              <a:round/>
              <a:headEnd type="none" w="med" len="med"/>
              <a:tailEnd type="oval" w="med" len="med"/>
            </a:ln>
          </p:spPr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90F22FC-8DCB-59AB-A941-CAEBBBF616F6}"/>
              </a:ext>
            </a:extLst>
          </p:cNvPr>
          <p:cNvSpPr txBox="1"/>
          <p:nvPr/>
        </p:nvSpPr>
        <p:spPr>
          <a:xfrm>
            <a:off x="3755494" y="1966306"/>
            <a:ext cx="2078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Decision Variables (</a:t>
            </a:r>
            <a:r>
              <a:rPr lang="en-US" dirty="0" err="1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x_i</a:t>
            </a:r>
            <a:r>
              <a:rPr lang="en-US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1CABB-84B6-E416-D8F0-2591CCA10761}"/>
              </a:ext>
            </a:extLst>
          </p:cNvPr>
          <p:cNvSpPr txBox="1"/>
          <p:nvPr/>
        </p:nvSpPr>
        <p:spPr>
          <a:xfrm>
            <a:off x="753824" y="3626809"/>
            <a:ext cx="39533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With this procedure, 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is the fitness value related to the updated sigma,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and can it indicate the quality of the mutation step?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16AA1-6FAF-282F-15D3-C006E36A2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34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4"/>
          <p:cNvSpPr txBox="1">
            <a:spLocks noGrp="1"/>
          </p:cNvSpPr>
          <p:nvPr>
            <p:ph type="title"/>
          </p:nvPr>
        </p:nvSpPr>
        <p:spPr>
          <a:xfrm>
            <a:off x="1512911" y="1868500"/>
            <a:ext cx="46344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Recombination</a:t>
            </a:r>
            <a:endParaRPr dirty="0"/>
          </a:p>
        </p:txBody>
      </p:sp>
      <p:sp>
        <p:nvSpPr>
          <p:cNvPr id="1046" name="Google Shape;1046;p64"/>
          <p:cNvSpPr txBox="1">
            <a:spLocks noGrp="1"/>
          </p:cNvSpPr>
          <p:nvPr>
            <p:ph type="subTitle" idx="1"/>
          </p:nvPr>
        </p:nvSpPr>
        <p:spPr>
          <a:xfrm>
            <a:off x="1512911" y="2787060"/>
            <a:ext cx="4634400" cy="5605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US" sz="1200" dirty="0">
                <a:latin typeface="Abhaya Libre" panose="02000503000000000000" pitchFamily="2" charset="0"/>
                <a:cs typeface="Abhaya Libre" panose="02000503000000000000" pitchFamily="2" charset="0"/>
              </a:rPr>
              <a:t>Mutation alone is often sufficient to drive evolutionary progress, without the need for recombination.</a:t>
            </a:r>
            <a:endParaRPr sz="1200" dirty="0"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grpSp>
        <p:nvGrpSpPr>
          <p:cNvPr id="1047" name="Google Shape;1047;p64"/>
          <p:cNvGrpSpPr/>
          <p:nvPr/>
        </p:nvGrpSpPr>
        <p:grpSpPr>
          <a:xfrm rot="-3423229">
            <a:off x="5745539" y="-874862"/>
            <a:ext cx="4780540" cy="5926758"/>
            <a:chOff x="3453675" y="959025"/>
            <a:chExt cx="2670400" cy="3310675"/>
          </a:xfrm>
        </p:grpSpPr>
        <p:sp>
          <p:nvSpPr>
            <p:cNvPr id="1048" name="Google Shape;1048;p64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64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64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64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64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64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64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64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4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64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64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4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64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64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4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4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4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4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64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4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4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64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4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71" name="Google Shape;1071;p64"/>
          <p:cNvCxnSpPr/>
          <p:nvPr/>
        </p:nvCxnSpPr>
        <p:spPr>
          <a:xfrm rot="10800000" flipH="1">
            <a:off x="6853649" y="239860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1444042" y="3347600"/>
            <a:ext cx="435888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Recombination is less effective in continuous spaces,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not due to their infinite dimensionality,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but because the individuals tend to be highly diverse.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C13D1C-5686-F573-D01F-C4F4A03E90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Recombination</a:t>
            </a:r>
          </a:p>
        </p:txBody>
      </p:sp>
      <p:cxnSp>
        <p:nvCxnSpPr>
          <p:cNvPr id="6" name="Google Shape;8314;p100"/>
          <p:cNvCxnSpPr>
            <a:cxnSpLocks/>
            <a:stCxn id="18" idx="2"/>
            <a:endCxn id="16" idx="0"/>
          </p:cNvCxnSpPr>
          <p:nvPr/>
        </p:nvCxnSpPr>
        <p:spPr>
          <a:xfrm rot="16200000" flipH="1">
            <a:off x="5122667" y="712467"/>
            <a:ext cx="582652" cy="279852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317;p100"/>
          <p:cNvCxnSpPr>
            <a:stCxn id="17" idx="0"/>
          </p:cNvCxnSpPr>
          <p:nvPr/>
        </p:nvCxnSpPr>
        <p:spPr>
          <a:xfrm rot="5400000" flipH="1" flipV="1">
            <a:off x="2748468" y="1169279"/>
            <a:ext cx="292072" cy="2179161"/>
          </a:xfrm>
          <a:prstGeom prst="bentConnector2">
            <a:avLst/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323;p100"/>
          <p:cNvCxnSpPr>
            <a:endCxn id="15" idx="0"/>
          </p:cNvCxnSpPr>
          <p:nvPr/>
        </p:nvCxnSpPr>
        <p:spPr>
          <a:xfrm>
            <a:off x="6752959" y="3258739"/>
            <a:ext cx="1090765" cy="291328"/>
          </a:xfrm>
          <a:prstGeom prst="bentConnector2">
            <a:avLst/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8325;p100"/>
          <p:cNvCxnSpPr>
            <a:stCxn id="14" idx="0"/>
          </p:cNvCxnSpPr>
          <p:nvPr/>
        </p:nvCxnSpPr>
        <p:spPr>
          <a:xfrm rot="5400000" flipH="1" flipV="1">
            <a:off x="6307534" y="3044348"/>
            <a:ext cx="582652" cy="42878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8326;p100"/>
          <p:cNvSpPr/>
          <p:nvPr/>
        </p:nvSpPr>
        <p:spPr>
          <a:xfrm>
            <a:off x="5710040" y="3550068"/>
            <a:ext cx="1348851" cy="56436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CF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000" dirty="0">
                <a:ln/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Using two selected parents to make a child</a:t>
            </a:r>
            <a:endParaRPr lang="en-US" sz="1000" dirty="0">
              <a:solidFill>
                <a:schemeClr val="tx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15" name="Google Shape;8324;p100"/>
          <p:cNvSpPr/>
          <p:nvPr/>
        </p:nvSpPr>
        <p:spPr>
          <a:xfrm>
            <a:off x="7249922" y="3550067"/>
            <a:ext cx="1187603" cy="56436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CF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000" dirty="0">
                <a:ln/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Selecting two parents for each position</a:t>
            </a:r>
            <a:endParaRPr lang="en-US" sz="1000" dirty="0">
              <a:solidFill>
                <a:schemeClr val="tx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16" name="Google Shape;8316;p100"/>
          <p:cNvSpPr/>
          <p:nvPr/>
        </p:nvSpPr>
        <p:spPr>
          <a:xfrm>
            <a:off x="6219453" y="2403055"/>
            <a:ext cx="1187603" cy="56436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86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000" dirty="0">
                <a:ln/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From two or more parents by either:</a:t>
            </a:r>
            <a:endParaRPr lang="en-US" sz="1000" dirty="0">
              <a:solidFill>
                <a:schemeClr val="tx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17" name="Google Shape;8318;p100"/>
          <p:cNvSpPr/>
          <p:nvPr/>
        </p:nvSpPr>
        <p:spPr>
          <a:xfrm>
            <a:off x="1109101" y="2404895"/>
            <a:ext cx="1391645" cy="56436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86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682A00"/>
              </a:buClr>
              <a:defRPr/>
            </a:pPr>
            <a:r>
              <a:rPr lang="en-GB" sz="10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Creates one Child</a:t>
            </a:r>
          </a:p>
        </p:txBody>
      </p:sp>
      <p:sp>
        <p:nvSpPr>
          <p:cNvPr id="18" name="Google Shape;8315;p100"/>
          <p:cNvSpPr/>
          <p:nvPr/>
        </p:nvSpPr>
        <p:spPr>
          <a:xfrm>
            <a:off x="3390282" y="1256043"/>
            <a:ext cx="1248897" cy="56436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67E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Recombination</a:t>
            </a:r>
            <a:endParaRPr sz="1000" dirty="0">
              <a:solidFill>
                <a:schemeClr val="tx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44" name="Google Shape;8318;p100"/>
          <p:cNvSpPr/>
          <p:nvPr/>
        </p:nvSpPr>
        <p:spPr>
          <a:xfrm>
            <a:off x="3323951" y="2401214"/>
            <a:ext cx="1320264" cy="56436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86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1000" dirty="0">
                <a:ln/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Acts per variable / position by either</a:t>
            </a:r>
            <a:endParaRPr lang="en-US" sz="1000" dirty="0">
              <a:solidFill>
                <a:schemeClr val="tx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cxnSp>
        <p:nvCxnSpPr>
          <p:cNvPr id="46" name="Google Shape;8325;p100"/>
          <p:cNvCxnSpPr>
            <a:stCxn id="53" idx="0"/>
            <a:endCxn id="44" idx="2"/>
          </p:cNvCxnSpPr>
          <p:nvPr/>
        </p:nvCxnSpPr>
        <p:spPr>
          <a:xfrm rot="5400000" flipH="1" flipV="1">
            <a:off x="3178519" y="2744503"/>
            <a:ext cx="584493" cy="102663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8318;p100"/>
          <p:cNvSpPr/>
          <p:nvPr/>
        </p:nvSpPr>
        <p:spPr>
          <a:xfrm>
            <a:off x="2297315" y="3550067"/>
            <a:ext cx="1320264" cy="56436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86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000" dirty="0">
                <a:ln/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Averaging parental values</a:t>
            </a:r>
            <a:endParaRPr lang="en-US" sz="1000" dirty="0">
              <a:solidFill>
                <a:schemeClr val="tx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cxnSp>
        <p:nvCxnSpPr>
          <p:cNvPr id="56" name="Google Shape;8325;p100"/>
          <p:cNvCxnSpPr>
            <a:stCxn id="57" idx="0"/>
            <a:endCxn id="44" idx="2"/>
          </p:cNvCxnSpPr>
          <p:nvPr/>
        </p:nvCxnSpPr>
        <p:spPr>
          <a:xfrm rot="16200000" flipV="1">
            <a:off x="4015816" y="2933842"/>
            <a:ext cx="584493" cy="64795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8318;p100"/>
          <p:cNvSpPr/>
          <p:nvPr/>
        </p:nvSpPr>
        <p:spPr>
          <a:xfrm>
            <a:off x="3971908" y="3550067"/>
            <a:ext cx="1320264" cy="56436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86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000" dirty="0">
                <a:ln/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Selecting one of the parental values</a:t>
            </a:r>
            <a:endParaRPr lang="en-US" sz="1000" dirty="0">
              <a:solidFill>
                <a:schemeClr val="tx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cxnSp>
        <p:nvCxnSpPr>
          <p:cNvPr id="58" name="Google Shape;8325;p100"/>
          <p:cNvCxnSpPr>
            <a:cxnSpLocks/>
          </p:cNvCxnSpPr>
          <p:nvPr/>
        </p:nvCxnSpPr>
        <p:spPr>
          <a:xfrm rot="5400000" flipH="1" flipV="1">
            <a:off x="3863211" y="2253442"/>
            <a:ext cx="293028" cy="251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317B77-9816-4A31-1273-2B2F15DC9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98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Multi-Parent Recombination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831" y="1899455"/>
            <a:ext cx="3218694" cy="2400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25" y="1124425"/>
            <a:ext cx="3958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It does not always serve as a good technique,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such as multi modal problems like Ackley function.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87" y="2220345"/>
            <a:ext cx="4541644" cy="227082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A1362-8084-1762-5A49-D4B97DEC40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58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92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Recombination:</a:t>
            </a:r>
            <a:endParaRPr dirty="0"/>
          </a:p>
        </p:txBody>
      </p:sp>
      <p:sp>
        <p:nvSpPr>
          <p:cNvPr id="1646" name="Google Shape;1646;p92"/>
          <p:cNvSpPr/>
          <p:nvPr/>
        </p:nvSpPr>
        <p:spPr>
          <a:xfrm>
            <a:off x="3249425" y="1834475"/>
            <a:ext cx="18375" cy="16225"/>
          </a:xfrm>
          <a:custGeom>
            <a:avLst/>
            <a:gdLst/>
            <a:ahLst/>
            <a:cxnLst/>
            <a:rect l="l" t="t" r="r" b="b"/>
            <a:pathLst>
              <a:path w="735" h="649" extrusionOk="0">
                <a:moveTo>
                  <a:pt x="391" y="0"/>
                </a:moveTo>
                <a:cubicBezTo>
                  <a:pt x="363" y="0"/>
                  <a:pt x="336" y="4"/>
                  <a:pt x="308" y="12"/>
                </a:cubicBezTo>
                <a:cubicBezTo>
                  <a:pt x="237" y="27"/>
                  <a:pt x="182" y="67"/>
                  <a:pt x="150" y="122"/>
                </a:cubicBezTo>
                <a:cubicBezTo>
                  <a:pt x="95" y="146"/>
                  <a:pt x="47" y="185"/>
                  <a:pt x="24" y="248"/>
                </a:cubicBezTo>
                <a:cubicBezTo>
                  <a:pt x="0" y="304"/>
                  <a:pt x="8" y="359"/>
                  <a:pt x="32" y="406"/>
                </a:cubicBezTo>
                <a:cubicBezTo>
                  <a:pt x="63" y="485"/>
                  <a:pt x="134" y="556"/>
                  <a:pt x="198" y="596"/>
                </a:cubicBezTo>
                <a:cubicBezTo>
                  <a:pt x="255" y="631"/>
                  <a:pt x="320" y="648"/>
                  <a:pt x="385" y="648"/>
                </a:cubicBezTo>
                <a:cubicBezTo>
                  <a:pt x="453" y="648"/>
                  <a:pt x="520" y="629"/>
                  <a:pt x="577" y="588"/>
                </a:cubicBezTo>
                <a:cubicBezTo>
                  <a:pt x="679" y="509"/>
                  <a:pt x="734" y="367"/>
                  <a:pt x="695" y="233"/>
                </a:cubicBezTo>
                <a:cubicBezTo>
                  <a:pt x="655" y="94"/>
                  <a:pt x="528" y="0"/>
                  <a:pt x="391" y="0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92"/>
          <p:cNvSpPr/>
          <p:nvPr/>
        </p:nvSpPr>
        <p:spPr>
          <a:xfrm>
            <a:off x="3249800" y="1840275"/>
            <a:ext cx="425" cy="825"/>
          </a:xfrm>
          <a:custGeom>
            <a:avLst/>
            <a:gdLst/>
            <a:ahLst/>
            <a:cxnLst/>
            <a:rect l="l" t="t" r="r" b="b"/>
            <a:pathLst>
              <a:path w="17" h="33" extrusionOk="0">
                <a:moveTo>
                  <a:pt x="17" y="1"/>
                </a:moveTo>
                <a:lnTo>
                  <a:pt x="9" y="16"/>
                </a:lnTo>
                <a:cubicBezTo>
                  <a:pt x="9" y="16"/>
                  <a:pt x="17" y="9"/>
                  <a:pt x="17" y="1"/>
                </a:cubicBezTo>
                <a:close/>
                <a:moveTo>
                  <a:pt x="9" y="16"/>
                </a:moveTo>
                <a:lnTo>
                  <a:pt x="1" y="32"/>
                </a:lnTo>
                <a:cubicBezTo>
                  <a:pt x="9" y="24"/>
                  <a:pt x="9" y="24"/>
                  <a:pt x="9" y="16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8" name="Google Shape;1648;p92"/>
          <p:cNvGrpSpPr/>
          <p:nvPr/>
        </p:nvGrpSpPr>
        <p:grpSpPr>
          <a:xfrm rot="1985394">
            <a:off x="4973372" y="2231898"/>
            <a:ext cx="872943" cy="2445896"/>
            <a:chOff x="2380850" y="1328050"/>
            <a:chExt cx="492800" cy="1380775"/>
          </a:xfrm>
        </p:grpSpPr>
        <p:sp>
          <p:nvSpPr>
            <p:cNvPr id="1649" name="Google Shape;1649;p92"/>
            <p:cNvSpPr/>
            <p:nvPr/>
          </p:nvSpPr>
          <p:spPr>
            <a:xfrm>
              <a:off x="2438250" y="1421850"/>
              <a:ext cx="61000" cy="28975"/>
            </a:xfrm>
            <a:custGeom>
              <a:avLst/>
              <a:gdLst/>
              <a:ahLst/>
              <a:cxnLst/>
              <a:rect l="l" t="t" r="r" b="b"/>
              <a:pathLst>
                <a:path w="2440" h="1159" extrusionOk="0">
                  <a:moveTo>
                    <a:pt x="504" y="1"/>
                  </a:moveTo>
                  <a:cubicBezTo>
                    <a:pt x="268" y="1"/>
                    <a:pt x="56" y="178"/>
                    <a:pt x="29" y="417"/>
                  </a:cubicBezTo>
                  <a:cubicBezTo>
                    <a:pt x="1" y="674"/>
                    <a:pt x="186" y="917"/>
                    <a:pt x="457" y="945"/>
                  </a:cubicBezTo>
                  <a:cubicBezTo>
                    <a:pt x="799" y="988"/>
                    <a:pt x="1184" y="1059"/>
                    <a:pt x="1569" y="1159"/>
                  </a:cubicBezTo>
                  <a:cubicBezTo>
                    <a:pt x="1840" y="902"/>
                    <a:pt x="2140" y="660"/>
                    <a:pt x="2439" y="417"/>
                  </a:cubicBezTo>
                  <a:cubicBezTo>
                    <a:pt x="1769" y="203"/>
                    <a:pt x="1127" y="61"/>
                    <a:pt x="557" y="4"/>
                  </a:cubicBezTo>
                  <a:cubicBezTo>
                    <a:pt x="539" y="2"/>
                    <a:pt x="522" y="1"/>
                    <a:pt x="50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92"/>
            <p:cNvSpPr/>
            <p:nvPr/>
          </p:nvSpPr>
          <p:spPr>
            <a:xfrm>
              <a:off x="2504225" y="1441550"/>
              <a:ext cx="203975" cy="395450"/>
            </a:xfrm>
            <a:custGeom>
              <a:avLst/>
              <a:gdLst/>
              <a:ahLst/>
              <a:cxnLst/>
              <a:rect l="l" t="t" r="r" b="b"/>
              <a:pathLst>
                <a:path w="8159" h="15818" extrusionOk="0">
                  <a:moveTo>
                    <a:pt x="842" y="0"/>
                  </a:moveTo>
                  <a:cubicBezTo>
                    <a:pt x="556" y="228"/>
                    <a:pt x="271" y="457"/>
                    <a:pt x="0" y="699"/>
                  </a:cubicBezTo>
                  <a:cubicBezTo>
                    <a:pt x="913" y="1041"/>
                    <a:pt x="1869" y="1526"/>
                    <a:pt x="2767" y="2125"/>
                  </a:cubicBezTo>
                  <a:lnTo>
                    <a:pt x="3680" y="1997"/>
                  </a:lnTo>
                  <a:cubicBezTo>
                    <a:pt x="3689" y="1996"/>
                    <a:pt x="3699" y="1995"/>
                    <a:pt x="3708" y="1995"/>
                  </a:cubicBezTo>
                  <a:cubicBezTo>
                    <a:pt x="3824" y="1995"/>
                    <a:pt x="3924" y="2078"/>
                    <a:pt x="3951" y="2197"/>
                  </a:cubicBezTo>
                  <a:cubicBezTo>
                    <a:pt x="3965" y="2325"/>
                    <a:pt x="3880" y="2453"/>
                    <a:pt x="3751" y="2468"/>
                  </a:cubicBezTo>
                  <a:lnTo>
                    <a:pt x="3323" y="2525"/>
                  </a:lnTo>
                  <a:cubicBezTo>
                    <a:pt x="4122" y="3138"/>
                    <a:pt x="4849" y="3865"/>
                    <a:pt x="5449" y="4678"/>
                  </a:cubicBezTo>
                  <a:cubicBezTo>
                    <a:pt x="5491" y="4750"/>
                    <a:pt x="5548" y="4835"/>
                    <a:pt x="5605" y="4907"/>
                  </a:cubicBezTo>
                  <a:lnTo>
                    <a:pt x="6304" y="4821"/>
                  </a:lnTo>
                  <a:cubicBezTo>
                    <a:pt x="6319" y="4818"/>
                    <a:pt x="6334" y="4816"/>
                    <a:pt x="6349" y="4816"/>
                  </a:cubicBezTo>
                  <a:cubicBezTo>
                    <a:pt x="6461" y="4816"/>
                    <a:pt x="6563" y="4907"/>
                    <a:pt x="6575" y="5021"/>
                  </a:cubicBezTo>
                  <a:cubicBezTo>
                    <a:pt x="6590" y="5149"/>
                    <a:pt x="6490" y="5277"/>
                    <a:pt x="6361" y="5292"/>
                  </a:cubicBezTo>
                  <a:lnTo>
                    <a:pt x="5876" y="5349"/>
                  </a:lnTo>
                  <a:cubicBezTo>
                    <a:pt x="6561" y="6490"/>
                    <a:pt x="6903" y="7702"/>
                    <a:pt x="6903" y="8957"/>
                  </a:cubicBezTo>
                  <a:lnTo>
                    <a:pt x="7360" y="8914"/>
                  </a:lnTo>
                  <a:cubicBezTo>
                    <a:pt x="7368" y="8914"/>
                    <a:pt x="7376" y="8913"/>
                    <a:pt x="7384" y="8913"/>
                  </a:cubicBezTo>
                  <a:cubicBezTo>
                    <a:pt x="7502" y="8913"/>
                    <a:pt x="7603" y="9009"/>
                    <a:pt x="7616" y="9143"/>
                  </a:cubicBezTo>
                  <a:cubicBezTo>
                    <a:pt x="7631" y="9271"/>
                    <a:pt x="7531" y="9385"/>
                    <a:pt x="7403" y="9399"/>
                  </a:cubicBezTo>
                  <a:lnTo>
                    <a:pt x="6889" y="9442"/>
                  </a:lnTo>
                  <a:cubicBezTo>
                    <a:pt x="6875" y="9799"/>
                    <a:pt x="6818" y="10184"/>
                    <a:pt x="6746" y="10555"/>
                  </a:cubicBezTo>
                  <a:cubicBezTo>
                    <a:pt x="6561" y="11396"/>
                    <a:pt x="6204" y="12223"/>
                    <a:pt x="5734" y="13051"/>
                  </a:cubicBezTo>
                  <a:lnTo>
                    <a:pt x="6147" y="13008"/>
                  </a:lnTo>
                  <a:cubicBezTo>
                    <a:pt x="6290" y="13008"/>
                    <a:pt x="6390" y="13093"/>
                    <a:pt x="6404" y="13236"/>
                  </a:cubicBezTo>
                  <a:cubicBezTo>
                    <a:pt x="6418" y="13364"/>
                    <a:pt x="6319" y="13479"/>
                    <a:pt x="6190" y="13479"/>
                  </a:cubicBezTo>
                  <a:lnTo>
                    <a:pt x="5434" y="13550"/>
                  </a:lnTo>
                  <a:cubicBezTo>
                    <a:pt x="5063" y="14120"/>
                    <a:pt x="4650" y="14705"/>
                    <a:pt x="4208" y="15276"/>
                  </a:cubicBezTo>
                  <a:cubicBezTo>
                    <a:pt x="4464" y="15461"/>
                    <a:pt x="4721" y="15647"/>
                    <a:pt x="4978" y="15818"/>
                  </a:cubicBezTo>
                  <a:cubicBezTo>
                    <a:pt x="6247" y="14192"/>
                    <a:pt x="7303" y="12523"/>
                    <a:pt x="7674" y="10754"/>
                  </a:cubicBezTo>
                  <a:cubicBezTo>
                    <a:pt x="8158" y="8415"/>
                    <a:pt x="7659" y="6119"/>
                    <a:pt x="6219" y="4122"/>
                  </a:cubicBezTo>
                  <a:cubicBezTo>
                    <a:pt x="4821" y="2197"/>
                    <a:pt x="2781" y="813"/>
                    <a:pt x="84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92"/>
            <p:cNvSpPr/>
            <p:nvPr/>
          </p:nvSpPr>
          <p:spPr>
            <a:xfrm>
              <a:off x="2401875" y="1841975"/>
              <a:ext cx="240350" cy="511000"/>
            </a:xfrm>
            <a:custGeom>
              <a:avLst/>
              <a:gdLst/>
              <a:ahLst/>
              <a:cxnLst/>
              <a:rect l="l" t="t" r="r" b="b"/>
              <a:pathLst>
                <a:path w="9614" h="20440" extrusionOk="0">
                  <a:moveTo>
                    <a:pt x="7703" y="0"/>
                  </a:moveTo>
                  <a:cubicBezTo>
                    <a:pt x="7303" y="500"/>
                    <a:pt x="6890" y="985"/>
                    <a:pt x="6476" y="1469"/>
                  </a:cubicBezTo>
                  <a:cubicBezTo>
                    <a:pt x="3295" y="5221"/>
                    <a:pt x="1" y="9100"/>
                    <a:pt x="2796" y="13736"/>
                  </a:cubicBezTo>
                  <a:cubicBezTo>
                    <a:pt x="4308" y="16246"/>
                    <a:pt x="6718" y="18385"/>
                    <a:pt x="9143" y="20439"/>
                  </a:cubicBezTo>
                  <a:cubicBezTo>
                    <a:pt x="9229" y="20296"/>
                    <a:pt x="9300" y="20154"/>
                    <a:pt x="9371" y="20011"/>
                  </a:cubicBezTo>
                  <a:cubicBezTo>
                    <a:pt x="9457" y="19869"/>
                    <a:pt x="9528" y="19726"/>
                    <a:pt x="9614" y="19583"/>
                  </a:cubicBezTo>
                  <a:cubicBezTo>
                    <a:pt x="9214" y="19241"/>
                    <a:pt x="8815" y="18913"/>
                    <a:pt x="8430" y="18571"/>
                  </a:cubicBezTo>
                  <a:lnTo>
                    <a:pt x="7631" y="18699"/>
                  </a:lnTo>
                  <a:lnTo>
                    <a:pt x="7603" y="18699"/>
                  </a:lnTo>
                  <a:cubicBezTo>
                    <a:pt x="7489" y="18699"/>
                    <a:pt x="7389" y="18628"/>
                    <a:pt x="7360" y="18499"/>
                  </a:cubicBezTo>
                  <a:cubicBezTo>
                    <a:pt x="7346" y="18371"/>
                    <a:pt x="7432" y="18257"/>
                    <a:pt x="7560" y="18228"/>
                  </a:cubicBezTo>
                  <a:lnTo>
                    <a:pt x="7974" y="18157"/>
                  </a:lnTo>
                  <a:cubicBezTo>
                    <a:pt x="7203" y="17472"/>
                    <a:pt x="6447" y="16759"/>
                    <a:pt x="5777" y="16032"/>
                  </a:cubicBezTo>
                  <a:lnTo>
                    <a:pt x="5021" y="16117"/>
                  </a:lnTo>
                  <a:cubicBezTo>
                    <a:pt x="5007" y="16117"/>
                    <a:pt x="5007" y="16132"/>
                    <a:pt x="4993" y="16132"/>
                  </a:cubicBezTo>
                  <a:cubicBezTo>
                    <a:pt x="4879" y="16132"/>
                    <a:pt x="4764" y="16032"/>
                    <a:pt x="4750" y="15918"/>
                  </a:cubicBezTo>
                  <a:cubicBezTo>
                    <a:pt x="4736" y="15789"/>
                    <a:pt x="4836" y="15661"/>
                    <a:pt x="4964" y="15647"/>
                  </a:cubicBezTo>
                  <a:lnTo>
                    <a:pt x="5378" y="15604"/>
                  </a:lnTo>
                  <a:cubicBezTo>
                    <a:pt x="4707" y="14848"/>
                    <a:pt x="4094" y="14064"/>
                    <a:pt x="3609" y="13251"/>
                  </a:cubicBezTo>
                  <a:cubicBezTo>
                    <a:pt x="3524" y="13122"/>
                    <a:pt x="3452" y="12994"/>
                    <a:pt x="3395" y="12865"/>
                  </a:cubicBezTo>
                  <a:lnTo>
                    <a:pt x="2796" y="12923"/>
                  </a:lnTo>
                  <a:lnTo>
                    <a:pt x="2782" y="12923"/>
                  </a:lnTo>
                  <a:cubicBezTo>
                    <a:pt x="2654" y="12923"/>
                    <a:pt x="2554" y="12823"/>
                    <a:pt x="2539" y="12709"/>
                  </a:cubicBezTo>
                  <a:cubicBezTo>
                    <a:pt x="2525" y="12580"/>
                    <a:pt x="2625" y="12452"/>
                    <a:pt x="2753" y="12452"/>
                  </a:cubicBezTo>
                  <a:lnTo>
                    <a:pt x="3167" y="12409"/>
                  </a:lnTo>
                  <a:cubicBezTo>
                    <a:pt x="2568" y="11011"/>
                    <a:pt x="2582" y="9671"/>
                    <a:pt x="2996" y="8373"/>
                  </a:cubicBezTo>
                  <a:lnTo>
                    <a:pt x="2582" y="8373"/>
                  </a:lnTo>
                  <a:cubicBezTo>
                    <a:pt x="2440" y="8373"/>
                    <a:pt x="2340" y="8259"/>
                    <a:pt x="2340" y="8130"/>
                  </a:cubicBezTo>
                  <a:cubicBezTo>
                    <a:pt x="2340" y="8002"/>
                    <a:pt x="2440" y="7902"/>
                    <a:pt x="2582" y="7902"/>
                  </a:cubicBezTo>
                  <a:lnTo>
                    <a:pt x="3167" y="7902"/>
                  </a:lnTo>
                  <a:cubicBezTo>
                    <a:pt x="3623" y="6732"/>
                    <a:pt x="4365" y="5591"/>
                    <a:pt x="5249" y="4450"/>
                  </a:cubicBezTo>
                  <a:lnTo>
                    <a:pt x="4836" y="4436"/>
                  </a:lnTo>
                  <a:cubicBezTo>
                    <a:pt x="4707" y="4436"/>
                    <a:pt x="4608" y="4322"/>
                    <a:pt x="4608" y="4194"/>
                  </a:cubicBezTo>
                  <a:cubicBezTo>
                    <a:pt x="4608" y="4065"/>
                    <a:pt x="4722" y="3965"/>
                    <a:pt x="4850" y="3965"/>
                  </a:cubicBezTo>
                  <a:lnTo>
                    <a:pt x="5620" y="3994"/>
                  </a:lnTo>
                  <a:cubicBezTo>
                    <a:pt x="6119" y="3366"/>
                    <a:pt x="6661" y="2725"/>
                    <a:pt x="7203" y="2083"/>
                  </a:cubicBezTo>
                  <a:cubicBezTo>
                    <a:pt x="7432" y="1812"/>
                    <a:pt x="7674" y="1526"/>
                    <a:pt x="7917" y="1241"/>
                  </a:cubicBezTo>
                  <a:lnTo>
                    <a:pt x="7517" y="1141"/>
                  </a:lnTo>
                  <a:cubicBezTo>
                    <a:pt x="7389" y="1113"/>
                    <a:pt x="7303" y="985"/>
                    <a:pt x="7332" y="856"/>
                  </a:cubicBezTo>
                  <a:cubicBezTo>
                    <a:pt x="7356" y="747"/>
                    <a:pt x="7453" y="679"/>
                    <a:pt x="7561" y="679"/>
                  </a:cubicBezTo>
                  <a:cubicBezTo>
                    <a:pt x="7579" y="679"/>
                    <a:pt x="7598" y="681"/>
                    <a:pt x="7617" y="685"/>
                  </a:cubicBezTo>
                  <a:lnTo>
                    <a:pt x="8259" y="828"/>
                  </a:lnTo>
                  <a:cubicBezTo>
                    <a:pt x="8330" y="728"/>
                    <a:pt x="8416" y="642"/>
                    <a:pt x="8487" y="557"/>
                  </a:cubicBezTo>
                  <a:cubicBezTo>
                    <a:pt x="8230" y="371"/>
                    <a:pt x="7974" y="186"/>
                    <a:pt x="770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92"/>
            <p:cNvSpPr/>
            <p:nvPr/>
          </p:nvSpPr>
          <p:spPr>
            <a:xfrm>
              <a:off x="2648975" y="2347225"/>
              <a:ext cx="224675" cy="303825"/>
            </a:xfrm>
            <a:custGeom>
              <a:avLst/>
              <a:gdLst/>
              <a:ahLst/>
              <a:cxnLst/>
              <a:rect l="l" t="t" r="r" b="b"/>
              <a:pathLst>
                <a:path w="8987" h="12153" extrusionOk="0">
                  <a:moveTo>
                    <a:pt x="472" y="1"/>
                  </a:moveTo>
                  <a:cubicBezTo>
                    <a:pt x="429" y="86"/>
                    <a:pt x="372" y="172"/>
                    <a:pt x="329" y="258"/>
                  </a:cubicBezTo>
                  <a:cubicBezTo>
                    <a:pt x="215" y="457"/>
                    <a:pt x="115" y="657"/>
                    <a:pt x="1" y="857"/>
                  </a:cubicBezTo>
                  <a:cubicBezTo>
                    <a:pt x="714" y="1456"/>
                    <a:pt x="1399" y="2040"/>
                    <a:pt x="2055" y="2611"/>
                  </a:cubicBezTo>
                  <a:lnTo>
                    <a:pt x="2754" y="2440"/>
                  </a:lnTo>
                  <a:cubicBezTo>
                    <a:pt x="2776" y="2432"/>
                    <a:pt x="2799" y="2429"/>
                    <a:pt x="2821" y="2429"/>
                  </a:cubicBezTo>
                  <a:cubicBezTo>
                    <a:pt x="2924" y="2429"/>
                    <a:pt x="3015" y="2505"/>
                    <a:pt x="3039" y="2611"/>
                  </a:cubicBezTo>
                  <a:cubicBezTo>
                    <a:pt x="3082" y="2739"/>
                    <a:pt x="2996" y="2868"/>
                    <a:pt x="2868" y="2896"/>
                  </a:cubicBezTo>
                  <a:lnTo>
                    <a:pt x="2468" y="2996"/>
                  </a:lnTo>
                  <a:cubicBezTo>
                    <a:pt x="5463" y="5706"/>
                    <a:pt x="7432" y="8316"/>
                    <a:pt x="5991" y="11482"/>
                  </a:cubicBezTo>
                  <a:cubicBezTo>
                    <a:pt x="5877" y="11711"/>
                    <a:pt x="5991" y="11996"/>
                    <a:pt x="6219" y="12110"/>
                  </a:cubicBezTo>
                  <a:cubicBezTo>
                    <a:pt x="6291" y="12139"/>
                    <a:pt x="6348" y="12153"/>
                    <a:pt x="6419" y="12153"/>
                  </a:cubicBezTo>
                  <a:cubicBezTo>
                    <a:pt x="6605" y="12153"/>
                    <a:pt x="6776" y="12053"/>
                    <a:pt x="6847" y="11868"/>
                  </a:cubicBezTo>
                  <a:cubicBezTo>
                    <a:pt x="8986" y="7189"/>
                    <a:pt x="4864" y="3709"/>
                    <a:pt x="486" y="15"/>
                  </a:cubicBezTo>
                  <a:cubicBezTo>
                    <a:pt x="486" y="15"/>
                    <a:pt x="472" y="1"/>
                    <a:pt x="47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92"/>
            <p:cNvSpPr/>
            <p:nvPr/>
          </p:nvSpPr>
          <p:spPr>
            <a:xfrm>
              <a:off x="2380850" y="1328050"/>
              <a:ext cx="427200" cy="1380775"/>
            </a:xfrm>
            <a:custGeom>
              <a:avLst/>
              <a:gdLst/>
              <a:ahLst/>
              <a:cxnLst/>
              <a:rect l="l" t="t" r="r" b="b"/>
              <a:pathLst>
                <a:path w="17088" h="55231" extrusionOk="0">
                  <a:moveTo>
                    <a:pt x="11368" y="0"/>
                  </a:moveTo>
                  <a:cubicBezTo>
                    <a:pt x="11300" y="0"/>
                    <a:pt x="11232" y="15"/>
                    <a:pt x="11168" y="47"/>
                  </a:cubicBezTo>
                  <a:cubicBezTo>
                    <a:pt x="11068" y="90"/>
                    <a:pt x="8729" y="1217"/>
                    <a:pt x="6233" y="3014"/>
                  </a:cubicBezTo>
                  <a:cubicBezTo>
                    <a:pt x="5691" y="3399"/>
                    <a:pt x="5192" y="3784"/>
                    <a:pt x="4735" y="4169"/>
                  </a:cubicBezTo>
                  <a:cubicBezTo>
                    <a:pt x="4436" y="4412"/>
                    <a:pt x="4136" y="4654"/>
                    <a:pt x="3865" y="4911"/>
                  </a:cubicBezTo>
                  <a:cubicBezTo>
                    <a:pt x="1883" y="6708"/>
                    <a:pt x="713" y="8477"/>
                    <a:pt x="357" y="10174"/>
                  </a:cubicBezTo>
                  <a:cubicBezTo>
                    <a:pt x="0" y="11843"/>
                    <a:pt x="442" y="13426"/>
                    <a:pt x="1683" y="14866"/>
                  </a:cubicBezTo>
                  <a:cubicBezTo>
                    <a:pt x="3666" y="17177"/>
                    <a:pt x="6133" y="18889"/>
                    <a:pt x="8315" y="20400"/>
                  </a:cubicBezTo>
                  <a:cubicBezTo>
                    <a:pt x="8401" y="20458"/>
                    <a:pt x="8472" y="20515"/>
                    <a:pt x="8544" y="20557"/>
                  </a:cubicBezTo>
                  <a:cubicBezTo>
                    <a:pt x="8815" y="20743"/>
                    <a:pt x="9071" y="20928"/>
                    <a:pt x="9328" y="21114"/>
                  </a:cubicBezTo>
                  <a:cubicBezTo>
                    <a:pt x="9556" y="21271"/>
                    <a:pt x="9770" y="21427"/>
                    <a:pt x="9998" y="21584"/>
                  </a:cubicBezTo>
                  <a:lnTo>
                    <a:pt x="11624" y="21955"/>
                  </a:lnTo>
                  <a:cubicBezTo>
                    <a:pt x="11753" y="21984"/>
                    <a:pt x="11838" y="22112"/>
                    <a:pt x="11810" y="22240"/>
                  </a:cubicBezTo>
                  <a:cubicBezTo>
                    <a:pt x="11781" y="22354"/>
                    <a:pt x="11681" y="22426"/>
                    <a:pt x="11567" y="22426"/>
                  </a:cubicBezTo>
                  <a:lnTo>
                    <a:pt x="11525" y="22426"/>
                  </a:lnTo>
                  <a:lnTo>
                    <a:pt x="10926" y="22283"/>
                  </a:lnTo>
                  <a:lnTo>
                    <a:pt x="10926" y="22283"/>
                  </a:lnTo>
                  <a:cubicBezTo>
                    <a:pt x="11952" y="23082"/>
                    <a:pt x="12851" y="23881"/>
                    <a:pt x="13521" y="24779"/>
                  </a:cubicBezTo>
                  <a:lnTo>
                    <a:pt x="14292" y="24808"/>
                  </a:lnTo>
                  <a:cubicBezTo>
                    <a:pt x="14420" y="24808"/>
                    <a:pt x="14520" y="24922"/>
                    <a:pt x="14520" y="25050"/>
                  </a:cubicBezTo>
                  <a:cubicBezTo>
                    <a:pt x="14505" y="25179"/>
                    <a:pt x="14406" y="25278"/>
                    <a:pt x="14277" y="25278"/>
                  </a:cubicBezTo>
                  <a:lnTo>
                    <a:pt x="13849" y="25264"/>
                  </a:lnTo>
                  <a:lnTo>
                    <a:pt x="13849" y="25264"/>
                  </a:lnTo>
                  <a:cubicBezTo>
                    <a:pt x="14448" y="26205"/>
                    <a:pt x="14805" y="27232"/>
                    <a:pt x="14848" y="28445"/>
                  </a:cubicBezTo>
                  <a:lnTo>
                    <a:pt x="15333" y="28445"/>
                  </a:lnTo>
                  <a:cubicBezTo>
                    <a:pt x="15475" y="28445"/>
                    <a:pt x="15575" y="28559"/>
                    <a:pt x="15575" y="28687"/>
                  </a:cubicBezTo>
                  <a:cubicBezTo>
                    <a:pt x="15575" y="28816"/>
                    <a:pt x="15475" y="28930"/>
                    <a:pt x="15333" y="28930"/>
                  </a:cubicBezTo>
                  <a:lnTo>
                    <a:pt x="14862" y="28930"/>
                  </a:lnTo>
                  <a:cubicBezTo>
                    <a:pt x="14834" y="29700"/>
                    <a:pt x="14691" y="30541"/>
                    <a:pt x="14406" y="31468"/>
                  </a:cubicBezTo>
                  <a:cubicBezTo>
                    <a:pt x="14363" y="31625"/>
                    <a:pt x="14306" y="31782"/>
                    <a:pt x="14263" y="31953"/>
                  </a:cubicBezTo>
                  <a:lnTo>
                    <a:pt x="14677" y="31911"/>
                  </a:lnTo>
                  <a:cubicBezTo>
                    <a:pt x="14685" y="31910"/>
                    <a:pt x="14693" y="31909"/>
                    <a:pt x="14701" y="31909"/>
                  </a:cubicBezTo>
                  <a:cubicBezTo>
                    <a:pt x="14819" y="31909"/>
                    <a:pt x="14920" y="32004"/>
                    <a:pt x="14933" y="32125"/>
                  </a:cubicBezTo>
                  <a:cubicBezTo>
                    <a:pt x="14948" y="32253"/>
                    <a:pt x="14848" y="32367"/>
                    <a:pt x="14719" y="32381"/>
                  </a:cubicBezTo>
                  <a:lnTo>
                    <a:pt x="14092" y="32438"/>
                  </a:lnTo>
                  <a:cubicBezTo>
                    <a:pt x="13750" y="33422"/>
                    <a:pt x="13336" y="34407"/>
                    <a:pt x="12880" y="35391"/>
                  </a:cubicBezTo>
                  <a:lnTo>
                    <a:pt x="13293" y="35334"/>
                  </a:lnTo>
                  <a:cubicBezTo>
                    <a:pt x="13301" y="35333"/>
                    <a:pt x="13310" y="35332"/>
                    <a:pt x="13318" y="35332"/>
                  </a:cubicBezTo>
                  <a:cubicBezTo>
                    <a:pt x="13436" y="35332"/>
                    <a:pt x="13537" y="35427"/>
                    <a:pt x="13550" y="35548"/>
                  </a:cubicBezTo>
                  <a:cubicBezTo>
                    <a:pt x="13564" y="35676"/>
                    <a:pt x="13479" y="35790"/>
                    <a:pt x="13350" y="35804"/>
                  </a:cubicBezTo>
                  <a:lnTo>
                    <a:pt x="12651" y="35890"/>
                  </a:lnTo>
                  <a:cubicBezTo>
                    <a:pt x="12266" y="36689"/>
                    <a:pt x="11853" y="37487"/>
                    <a:pt x="11439" y="38286"/>
                  </a:cubicBezTo>
                  <a:lnTo>
                    <a:pt x="11853" y="38215"/>
                  </a:lnTo>
                  <a:cubicBezTo>
                    <a:pt x="11868" y="38211"/>
                    <a:pt x="11882" y="38210"/>
                    <a:pt x="11897" y="38210"/>
                  </a:cubicBezTo>
                  <a:cubicBezTo>
                    <a:pt x="12009" y="38210"/>
                    <a:pt x="12111" y="38301"/>
                    <a:pt x="12124" y="38414"/>
                  </a:cubicBezTo>
                  <a:cubicBezTo>
                    <a:pt x="12152" y="38543"/>
                    <a:pt x="12067" y="38657"/>
                    <a:pt x="11938" y="38685"/>
                  </a:cubicBezTo>
                  <a:lnTo>
                    <a:pt x="11168" y="38814"/>
                  </a:lnTo>
                  <a:cubicBezTo>
                    <a:pt x="10926" y="39256"/>
                    <a:pt x="10683" y="39698"/>
                    <a:pt x="10455" y="40140"/>
                  </a:cubicBezTo>
                  <a:cubicBezTo>
                    <a:pt x="10369" y="40283"/>
                    <a:pt x="10298" y="40426"/>
                    <a:pt x="10212" y="40568"/>
                  </a:cubicBezTo>
                  <a:cubicBezTo>
                    <a:pt x="10141" y="40711"/>
                    <a:pt x="10070" y="40853"/>
                    <a:pt x="9984" y="40996"/>
                  </a:cubicBezTo>
                  <a:cubicBezTo>
                    <a:pt x="7089" y="46373"/>
                    <a:pt x="4479" y="51436"/>
                    <a:pt x="7588" y="55059"/>
                  </a:cubicBezTo>
                  <a:cubicBezTo>
                    <a:pt x="7688" y="55173"/>
                    <a:pt x="7816" y="55230"/>
                    <a:pt x="7945" y="55230"/>
                  </a:cubicBezTo>
                  <a:cubicBezTo>
                    <a:pt x="8059" y="55230"/>
                    <a:pt x="8173" y="55188"/>
                    <a:pt x="8258" y="55116"/>
                  </a:cubicBezTo>
                  <a:cubicBezTo>
                    <a:pt x="8458" y="54945"/>
                    <a:pt x="8487" y="54631"/>
                    <a:pt x="8315" y="54446"/>
                  </a:cubicBezTo>
                  <a:cubicBezTo>
                    <a:pt x="6761" y="52649"/>
                    <a:pt x="6875" y="50367"/>
                    <a:pt x="7802" y="47771"/>
                  </a:cubicBezTo>
                  <a:lnTo>
                    <a:pt x="7802" y="47771"/>
                  </a:lnTo>
                  <a:lnTo>
                    <a:pt x="7388" y="47799"/>
                  </a:lnTo>
                  <a:cubicBezTo>
                    <a:pt x="7388" y="47814"/>
                    <a:pt x="7374" y="47814"/>
                    <a:pt x="7374" y="47814"/>
                  </a:cubicBezTo>
                  <a:cubicBezTo>
                    <a:pt x="7246" y="47814"/>
                    <a:pt x="7146" y="47714"/>
                    <a:pt x="7132" y="47585"/>
                  </a:cubicBezTo>
                  <a:cubicBezTo>
                    <a:pt x="7117" y="47457"/>
                    <a:pt x="7217" y="47343"/>
                    <a:pt x="7346" y="47329"/>
                  </a:cubicBezTo>
                  <a:lnTo>
                    <a:pt x="7973" y="47272"/>
                  </a:lnTo>
                  <a:cubicBezTo>
                    <a:pt x="8287" y="46473"/>
                    <a:pt x="8658" y="45646"/>
                    <a:pt x="9071" y="44790"/>
                  </a:cubicBezTo>
                  <a:lnTo>
                    <a:pt x="9071" y="44790"/>
                  </a:lnTo>
                  <a:lnTo>
                    <a:pt x="8672" y="44890"/>
                  </a:lnTo>
                  <a:cubicBezTo>
                    <a:pt x="8658" y="44904"/>
                    <a:pt x="8629" y="44904"/>
                    <a:pt x="8615" y="44904"/>
                  </a:cubicBezTo>
                  <a:cubicBezTo>
                    <a:pt x="8501" y="44904"/>
                    <a:pt x="8415" y="44833"/>
                    <a:pt x="8387" y="44719"/>
                  </a:cubicBezTo>
                  <a:cubicBezTo>
                    <a:pt x="8358" y="44590"/>
                    <a:pt x="8430" y="44462"/>
                    <a:pt x="8558" y="44433"/>
                  </a:cubicBezTo>
                  <a:lnTo>
                    <a:pt x="9357" y="44234"/>
                  </a:lnTo>
                  <a:cubicBezTo>
                    <a:pt x="9784" y="43392"/>
                    <a:pt x="10255" y="42522"/>
                    <a:pt x="10726" y="41624"/>
                  </a:cubicBezTo>
                  <a:cubicBezTo>
                    <a:pt x="10840" y="41424"/>
                    <a:pt x="10940" y="41224"/>
                    <a:pt x="11054" y="41025"/>
                  </a:cubicBezTo>
                  <a:cubicBezTo>
                    <a:pt x="11097" y="40939"/>
                    <a:pt x="11154" y="40853"/>
                    <a:pt x="11197" y="40768"/>
                  </a:cubicBezTo>
                  <a:cubicBezTo>
                    <a:pt x="12780" y="37844"/>
                    <a:pt x="14377" y="34834"/>
                    <a:pt x="15318" y="31739"/>
                  </a:cubicBezTo>
                  <a:cubicBezTo>
                    <a:pt x="17087" y="25934"/>
                    <a:pt x="13935" y="23196"/>
                    <a:pt x="9913" y="20358"/>
                  </a:cubicBezTo>
                  <a:cubicBezTo>
                    <a:pt x="9656" y="20187"/>
                    <a:pt x="9399" y="20001"/>
                    <a:pt x="9143" y="19816"/>
                  </a:cubicBezTo>
                  <a:cubicBezTo>
                    <a:pt x="9043" y="19759"/>
                    <a:pt x="8957" y="19687"/>
                    <a:pt x="8857" y="19630"/>
                  </a:cubicBezTo>
                  <a:cubicBezTo>
                    <a:pt x="8258" y="19202"/>
                    <a:pt x="7645" y="18789"/>
                    <a:pt x="7046" y="18347"/>
                  </a:cubicBezTo>
                  <a:lnTo>
                    <a:pt x="6048" y="18418"/>
                  </a:lnTo>
                  <a:cubicBezTo>
                    <a:pt x="6048" y="18432"/>
                    <a:pt x="6033" y="18432"/>
                    <a:pt x="6033" y="18432"/>
                  </a:cubicBezTo>
                  <a:cubicBezTo>
                    <a:pt x="5905" y="18432"/>
                    <a:pt x="5805" y="18332"/>
                    <a:pt x="5791" y="18204"/>
                  </a:cubicBezTo>
                  <a:cubicBezTo>
                    <a:pt x="5777" y="18076"/>
                    <a:pt x="5876" y="17962"/>
                    <a:pt x="6005" y="17947"/>
                  </a:cubicBezTo>
                  <a:lnTo>
                    <a:pt x="6461" y="17919"/>
                  </a:lnTo>
                  <a:cubicBezTo>
                    <a:pt x="5192" y="16977"/>
                    <a:pt x="3951" y="15936"/>
                    <a:pt x="2839" y="14724"/>
                  </a:cubicBezTo>
                  <a:lnTo>
                    <a:pt x="2068" y="14795"/>
                  </a:lnTo>
                  <a:lnTo>
                    <a:pt x="2040" y="14795"/>
                  </a:lnTo>
                  <a:cubicBezTo>
                    <a:pt x="1926" y="14795"/>
                    <a:pt x="1812" y="14695"/>
                    <a:pt x="1812" y="14567"/>
                  </a:cubicBezTo>
                  <a:cubicBezTo>
                    <a:pt x="1797" y="14439"/>
                    <a:pt x="1897" y="14324"/>
                    <a:pt x="2026" y="14310"/>
                  </a:cubicBezTo>
                  <a:lnTo>
                    <a:pt x="2439" y="14282"/>
                  </a:lnTo>
                  <a:cubicBezTo>
                    <a:pt x="2425" y="14267"/>
                    <a:pt x="2411" y="14253"/>
                    <a:pt x="2411" y="14239"/>
                  </a:cubicBezTo>
                  <a:cubicBezTo>
                    <a:pt x="1541" y="13226"/>
                    <a:pt x="1141" y="12185"/>
                    <a:pt x="1184" y="11073"/>
                  </a:cubicBezTo>
                  <a:lnTo>
                    <a:pt x="1184" y="11073"/>
                  </a:lnTo>
                  <a:lnTo>
                    <a:pt x="756" y="11130"/>
                  </a:lnTo>
                  <a:lnTo>
                    <a:pt x="728" y="11130"/>
                  </a:lnTo>
                  <a:cubicBezTo>
                    <a:pt x="614" y="11130"/>
                    <a:pt x="499" y="11030"/>
                    <a:pt x="485" y="10916"/>
                  </a:cubicBezTo>
                  <a:cubicBezTo>
                    <a:pt x="471" y="10787"/>
                    <a:pt x="571" y="10673"/>
                    <a:pt x="699" y="10645"/>
                  </a:cubicBezTo>
                  <a:lnTo>
                    <a:pt x="1241" y="10588"/>
                  </a:lnTo>
                  <a:cubicBezTo>
                    <a:pt x="1255" y="10516"/>
                    <a:pt x="1270" y="10445"/>
                    <a:pt x="1284" y="10374"/>
                  </a:cubicBezTo>
                  <a:cubicBezTo>
                    <a:pt x="1455" y="9532"/>
                    <a:pt x="1869" y="8705"/>
                    <a:pt x="2425" y="7920"/>
                  </a:cubicBezTo>
                  <a:lnTo>
                    <a:pt x="2425" y="7920"/>
                  </a:lnTo>
                  <a:lnTo>
                    <a:pt x="1997" y="7978"/>
                  </a:lnTo>
                  <a:lnTo>
                    <a:pt x="1968" y="7978"/>
                  </a:lnTo>
                  <a:cubicBezTo>
                    <a:pt x="1854" y="7978"/>
                    <a:pt x="1755" y="7892"/>
                    <a:pt x="1740" y="7778"/>
                  </a:cubicBezTo>
                  <a:cubicBezTo>
                    <a:pt x="1712" y="7649"/>
                    <a:pt x="1812" y="7521"/>
                    <a:pt x="1940" y="7507"/>
                  </a:cubicBezTo>
                  <a:lnTo>
                    <a:pt x="2824" y="7378"/>
                  </a:lnTo>
                  <a:cubicBezTo>
                    <a:pt x="3438" y="6623"/>
                    <a:pt x="4165" y="5909"/>
                    <a:pt x="4935" y="5239"/>
                  </a:cubicBezTo>
                  <a:cubicBezTo>
                    <a:pt x="5206" y="4997"/>
                    <a:pt x="5491" y="4768"/>
                    <a:pt x="5777" y="4540"/>
                  </a:cubicBezTo>
                  <a:cubicBezTo>
                    <a:pt x="8529" y="2386"/>
                    <a:pt x="11525" y="932"/>
                    <a:pt x="11567" y="903"/>
                  </a:cubicBezTo>
                  <a:cubicBezTo>
                    <a:pt x="11810" y="789"/>
                    <a:pt x="11910" y="504"/>
                    <a:pt x="11796" y="276"/>
                  </a:cubicBezTo>
                  <a:cubicBezTo>
                    <a:pt x="11713" y="101"/>
                    <a:pt x="11542" y="0"/>
                    <a:pt x="1136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92"/>
            <p:cNvSpPr/>
            <p:nvPr/>
          </p:nvSpPr>
          <p:spPr>
            <a:xfrm>
              <a:off x="2585525" y="2283275"/>
              <a:ext cx="99150" cy="26175"/>
            </a:xfrm>
            <a:custGeom>
              <a:avLst/>
              <a:gdLst/>
              <a:ahLst/>
              <a:cxnLst/>
              <a:rect l="l" t="t" r="r" b="b"/>
              <a:pathLst>
                <a:path w="3966" h="1047" extrusionOk="0">
                  <a:moveTo>
                    <a:pt x="3710" y="1"/>
                  </a:moveTo>
                  <a:cubicBezTo>
                    <a:pt x="3695" y="1"/>
                    <a:pt x="3681" y="2"/>
                    <a:pt x="3666" y="6"/>
                  </a:cubicBezTo>
                  <a:lnTo>
                    <a:pt x="3252" y="77"/>
                  </a:lnTo>
                  <a:lnTo>
                    <a:pt x="628" y="505"/>
                  </a:lnTo>
                  <a:lnTo>
                    <a:pt x="214" y="576"/>
                  </a:lnTo>
                  <a:cubicBezTo>
                    <a:pt x="86" y="605"/>
                    <a:pt x="0" y="719"/>
                    <a:pt x="14" y="847"/>
                  </a:cubicBezTo>
                  <a:cubicBezTo>
                    <a:pt x="43" y="976"/>
                    <a:pt x="143" y="1047"/>
                    <a:pt x="257" y="1047"/>
                  </a:cubicBezTo>
                  <a:lnTo>
                    <a:pt x="285" y="1047"/>
                  </a:lnTo>
                  <a:lnTo>
                    <a:pt x="1084" y="919"/>
                  </a:lnTo>
                  <a:lnTo>
                    <a:pt x="2981" y="605"/>
                  </a:lnTo>
                  <a:lnTo>
                    <a:pt x="3751" y="476"/>
                  </a:lnTo>
                  <a:cubicBezTo>
                    <a:pt x="3880" y="448"/>
                    <a:pt x="3965" y="334"/>
                    <a:pt x="3937" y="205"/>
                  </a:cubicBezTo>
                  <a:cubicBezTo>
                    <a:pt x="3924" y="92"/>
                    <a:pt x="3822" y="1"/>
                    <a:pt x="371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92"/>
            <p:cNvSpPr/>
            <p:nvPr/>
          </p:nvSpPr>
          <p:spPr>
            <a:xfrm>
              <a:off x="2520250" y="2211350"/>
              <a:ext cx="199725" cy="33925"/>
            </a:xfrm>
            <a:custGeom>
              <a:avLst/>
              <a:gdLst/>
              <a:ahLst/>
              <a:cxnLst/>
              <a:rect l="l" t="t" r="r" b="b"/>
              <a:pathLst>
                <a:path w="7989" h="1357" extrusionOk="0">
                  <a:moveTo>
                    <a:pt x="7742" y="0"/>
                  </a:moveTo>
                  <a:cubicBezTo>
                    <a:pt x="7734" y="0"/>
                    <a:pt x="7725" y="1"/>
                    <a:pt x="7717" y="2"/>
                  </a:cubicBezTo>
                  <a:lnTo>
                    <a:pt x="7304" y="59"/>
                  </a:lnTo>
                  <a:lnTo>
                    <a:pt x="643" y="829"/>
                  </a:lnTo>
                  <a:lnTo>
                    <a:pt x="229" y="872"/>
                  </a:lnTo>
                  <a:cubicBezTo>
                    <a:pt x="101" y="886"/>
                    <a:pt x="1" y="1014"/>
                    <a:pt x="15" y="1143"/>
                  </a:cubicBezTo>
                  <a:cubicBezTo>
                    <a:pt x="29" y="1257"/>
                    <a:pt x="144" y="1357"/>
                    <a:pt x="258" y="1357"/>
                  </a:cubicBezTo>
                  <a:cubicBezTo>
                    <a:pt x="272" y="1357"/>
                    <a:pt x="272" y="1342"/>
                    <a:pt x="286" y="1342"/>
                  </a:cubicBezTo>
                  <a:lnTo>
                    <a:pt x="1042" y="1257"/>
                  </a:lnTo>
                  <a:lnTo>
                    <a:pt x="7075" y="558"/>
                  </a:lnTo>
                  <a:lnTo>
                    <a:pt x="7774" y="472"/>
                  </a:lnTo>
                  <a:cubicBezTo>
                    <a:pt x="7903" y="458"/>
                    <a:pt x="7988" y="344"/>
                    <a:pt x="7974" y="216"/>
                  </a:cubicBezTo>
                  <a:cubicBezTo>
                    <a:pt x="7961" y="95"/>
                    <a:pt x="7860" y="0"/>
                    <a:pt x="774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92"/>
            <p:cNvSpPr/>
            <p:nvPr/>
          </p:nvSpPr>
          <p:spPr>
            <a:xfrm>
              <a:off x="2465000" y="2125775"/>
              <a:ext cx="289550" cy="39275"/>
            </a:xfrm>
            <a:custGeom>
              <a:avLst/>
              <a:gdLst/>
              <a:ahLst/>
              <a:cxnLst/>
              <a:rect l="l" t="t" r="r" b="b"/>
              <a:pathLst>
                <a:path w="11582" h="1571" extrusionOk="0">
                  <a:moveTo>
                    <a:pt x="11335" y="0"/>
                  </a:moveTo>
                  <a:cubicBezTo>
                    <a:pt x="11327" y="0"/>
                    <a:pt x="11319" y="1"/>
                    <a:pt x="11311" y="2"/>
                  </a:cubicBezTo>
                  <a:lnTo>
                    <a:pt x="10897" y="44"/>
                  </a:lnTo>
                  <a:lnTo>
                    <a:pt x="642" y="1057"/>
                  </a:lnTo>
                  <a:lnTo>
                    <a:pt x="228" y="1100"/>
                  </a:lnTo>
                  <a:cubicBezTo>
                    <a:pt x="100" y="1100"/>
                    <a:pt x="0" y="1228"/>
                    <a:pt x="14" y="1357"/>
                  </a:cubicBezTo>
                  <a:cubicBezTo>
                    <a:pt x="29" y="1471"/>
                    <a:pt x="129" y="1571"/>
                    <a:pt x="257" y="1571"/>
                  </a:cubicBezTo>
                  <a:lnTo>
                    <a:pt x="271" y="1571"/>
                  </a:lnTo>
                  <a:lnTo>
                    <a:pt x="870" y="1513"/>
                  </a:lnTo>
                  <a:lnTo>
                    <a:pt x="10726" y="529"/>
                  </a:lnTo>
                  <a:lnTo>
                    <a:pt x="11353" y="472"/>
                  </a:lnTo>
                  <a:cubicBezTo>
                    <a:pt x="11482" y="458"/>
                    <a:pt x="11582" y="344"/>
                    <a:pt x="11567" y="216"/>
                  </a:cubicBezTo>
                  <a:cubicBezTo>
                    <a:pt x="11554" y="95"/>
                    <a:pt x="11453" y="0"/>
                    <a:pt x="1133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92"/>
            <p:cNvSpPr/>
            <p:nvPr/>
          </p:nvSpPr>
          <p:spPr>
            <a:xfrm>
              <a:off x="2460350" y="2039150"/>
              <a:ext cx="309900" cy="12150"/>
            </a:xfrm>
            <a:custGeom>
              <a:avLst/>
              <a:gdLst/>
              <a:ahLst/>
              <a:cxnLst/>
              <a:rect l="l" t="t" r="r" b="b"/>
              <a:pathLst>
                <a:path w="12396" h="486" extrusionOk="0">
                  <a:moveTo>
                    <a:pt x="11668" y="1"/>
                  </a:moveTo>
                  <a:lnTo>
                    <a:pt x="828" y="15"/>
                  </a:lnTo>
                  <a:lnTo>
                    <a:pt x="243" y="15"/>
                  </a:lnTo>
                  <a:cubicBezTo>
                    <a:pt x="101" y="15"/>
                    <a:pt x="1" y="115"/>
                    <a:pt x="1" y="243"/>
                  </a:cubicBezTo>
                  <a:cubicBezTo>
                    <a:pt x="1" y="372"/>
                    <a:pt x="101" y="486"/>
                    <a:pt x="243" y="486"/>
                  </a:cubicBezTo>
                  <a:lnTo>
                    <a:pt x="12153" y="486"/>
                  </a:lnTo>
                  <a:cubicBezTo>
                    <a:pt x="12295" y="486"/>
                    <a:pt x="12395" y="372"/>
                    <a:pt x="12395" y="243"/>
                  </a:cubicBezTo>
                  <a:cubicBezTo>
                    <a:pt x="12395" y="115"/>
                    <a:pt x="12295" y="1"/>
                    <a:pt x="1215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92"/>
            <p:cNvSpPr/>
            <p:nvPr/>
          </p:nvSpPr>
          <p:spPr>
            <a:xfrm>
              <a:off x="2517050" y="1941100"/>
              <a:ext cx="226800" cy="18925"/>
            </a:xfrm>
            <a:custGeom>
              <a:avLst/>
              <a:gdLst/>
              <a:ahLst/>
              <a:cxnLst/>
              <a:rect l="l" t="t" r="r" b="b"/>
              <a:pathLst>
                <a:path w="9072" h="757" extrusionOk="0">
                  <a:moveTo>
                    <a:pt x="243" y="0"/>
                  </a:moveTo>
                  <a:cubicBezTo>
                    <a:pt x="115" y="0"/>
                    <a:pt x="1" y="100"/>
                    <a:pt x="1" y="229"/>
                  </a:cubicBezTo>
                  <a:cubicBezTo>
                    <a:pt x="1" y="357"/>
                    <a:pt x="100" y="471"/>
                    <a:pt x="229" y="471"/>
                  </a:cubicBezTo>
                  <a:lnTo>
                    <a:pt x="642" y="485"/>
                  </a:lnTo>
                  <a:lnTo>
                    <a:pt x="8401" y="742"/>
                  </a:lnTo>
                  <a:lnTo>
                    <a:pt x="8829" y="756"/>
                  </a:lnTo>
                  <a:cubicBezTo>
                    <a:pt x="8958" y="756"/>
                    <a:pt x="9057" y="657"/>
                    <a:pt x="9072" y="528"/>
                  </a:cubicBezTo>
                  <a:cubicBezTo>
                    <a:pt x="9072" y="400"/>
                    <a:pt x="8972" y="286"/>
                    <a:pt x="8844" y="286"/>
                  </a:cubicBezTo>
                  <a:lnTo>
                    <a:pt x="8073" y="257"/>
                  </a:lnTo>
                  <a:lnTo>
                    <a:pt x="1013" y="29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92"/>
            <p:cNvSpPr/>
            <p:nvPr/>
          </p:nvSpPr>
          <p:spPr>
            <a:xfrm>
              <a:off x="2584450" y="1858925"/>
              <a:ext cx="92375" cy="29775"/>
            </a:xfrm>
            <a:custGeom>
              <a:avLst/>
              <a:gdLst/>
              <a:ahLst/>
              <a:cxnLst/>
              <a:rect l="l" t="t" r="r" b="b"/>
              <a:pathLst>
                <a:path w="3695" h="1191" extrusionOk="0">
                  <a:moveTo>
                    <a:pt x="258" y="1"/>
                  </a:moveTo>
                  <a:cubicBezTo>
                    <a:pt x="150" y="1"/>
                    <a:pt x="53" y="69"/>
                    <a:pt x="29" y="178"/>
                  </a:cubicBezTo>
                  <a:cubicBezTo>
                    <a:pt x="0" y="307"/>
                    <a:pt x="86" y="435"/>
                    <a:pt x="214" y="463"/>
                  </a:cubicBezTo>
                  <a:lnTo>
                    <a:pt x="614" y="563"/>
                  </a:lnTo>
                  <a:lnTo>
                    <a:pt x="2782" y="1048"/>
                  </a:lnTo>
                  <a:lnTo>
                    <a:pt x="3381" y="1191"/>
                  </a:lnTo>
                  <a:lnTo>
                    <a:pt x="3423" y="1191"/>
                  </a:lnTo>
                  <a:cubicBezTo>
                    <a:pt x="3537" y="1191"/>
                    <a:pt x="3637" y="1119"/>
                    <a:pt x="3666" y="1005"/>
                  </a:cubicBezTo>
                  <a:cubicBezTo>
                    <a:pt x="3694" y="877"/>
                    <a:pt x="3609" y="749"/>
                    <a:pt x="3480" y="720"/>
                  </a:cubicBezTo>
                  <a:lnTo>
                    <a:pt x="1854" y="349"/>
                  </a:lnTo>
                  <a:lnTo>
                    <a:pt x="956" y="150"/>
                  </a:lnTo>
                  <a:lnTo>
                    <a:pt x="314" y="7"/>
                  </a:lnTo>
                  <a:cubicBezTo>
                    <a:pt x="295" y="3"/>
                    <a:pt x="276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92"/>
            <p:cNvSpPr/>
            <p:nvPr/>
          </p:nvSpPr>
          <p:spPr>
            <a:xfrm>
              <a:off x="2525250" y="1766725"/>
              <a:ext cx="139450" cy="22150"/>
            </a:xfrm>
            <a:custGeom>
              <a:avLst/>
              <a:gdLst/>
              <a:ahLst/>
              <a:cxnLst/>
              <a:rect l="l" t="t" r="r" b="b"/>
              <a:pathLst>
                <a:path w="5578" h="886" extrusionOk="0">
                  <a:moveTo>
                    <a:pt x="5306" y="1"/>
                  </a:moveTo>
                  <a:lnTo>
                    <a:pt x="4893" y="44"/>
                  </a:lnTo>
                  <a:lnTo>
                    <a:pt x="685" y="372"/>
                  </a:lnTo>
                  <a:lnTo>
                    <a:pt x="229" y="400"/>
                  </a:lnTo>
                  <a:cubicBezTo>
                    <a:pt x="100" y="415"/>
                    <a:pt x="1" y="529"/>
                    <a:pt x="15" y="657"/>
                  </a:cubicBezTo>
                  <a:cubicBezTo>
                    <a:pt x="29" y="785"/>
                    <a:pt x="129" y="885"/>
                    <a:pt x="257" y="885"/>
                  </a:cubicBezTo>
                  <a:cubicBezTo>
                    <a:pt x="257" y="885"/>
                    <a:pt x="272" y="885"/>
                    <a:pt x="272" y="871"/>
                  </a:cubicBezTo>
                  <a:lnTo>
                    <a:pt x="1270" y="800"/>
                  </a:lnTo>
                  <a:lnTo>
                    <a:pt x="4593" y="543"/>
                  </a:lnTo>
                  <a:lnTo>
                    <a:pt x="5349" y="472"/>
                  </a:lnTo>
                  <a:cubicBezTo>
                    <a:pt x="5478" y="472"/>
                    <a:pt x="5577" y="357"/>
                    <a:pt x="5563" y="229"/>
                  </a:cubicBezTo>
                  <a:cubicBezTo>
                    <a:pt x="5549" y="86"/>
                    <a:pt x="5449" y="1"/>
                    <a:pt x="53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92"/>
            <p:cNvSpPr/>
            <p:nvPr/>
          </p:nvSpPr>
          <p:spPr>
            <a:xfrm>
              <a:off x="2425775" y="1664375"/>
              <a:ext cx="269225" cy="33575"/>
            </a:xfrm>
            <a:custGeom>
              <a:avLst/>
              <a:gdLst/>
              <a:ahLst/>
              <a:cxnLst/>
              <a:rect l="l" t="t" r="r" b="b"/>
              <a:pathLst>
                <a:path w="10769" h="1343" extrusionOk="0">
                  <a:moveTo>
                    <a:pt x="10522" y="0"/>
                  </a:moveTo>
                  <a:cubicBezTo>
                    <a:pt x="10514" y="0"/>
                    <a:pt x="10506" y="1"/>
                    <a:pt x="10498" y="1"/>
                  </a:cubicBezTo>
                  <a:lnTo>
                    <a:pt x="10041" y="44"/>
                  </a:lnTo>
                  <a:lnTo>
                    <a:pt x="642" y="829"/>
                  </a:lnTo>
                  <a:lnTo>
                    <a:pt x="229" y="857"/>
                  </a:lnTo>
                  <a:cubicBezTo>
                    <a:pt x="100" y="871"/>
                    <a:pt x="0" y="986"/>
                    <a:pt x="15" y="1114"/>
                  </a:cubicBezTo>
                  <a:cubicBezTo>
                    <a:pt x="15" y="1242"/>
                    <a:pt x="129" y="1342"/>
                    <a:pt x="243" y="1342"/>
                  </a:cubicBezTo>
                  <a:lnTo>
                    <a:pt x="271" y="1342"/>
                  </a:lnTo>
                  <a:lnTo>
                    <a:pt x="1042" y="1271"/>
                  </a:lnTo>
                  <a:lnTo>
                    <a:pt x="10027" y="529"/>
                  </a:lnTo>
                  <a:lnTo>
                    <a:pt x="10541" y="486"/>
                  </a:lnTo>
                  <a:cubicBezTo>
                    <a:pt x="10669" y="472"/>
                    <a:pt x="10769" y="358"/>
                    <a:pt x="10754" y="230"/>
                  </a:cubicBezTo>
                  <a:cubicBezTo>
                    <a:pt x="10741" y="96"/>
                    <a:pt x="10640" y="0"/>
                    <a:pt x="105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92"/>
            <p:cNvSpPr/>
            <p:nvPr/>
          </p:nvSpPr>
          <p:spPr>
            <a:xfrm>
              <a:off x="2392600" y="1561950"/>
              <a:ext cx="276375" cy="44350"/>
            </a:xfrm>
            <a:custGeom>
              <a:avLst/>
              <a:gdLst/>
              <a:ahLst/>
              <a:cxnLst/>
              <a:rect l="l" t="t" r="r" b="b"/>
              <a:pathLst>
                <a:path w="11055" h="1774" extrusionOk="0">
                  <a:moveTo>
                    <a:pt x="10814" y="0"/>
                  </a:moveTo>
                  <a:cubicBezTo>
                    <a:pt x="10799" y="0"/>
                    <a:pt x="10784" y="2"/>
                    <a:pt x="10769" y="5"/>
                  </a:cubicBezTo>
                  <a:lnTo>
                    <a:pt x="10070" y="91"/>
                  </a:lnTo>
                  <a:lnTo>
                    <a:pt x="771" y="1232"/>
                  </a:lnTo>
                  <a:lnTo>
                    <a:pt x="229" y="1289"/>
                  </a:lnTo>
                  <a:cubicBezTo>
                    <a:pt x="101" y="1317"/>
                    <a:pt x="1" y="1431"/>
                    <a:pt x="15" y="1560"/>
                  </a:cubicBezTo>
                  <a:cubicBezTo>
                    <a:pt x="29" y="1674"/>
                    <a:pt x="144" y="1774"/>
                    <a:pt x="258" y="1774"/>
                  </a:cubicBezTo>
                  <a:lnTo>
                    <a:pt x="286" y="1774"/>
                  </a:lnTo>
                  <a:lnTo>
                    <a:pt x="714" y="1717"/>
                  </a:lnTo>
                  <a:lnTo>
                    <a:pt x="10341" y="533"/>
                  </a:lnTo>
                  <a:lnTo>
                    <a:pt x="10826" y="476"/>
                  </a:lnTo>
                  <a:cubicBezTo>
                    <a:pt x="10955" y="461"/>
                    <a:pt x="11055" y="333"/>
                    <a:pt x="11040" y="205"/>
                  </a:cubicBezTo>
                  <a:cubicBezTo>
                    <a:pt x="11028" y="91"/>
                    <a:pt x="10926" y="0"/>
                    <a:pt x="1081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92"/>
            <p:cNvSpPr/>
            <p:nvPr/>
          </p:nvSpPr>
          <p:spPr>
            <a:xfrm>
              <a:off x="2423625" y="1491425"/>
              <a:ext cx="179750" cy="36075"/>
            </a:xfrm>
            <a:custGeom>
              <a:avLst/>
              <a:gdLst/>
              <a:ahLst/>
              <a:cxnLst/>
              <a:rect l="l" t="t" r="r" b="b"/>
              <a:pathLst>
                <a:path w="7190" h="1443" extrusionOk="0">
                  <a:moveTo>
                    <a:pt x="6932" y="0"/>
                  </a:moveTo>
                  <a:cubicBezTo>
                    <a:pt x="6923" y="0"/>
                    <a:pt x="6913" y="1"/>
                    <a:pt x="6904" y="2"/>
                  </a:cubicBezTo>
                  <a:lnTo>
                    <a:pt x="5991" y="130"/>
                  </a:lnTo>
                  <a:lnTo>
                    <a:pt x="1113" y="843"/>
                  </a:lnTo>
                  <a:lnTo>
                    <a:pt x="229" y="972"/>
                  </a:lnTo>
                  <a:cubicBezTo>
                    <a:pt x="101" y="986"/>
                    <a:pt x="1" y="1114"/>
                    <a:pt x="29" y="1243"/>
                  </a:cubicBezTo>
                  <a:cubicBezTo>
                    <a:pt x="44" y="1357"/>
                    <a:pt x="143" y="1443"/>
                    <a:pt x="257" y="1443"/>
                  </a:cubicBezTo>
                  <a:lnTo>
                    <a:pt x="286" y="1443"/>
                  </a:lnTo>
                  <a:lnTo>
                    <a:pt x="714" y="1385"/>
                  </a:lnTo>
                  <a:lnTo>
                    <a:pt x="6547" y="530"/>
                  </a:lnTo>
                  <a:lnTo>
                    <a:pt x="6975" y="473"/>
                  </a:lnTo>
                  <a:cubicBezTo>
                    <a:pt x="7104" y="458"/>
                    <a:pt x="7189" y="330"/>
                    <a:pt x="7175" y="202"/>
                  </a:cubicBezTo>
                  <a:cubicBezTo>
                    <a:pt x="7148" y="83"/>
                    <a:pt x="7048" y="0"/>
                    <a:pt x="693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92"/>
            <p:cNvSpPr/>
            <p:nvPr/>
          </p:nvSpPr>
          <p:spPr>
            <a:xfrm>
              <a:off x="2589800" y="2407925"/>
              <a:ext cx="136225" cy="42750"/>
            </a:xfrm>
            <a:custGeom>
              <a:avLst/>
              <a:gdLst/>
              <a:ahLst/>
              <a:cxnLst/>
              <a:rect l="l" t="t" r="r" b="b"/>
              <a:pathLst>
                <a:path w="5449" h="1710" extrusionOk="0">
                  <a:moveTo>
                    <a:pt x="5188" y="1"/>
                  </a:moveTo>
                  <a:cubicBezTo>
                    <a:pt x="5166" y="1"/>
                    <a:pt x="5143" y="4"/>
                    <a:pt x="5121" y="12"/>
                  </a:cubicBezTo>
                  <a:lnTo>
                    <a:pt x="4422" y="183"/>
                  </a:lnTo>
                  <a:lnTo>
                    <a:pt x="999" y="1039"/>
                  </a:lnTo>
                  <a:lnTo>
                    <a:pt x="200" y="1238"/>
                  </a:lnTo>
                  <a:cubicBezTo>
                    <a:pt x="72" y="1267"/>
                    <a:pt x="0" y="1395"/>
                    <a:pt x="29" y="1524"/>
                  </a:cubicBezTo>
                  <a:cubicBezTo>
                    <a:pt x="57" y="1638"/>
                    <a:pt x="143" y="1709"/>
                    <a:pt x="257" y="1709"/>
                  </a:cubicBezTo>
                  <a:cubicBezTo>
                    <a:pt x="271" y="1709"/>
                    <a:pt x="300" y="1709"/>
                    <a:pt x="314" y="1695"/>
                  </a:cubicBezTo>
                  <a:lnTo>
                    <a:pt x="713" y="1595"/>
                  </a:lnTo>
                  <a:lnTo>
                    <a:pt x="4835" y="568"/>
                  </a:lnTo>
                  <a:lnTo>
                    <a:pt x="5235" y="468"/>
                  </a:lnTo>
                  <a:cubicBezTo>
                    <a:pt x="5363" y="440"/>
                    <a:pt x="5449" y="311"/>
                    <a:pt x="5406" y="183"/>
                  </a:cubicBezTo>
                  <a:cubicBezTo>
                    <a:pt x="5382" y="77"/>
                    <a:pt x="5291" y="1"/>
                    <a:pt x="518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92"/>
            <p:cNvSpPr/>
            <p:nvPr/>
          </p:nvSpPr>
          <p:spPr>
            <a:xfrm>
              <a:off x="2558775" y="2493025"/>
              <a:ext cx="211825" cy="30375"/>
            </a:xfrm>
            <a:custGeom>
              <a:avLst/>
              <a:gdLst/>
              <a:ahLst/>
              <a:cxnLst/>
              <a:rect l="l" t="t" r="r" b="b"/>
              <a:pathLst>
                <a:path w="8473" h="1215" extrusionOk="0">
                  <a:moveTo>
                    <a:pt x="8228" y="1"/>
                  </a:moveTo>
                  <a:cubicBezTo>
                    <a:pt x="8220" y="1"/>
                    <a:pt x="8211" y="1"/>
                    <a:pt x="8201" y="2"/>
                  </a:cubicBezTo>
                  <a:lnTo>
                    <a:pt x="856" y="673"/>
                  </a:lnTo>
                  <a:lnTo>
                    <a:pt x="229" y="730"/>
                  </a:lnTo>
                  <a:cubicBezTo>
                    <a:pt x="100" y="744"/>
                    <a:pt x="0" y="858"/>
                    <a:pt x="15" y="986"/>
                  </a:cubicBezTo>
                  <a:cubicBezTo>
                    <a:pt x="29" y="1115"/>
                    <a:pt x="129" y="1215"/>
                    <a:pt x="257" y="1215"/>
                  </a:cubicBezTo>
                  <a:cubicBezTo>
                    <a:pt x="257" y="1215"/>
                    <a:pt x="271" y="1215"/>
                    <a:pt x="271" y="1200"/>
                  </a:cubicBezTo>
                  <a:lnTo>
                    <a:pt x="685" y="1172"/>
                  </a:lnTo>
                  <a:lnTo>
                    <a:pt x="8244" y="473"/>
                  </a:lnTo>
                  <a:cubicBezTo>
                    <a:pt x="8373" y="459"/>
                    <a:pt x="8472" y="345"/>
                    <a:pt x="8458" y="216"/>
                  </a:cubicBezTo>
                  <a:cubicBezTo>
                    <a:pt x="8458" y="96"/>
                    <a:pt x="8358" y="1"/>
                    <a:pt x="822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92"/>
            <p:cNvSpPr/>
            <p:nvPr/>
          </p:nvSpPr>
          <p:spPr>
            <a:xfrm>
              <a:off x="2583725" y="2576575"/>
              <a:ext cx="216100" cy="61650"/>
            </a:xfrm>
            <a:custGeom>
              <a:avLst/>
              <a:gdLst/>
              <a:ahLst/>
              <a:cxnLst/>
              <a:rect l="l" t="t" r="r" b="b"/>
              <a:pathLst>
                <a:path w="8644" h="2466" extrusionOk="0">
                  <a:moveTo>
                    <a:pt x="8384" y="1"/>
                  </a:moveTo>
                  <a:cubicBezTo>
                    <a:pt x="8361" y="1"/>
                    <a:pt x="8339" y="5"/>
                    <a:pt x="8316" y="12"/>
                  </a:cubicBezTo>
                  <a:lnTo>
                    <a:pt x="200" y="1995"/>
                  </a:lnTo>
                  <a:cubicBezTo>
                    <a:pt x="72" y="2023"/>
                    <a:pt x="1" y="2166"/>
                    <a:pt x="29" y="2280"/>
                  </a:cubicBezTo>
                  <a:cubicBezTo>
                    <a:pt x="58" y="2394"/>
                    <a:pt x="158" y="2465"/>
                    <a:pt x="257" y="2465"/>
                  </a:cubicBezTo>
                  <a:lnTo>
                    <a:pt x="315" y="2465"/>
                  </a:lnTo>
                  <a:lnTo>
                    <a:pt x="8430" y="469"/>
                  </a:lnTo>
                  <a:cubicBezTo>
                    <a:pt x="8558" y="440"/>
                    <a:pt x="8644" y="312"/>
                    <a:pt x="8601" y="183"/>
                  </a:cubicBezTo>
                  <a:cubicBezTo>
                    <a:pt x="8578" y="78"/>
                    <a:pt x="8487" y="1"/>
                    <a:pt x="838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7" name="Google Shape;1667;p92"/>
          <p:cNvGrpSpPr/>
          <p:nvPr/>
        </p:nvGrpSpPr>
        <p:grpSpPr>
          <a:xfrm>
            <a:off x="2881984" y="3144191"/>
            <a:ext cx="1377698" cy="1417067"/>
            <a:chOff x="2844025" y="3355850"/>
            <a:chExt cx="478550" cy="492225"/>
          </a:xfrm>
        </p:grpSpPr>
        <p:sp>
          <p:nvSpPr>
            <p:cNvPr id="1668" name="Google Shape;1668;p92"/>
            <p:cNvSpPr/>
            <p:nvPr/>
          </p:nvSpPr>
          <p:spPr>
            <a:xfrm>
              <a:off x="2844025" y="3480950"/>
              <a:ext cx="234300" cy="113950"/>
            </a:xfrm>
            <a:custGeom>
              <a:avLst/>
              <a:gdLst/>
              <a:ahLst/>
              <a:cxnLst/>
              <a:rect l="l" t="t" r="r" b="b"/>
              <a:pathLst>
                <a:path w="9372" h="4558" extrusionOk="0">
                  <a:moveTo>
                    <a:pt x="418" y="0"/>
                  </a:moveTo>
                  <a:cubicBezTo>
                    <a:pt x="365" y="0"/>
                    <a:pt x="310" y="12"/>
                    <a:pt x="257" y="36"/>
                  </a:cubicBezTo>
                  <a:cubicBezTo>
                    <a:pt x="72" y="122"/>
                    <a:pt x="1" y="350"/>
                    <a:pt x="86" y="535"/>
                  </a:cubicBezTo>
                  <a:cubicBezTo>
                    <a:pt x="1213" y="2803"/>
                    <a:pt x="3837" y="3602"/>
                    <a:pt x="6504" y="4115"/>
                  </a:cubicBezTo>
                  <a:cubicBezTo>
                    <a:pt x="7446" y="4301"/>
                    <a:pt x="8416" y="4444"/>
                    <a:pt x="9371" y="4558"/>
                  </a:cubicBezTo>
                  <a:cubicBezTo>
                    <a:pt x="9357" y="4329"/>
                    <a:pt x="9343" y="4101"/>
                    <a:pt x="9314" y="3873"/>
                  </a:cubicBezTo>
                  <a:cubicBezTo>
                    <a:pt x="9314" y="3859"/>
                    <a:pt x="9314" y="3844"/>
                    <a:pt x="9314" y="3816"/>
                  </a:cubicBezTo>
                  <a:cubicBezTo>
                    <a:pt x="8929" y="3773"/>
                    <a:pt x="8544" y="3716"/>
                    <a:pt x="8145" y="3659"/>
                  </a:cubicBezTo>
                  <a:lnTo>
                    <a:pt x="7688" y="4073"/>
                  </a:lnTo>
                  <a:cubicBezTo>
                    <a:pt x="7645" y="4101"/>
                    <a:pt x="7603" y="4115"/>
                    <a:pt x="7560" y="4115"/>
                  </a:cubicBezTo>
                  <a:cubicBezTo>
                    <a:pt x="7517" y="4115"/>
                    <a:pt x="7460" y="4101"/>
                    <a:pt x="7432" y="4058"/>
                  </a:cubicBezTo>
                  <a:cubicBezTo>
                    <a:pt x="7360" y="3987"/>
                    <a:pt x="7374" y="3873"/>
                    <a:pt x="7446" y="3802"/>
                  </a:cubicBezTo>
                  <a:lnTo>
                    <a:pt x="7688" y="3588"/>
                  </a:lnTo>
                  <a:cubicBezTo>
                    <a:pt x="7332" y="3531"/>
                    <a:pt x="6989" y="3474"/>
                    <a:pt x="6633" y="3402"/>
                  </a:cubicBezTo>
                  <a:cubicBezTo>
                    <a:pt x="6219" y="3317"/>
                    <a:pt x="5791" y="3231"/>
                    <a:pt x="5378" y="3131"/>
                  </a:cubicBezTo>
                  <a:lnTo>
                    <a:pt x="4921" y="3488"/>
                  </a:lnTo>
                  <a:cubicBezTo>
                    <a:pt x="4893" y="3516"/>
                    <a:pt x="4850" y="3531"/>
                    <a:pt x="4807" y="3531"/>
                  </a:cubicBezTo>
                  <a:cubicBezTo>
                    <a:pt x="4764" y="3531"/>
                    <a:pt x="4707" y="3502"/>
                    <a:pt x="4665" y="3459"/>
                  </a:cubicBezTo>
                  <a:cubicBezTo>
                    <a:pt x="4607" y="3388"/>
                    <a:pt x="4622" y="3274"/>
                    <a:pt x="4693" y="3203"/>
                  </a:cubicBezTo>
                  <a:lnTo>
                    <a:pt x="4936" y="3003"/>
                  </a:lnTo>
                  <a:cubicBezTo>
                    <a:pt x="4051" y="2775"/>
                    <a:pt x="3224" y="2475"/>
                    <a:pt x="2525" y="2047"/>
                  </a:cubicBezTo>
                  <a:lnTo>
                    <a:pt x="2169" y="2333"/>
                  </a:lnTo>
                  <a:cubicBezTo>
                    <a:pt x="2126" y="2361"/>
                    <a:pt x="2097" y="2375"/>
                    <a:pt x="2054" y="2375"/>
                  </a:cubicBezTo>
                  <a:cubicBezTo>
                    <a:pt x="1997" y="2375"/>
                    <a:pt x="1940" y="2347"/>
                    <a:pt x="1912" y="2304"/>
                  </a:cubicBezTo>
                  <a:cubicBezTo>
                    <a:pt x="1840" y="2219"/>
                    <a:pt x="1855" y="2104"/>
                    <a:pt x="1940" y="2047"/>
                  </a:cubicBezTo>
                  <a:lnTo>
                    <a:pt x="2197" y="1833"/>
                  </a:lnTo>
                  <a:cubicBezTo>
                    <a:pt x="1584" y="1420"/>
                    <a:pt x="1085" y="878"/>
                    <a:pt x="742" y="207"/>
                  </a:cubicBezTo>
                  <a:cubicBezTo>
                    <a:pt x="681" y="75"/>
                    <a:pt x="554" y="0"/>
                    <a:pt x="41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92"/>
            <p:cNvSpPr/>
            <p:nvPr/>
          </p:nvSpPr>
          <p:spPr>
            <a:xfrm>
              <a:off x="3095400" y="3578825"/>
              <a:ext cx="227175" cy="136950"/>
            </a:xfrm>
            <a:custGeom>
              <a:avLst/>
              <a:gdLst/>
              <a:ahLst/>
              <a:cxnLst/>
              <a:rect l="l" t="t" r="r" b="b"/>
              <a:pathLst>
                <a:path w="9087" h="5478" extrusionOk="0">
                  <a:moveTo>
                    <a:pt x="1" y="1"/>
                  </a:moveTo>
                  <a:cubicBezTo>
                    <a:pt x="15" y="243"/>
                    <a:pt x="29" y="500"/>
                    <a:pt x="58" y="742"/>
                  </a:cubicBezTo>
                  <a:cubicBezTo>
                    <a:pt x="743" y="828"/>
                    <a:pt x="1441" y="928"/>
                    <a:pt x="2126" y="1042"/>
                  </a:cubicBezTo>
                  <a:lnTo>
                    <a:pt x="2497" y="643"/>
                  </a:lnTo>
                  <a:cubicBezTo>
                    <a:pt x="2534" y="605"/>
                    <a:pt x="2584" y="587"/>
                    <a:pt x="2633" y="587"/>
                  </a:cubicBezTo>
                  <a:cubicBezTo>
                    <a:pt x="2677" y="587"/>
                    <a:pt x="2720" y="601"/>
                    <a:pt x="2754" y="628"/>
                  </a:cubicBezTo>
                  <a:cubicBezTo>
                    <a:pt x="2839" y="700"/>
                    <a:pt x="2839" y="814"/>
                    <a:pt x="2768" y="899"/>
                  </a:cubicBezTo>
                  <a:lnTo>
                    <a:pt x="2554" y="1113"/>
                  </a:lnTo>
                  <a:cubicBezTo>
                    <a:pt x="3139" y="1213"/>
                    <a:pt x="3709" y="1341"/>
                    <a:pt x="4280" y="1484"/>
                  </a:cubicBezTo>
                  <a:cubicBezTo>
                    <a:pt x="6719" y="2140"/>
                    <a:pt x="8088" y="3367"/>
                    <a:pt x="8330" y="5164"/>
                  </a:cubicBezTo>
                  <a:cubicBezTo>
                    <a:pt x="8359" y="5349"/>
                    <a:pt x="8516" y="5478"/>
                    <a:pt x="8701" y="5478"/>
                  </a:cubicBezTo>
                  <a:lnTo>
                    <a:pt x="8744" y="5478"/>
                  </a:lnTo>
                  <a:cubicBezTo>
                    <a:pt x="8944" y="5449"/>
                    <a:pt x="9086" y="5264"/>
                    <a:pt x="9058" y="5064"/>
                  </a:cubicBezTo>
                  <a:cubicBezTo>
                    <a:pt x="8758" y="2953"/>
                    <a:pt x="7218" y="1513"/>
                    <a:pt x="4465" y="785"/>
                  </a:cubicBezTo>
                  <a:cubicBezTo>
                    <a:pt x="2996" y="386"/>
                    <a:pt x="1484" y="18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92"/>
            <p:cNvSpPr/>
            <p:nvPr/>
          </p:nvSpPr>
          <p:spPr>
            <a:xfrm>
              <a:off x="3040150" y="3355850"/>
              <a:ext cx="157975" cy="492225"/>
            </a:xfrm>
            <a:custGeom>
              <a:avLst/>
              <a:gdLst/>
              <a:ahLst/>
              <a:cxnLst/>
              <a:rect l="l" t="t" r="r" b="b"/>
              <a:pathLst>
                <a:path w="6319" h="19689" extrusionOk="0">
                  <a:moveTo>
                    <a:pt x="424" y="1"/>
                  </a:moveTo>
                  <a:cubicBezTo>
                    <a:pt x="372" y="1"/>
                    <a:pt x="320" y="11"/>
                    <a:pt x="271" y="34"/>
                  </a:cubicBezTo>
                  <a:cubicBezTo>
                    <a:pt x="86" y="105"/>
                    <a:pt x="0" y="319"/>
                    <a:pt x="86" y="505"/>
                  </a:cubicBezTo>
                  <a:cubicBezTo>
                    <a:pt x="285" y="975"/>
                    <a:pt x="442" y="1460"/>
                    <a:pt x="571" y="1945"/>
                  </a:cubicBezTo>
                  <a:lnTo>
                    <a:pt x="813" y="1760"/>
                  </a:lnTo>
                  <a:cubicBezTo>
                    <a:pt x="844" y="1729"/>
                    <a:pt x="883" y="1714"/>
                    <a:pt x="923" y="1714"/>
                  </a:cubicBezTo>
                  <a:cubicBezTo>
                    <a:pt x="975" y="1714"/>
                    <a:pt x="1029" y="1740"/>
                    <a:pt x="1070" y="1788"/>
                  </a:cubicBezTo>
                  <a:cubicBezTo>
                    <a:pt x="1127" y="1874"/>
                    <a:pt x="1113" y="1988"/>
                    <a:pt x="1041" y="2045"/>
                  </a:cubicBezTo>
                  <a:lnTo>
                    <a:pt x="670" y="2330"/>
                  </a:lnTo>
                  <a:cubicBezTo>
                    <a:pt x="813" y="2944"/>
                    <a:pt x="913" y="3543"/>
                    <a:pt x="999" y="4099"/>
                  </a:cubicBezTo>
                  <a:cubicBezTo>
                    <a:pt x="1027" y="4313"/>
                    <a:pt x="1070" y="4527"/>
                    <a:pt x="1098" y="4755"/>
                  </a:cubicBezTo>
                  <a:lnTo>
                    <a:pt x="1341" y="4555"/>
                  </a:lnTo>
                  <a:cubicBezTo>
                    <a:pt x="1373" y="4523"/>
                    <a:pt x="1414" y="4508"/>
                    <a:pt x="1455" y="4508"/>
                  </a:cubicBezTo>
                  <a:cubicBezTo>
                    <a:pt x="1506" y="4508"/>
                    <a:pt x="1558" y="4530"/>
                    <a:pt x="1598" y="4570"/>
                  </a:cubicBezTo>
                  <a:cubicBezTo>
                    <a:pt x="1655" y="4655"/>
                    <a:pt x="1640" y="4769"/>
                    <a:pt x="1569" y="4826"/>
                  </a:cubicBezTo>
                  <a:lnTo>
                    <a:pt x="1141" y="5183"/>
                  </a:lnTo>
                  <a:cubicBezTo>
                    <a:pt x="1227" y="5853"/>
                    <a:pt x="1298" y="6552"/>
                    <a:pt x="1355" y="7223"/>
                  </a:cubicBezTo>
                  <a:lnTo>
                    <a:pt x="1598" y="7009"/>
                  </a:lnTo>
                  <a:cubicBezTo>
                    <a:pt x="1630" y="6976"/>
                    <a:pt x="1670" y="6962"/>
                    <a:pt x="1712" y="6962"/>
                  </a:cubicBezTo>
                  <a:cubicBezTo>
                    <a:pt x="1763" y="6962"/>
                    <a:pt x="1815" y="6984"/>
                    <a:pt x="1854" y="7023"/>
                  </a:cubicBezTo>
                  <a:cubicBezTo>
                    <a:pt x="1926" y="7094"/>
                    <a:pt x="1911" y="7208"/>
                    <a:pt x="1840" y="7280"/>
                  </a:cubicBezTo>
                  <a:lnTo>
                    <a:pt x="1384" y="7679"/>
                  </a:lnTo>
                  <a:cubicBezTo>
                    <a:pt x="1412" y="8064"/>
                    <a:pt x="1441" y="8449"/>
                    <a:pt x="1469" y="8820"/>
                  </a:cubicBezTo>
                  <a:cubicBezTo>
                    <a:pt x="1469" y="8848"/>
                    <a:pt x="1469" y="8863"/>
                    <a:pt x="1469" y="8877"/>
                  </a:cubicBezTo>
                  <a:cubicBezTo>
                    <a:pt x="1498" y="9105"/>
                    <a:pt x="1512" y="9333"/>
                    <a:pt x="1526" y="9562"/>
                  </a:cubicBezTo>
                  <a:cubicBezTo>
                    <a:pt x="1626" y="10917"/>
                    <a:pt x="1740" y="12300"/>
                    <a:pt x="1954" y="13669"/>
                  </a:cubicBezTo>
                  <a:cubicBezTo>
                    <a:pt x="2296" y="15852"/>
                    <a:pt x="3067" y="18847"/>
                    <a:pt x="5805" y="19674"/>
                  </a:cubicBezTo>
                  <a:cubicBezTo>
                    <a:pt x="5834" y="19688"/>
                    <a:pt x="5876" y="19688"/>
                    <a:pt x="5905" y="19688"/>
                  </a:cubicBezTo>
                  <a:cubicBezTo>
                    <a:pt x="6062" y="19688"/>
                    <a:pt x="6204" y="19588"/>
                    <a:pt x="6261" y="19432"/>
                  </a:cubicBezTo>
                  <a:cubicBezTo>
                    <a:pt x="6319" y="19232"/>
                    <a:pt x="6204" y="19032"/>
                    <a:pt x="6005" y="18975"/>
                  </a:cubicBezTo>
                  <a:cubicBezTo>
                    <a:pt x="4151" y="18419"/>
                    <a:pt x="3338" y="16650"/>
                    <a:pt x="2924" y="14867"/>
                  </a:cubicBezTo>
                  <a:lnTo>
                    <a:pt x="2667" y="15067"/>
                  </a:lnTo>
                  <a:cubicBezTo>
                    <a:pt x="2639" y="15081"/>
                    <a:pt x="2596" y="15096"/>
                    <a:pt x="2567" y="15096"/>
                  </a:cubicBezTo>
                  <a:cubicBezTo>
                    <a:pt x="2510" y="15096"/>
                    <a:pt x="2453" y="15081"/>
                    <a:pt x="2411" y="15024"/>
                  </a:cubicBezTo>
                  <a:cubicBezTo>
                    <a:pt x="2353" y="14953"/>
                    <a:pt x="2368" y="14839"/>
                    <a:pt x="2453" y="14768"/>
                  </a:cubicBezTo>
                  <a:lnTo>
                    <a:pt x="2838" y="14468"/>
                  </a:lnTo>
                  <a:cubicBezTo>
                    <a:pt x="2767" y="14154"/>
                    <a:pt x="2724" y="13855"/>
                    <a:pt x="2667" y="13555"/>
                  </a:cubicBezTo>
                  <a:cubicBezTo>
                    <a:pt x="2610" y="13170"/>
                    <a:pt x="2567" y="12799"/>
                    <a:pt x="2510" y="12414"/>
                  </a:cubicBezTo>
                  <a:lnTo>
                    <a:pt x="2296" y="12642"/>
                  </a:lnTo>
                  <a:cubicBezTo>
                    <a:pt x="2268" y="12685"/>
                    <a:pt x="2211" y="12699"/>
                    <a:pt x="2168" y="12699"/>
                  </a:cubicBezTo>
                  <a:cubicBezTo>
                    <a:pt x="2125" y="12699"/>
                    <a:pt x="2068" y="12685"/>
                    <a:pt x="2040" y="12657"/>
                  </a:cubicBezTo>
                  <a:cubicBezTo>
                    <a:pt x="1968" y="12585"/>
                    <a:pt x="1968" y="12471"/>
                    <a:pt x="2040" y="12400"/>
                  </a:cubicBezTo>
                  <a:lnTo>
                    <a:pt x="2468" y="11944"/>
                  </a:lnTo>
                  <a:cubicBezTo>
                    <a:pt x="2382" y="11173"/>
                    <a:pt x="2325" y="10417"/>
                    <a:pt x="2268" y="9661"/>
                  </a:cubicBezTo>
                  <a:cubicBezTo>
                    <a:pt x="2239" y="9419"/>
                    <a:pt x="2225" y="9162"/>
                    <a:pt x="2211" y="8920"/>
                  </a:cubicBezTo>
                  <a:cubicBezTo>
                    <a:pt x="2211" y="8891"/>
                    <a:pt x="2211" y="8863"/>
                    <a:pt x="2211" y="8834"/>
                  </a:cubicBezTo>
                  <a:cubicBezTo>
                    <a:pt x="2097" y="7237"/>
                    <a:pt x="1968" y="5597"/>
                    <a:pt x="1726" y="3985"/>
                  </a:cubicBezTo>
                  <a:cubicBezTo>
                    <a:pt x="1541" y="2815"/>
                    <a:pt x="1298" y="1460"/>
                    <a:pt x="756" y="219"/>
                  </a:cubicBezTo>
                  <a:cubicBezTo>
                    <a:pt x="704" y="83"/>
                    <a:pt x="566" y="1"/>
                    <a:pt x="42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92"/>
            <p:cNvSpPr/>
            <p:nvPr/>
          </p:nvSpPr>
          <p:spPr>
            <a:xfrm>
              <a:off x="3028025" y="3529875"/>
              <a:ext cx="60275" cy="53975"/>
            </a:xfrm>
            <a:custGeom>
              <a:avLst/>
              <a:gdLst/>
              <a:ahLst/>
              <a:cxnLst/>
              <a:rect l="l" t="t" r="r" b="b"/>
              <a:pathLst>
                <a:path w="2411" h="2159" extrusionOk="0">
                  <a:moveTo>
                    <a:pt x="2197" y="1"/>
                  </a:moveTo>
                  <a:cubicBezTo>
                    <a:pt x="2155" y="1"/>
                    <a:pt x="2115" y="15"/>
                    <a:pt x="2083" y="48"/>
                  </a:cubicBezTo>
                  <a:lnTo>
                    <a:pt x="1840" y="262"/>
                  </a:lnTo>
                  <a:lnTo>
                    <a:pt x="328" y="1631"/>
                  </a:lnTo>
                  <a:lnTo>
                    <a:pt x="86" y="1845"/>
                  </a:lnTo>
                  <a:cubicBezTo>
                    <a:pt x="14" y="1916"/>
                    <a:pt x="0" y="2030"/>
                    <a:pt x="72" y="2101"/>
                  </a:cubicBezTo>
                  <a:cubicBezTo>
                    <a:pt x="100" y="2144"/>
                    <a:pt x="157" y="2158"/>
                    <a:pt x="200" y="2158"/>
                  </a:cubicBezTo>
                  <a:cubicBezTo>
                    <a:pt x="243" y="2158"/>
                    <a:pt x="285" y="2144"/>
                    <a:pt x="328" y="2116"/>
                  </a:cubicBezTo>
                  <a:lnTo>
                    <a:pt x="785" y="1702"/>
                  </a:lnTo>
                  <a:lnTo>
                    <a:pt x="1869" y="718"/>
                  </a:lnTo>
                  <a:lnTo>
                    <a:pt x="2325" y="319"/>
                  </a:lnTo>
                  <a:cubicBezTo>
                    <a:pt x="2396" y="247"/>
                    <a:pt x="2411" y="133"/>
                    <a:pt x="2339" y="62"/>
                  </a:cubicBezTo>
                  <a:cubicBezTo>
                    <a:pt x="2300" y="23"/>
                    <a:pt x="2248" y="1"/>
                    <a:pt x="2197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92"/>
            <p:cNvSpPr/>
            <p:nvPr/>
          </p:nvSpPr>
          <p:spPr>
            <a:xfrm>
              <a:off x="2959200" y="3468550"/>
              <a:ext cx="122325" cy="100675"/>
            </a:xfrm>
            <a:custGeom>
              <a:avLst/>
              <a:gdLst/>
              <a:ahLst/>
              <a:cxnLst/>
              <a:rect l="l" t="t" r="r" b="b"/>
              <a:pathLst>
                <a:path w="4893" h="4027" extrusionOk="0">
                  <a:moveTo>
                    <a:pt x="4693" y="0"/>
                  </a:moveTo>
                  <a:cubicBezTo>
                    <a:pt x="4652" y="0"/>
                    <a:pt x="4611" y="15"/>
                    <a:pt x="4579" y="47"/>
                  </a:cubicBezTo>
                  <a:lnTo>
                    <a:pt x="4336" y="247"/>
                  </a:lnTo>
                  <a:lnTo>
                    <a:pt x="329" y="3499"/>
                  </a:lnTo>
                  <a:lnTo>
                    <a:pt x="86" y="3699"/>
                  </a:lnTo>
                  <a:cubicBezTo>
                    <a:pt x="15" y="3770"/>
                    <a:pt x="0" y="3884"/>
                    <a:pt x="58" y="3955"/>
                  </a:cubicBezTo>
                  <a:cubicBezTo>
                    <a:pt x="100" y="3998"/>
                    <a:pt x="157" y="4027"/>
                    <a:pt x="200" y="4027"/>
                  </a:cubicBezTo>
                  <a:cubicBezTo>
                    <a:pt x="243" y="4027"/>
                    <a:pt x="286" y="4012"/>
                    <a:pt x="314" y="3984"/>
                  </a:cubicBezTo>
                  <a:lnTo>
                    <a:pt x="771" y="3627"/>
                  </a:lnTo>
                  <a:lnTo>
                    <a:pt x="4379" y="675"/>
                  </a:lnTo>
                  <a:lnTo>
                    <a:pt x="4807" y="318"/>
                  </a:lnTo>
                  <a:cubicBezTo>
                    <a:pt x="4878" y="261"/>
                    <a:pt x="4893" y="147"/>
                    <a:pt x="4836" y="62"/>
                  </a:cubicBezTo>
                  <a:cubicBezTo>
                    <a:pt x="4796" y="22"/>
                    <a:pt x="4744" y="0"/>
                    <a:pt x="469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92"/>
            <p:cNvSpPr/>
            <p:nvPr/>
          </p:nvSpPr>
          <p:spPr>
            <a:xfrm>
              <a:off x="2890025" y="3398700"/>
              <a:ext cx="178300" cy="141650"/>
            </a:xfrm>
            <a:custGeom>
              <a:avLst/>
              <a:gdLst/>
              <a:ahLst/>
              <a:cxnLst/>
              <a:rect l="l" t="t" r="r" b="b"/>
              <a:pathLst>
                <a:path w="7132" h="5666" extrusionOk="0">
                  <a:moveTo>
                    <a:pt x="6928" y="0"/>
                  </a:moveTo>
                  <a:cubicBezTo>
                    <a:pt x="6888" y="0"/>
                    <a:pt x="6849" y="15"/>
                    <a:pt x="6818" y="46"/>
                  </a:cubicBezTo>
                  <a:lnTo>
                    <a:pt x="6576" y="231"/>
                  </a:lnTo>
                  <a:lnTo>
                    <a:pt x="357" y="5123"/>
                  </a:lnTo>
                  <a:lnTo>
                    <a:pt x="100" y="5337"/>
                  </a:lnTo>
                  <a:cubicBezTo>
                    <a:pt x="15" y="5394"/>
                    <a:pt x="0" y="5509"/>
                    <a:pt x="72" y="5594"/>
                  </a:cubicBezTo>
                  <a:cubicBezTo>
                    <a:pt x="100" y="5637"/>
                    <a:pt x="157" y="5665"/>
                    <a:pt x="214" y="5665"/>
                  </a:cubicBezTo>
                  <a:cubicBezTo>
                    <a:pt x="257" y="5665"/>
                    <a:pt x="286" y="5651"/>
                    <a:pt x="329" y="5623"/>
                  </a:cubicBezTo>
                  <a:lnTo>
                    <a:pt x="685" y="5337"/>
                  </a:lnTo>
                  <a:lnTo>
                    <a:pt x="6675" y="616"/>
                  </a:lnTo>
                  <a:lnTo>
                    <a:pt x="7046" y="331"/>
                  </a:lnTo>
                  <a:cubicBezTo>
                    <a:pt x="7118" y="274"/>
                    <a:pt x="7132" y="160"/>
                    <a:pt x="7075" y="74"/>
                  </a:cubicBezTo>
                  <a:cubicBezTo>
                    <a:pt x="7034" y="26"/>
                    <a:pt x="6980" y="0"/>
                    <a:pt x="692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92"/>
            <p:cNvSpPr/>
            <p:nvPr/>
          </p:nvSpPr>
          <p:spPr>
            <a:xfrm>
              <a:off x="3089350" y="3593500"/>
              <a:ext cx="77050" cy="79850"/>
            </a:xfrm>
            <a:custGeom>
              <a:avLst/>
              <a:gdLst/>
              <a:ahLst/>
              <a:cxnLst/>
              <a:rect l="l" t="t" r="r" b="b"/>
              <a:pathLst>
                <a:path w="3082" h="3194" extrusionOk="0">
                  <a:moveTo>
                    <a:pt x="2875" y="0"/>
                  </a:moveTo>
                  <a:cubicBezTo>
                    <a:pt x="2826" y="0"/>
                    <a:pt x="2776" y="18"/>
                    <a:pt x="2739" y="56"/>
                  </a:cubicBezTo>
                  <a:lnTo>
                    <a:pt x="2368" y="455"/>
                  </a:lnTo>
                  <a:lnTo>
                    <a:pt x="500" y="2438"/>
                  </a:lnTo>
                  <a:lnTo>
                    <a:pt x="72" y="2894"/>
                  </a:lnTo>
                  <a:cubicBezTo>
                    <a:pt x="0" y="2965"/>
                    <a:pt x="0" y="3079"/>
                    <a:pt x="72" y="3151"/>
                  </a:cubicBezTo>
                  <a:cubicBezTo>
                    <a:pt x="100" y="3179"/>
                    <a:pt x="157" y="3193"/>
                    <a:pt x="200" y="3193"/>
                  </a:cubicBezTo>
                  <a:cubicBezTo>
                    <a:pt x="243" y="3193"/>
                    <a:pt x="300" y="3179"/>
                    <a:pt x="328" y="3136"/>
                  </a:cubicBezTo>
                  <a:lnTo>
                    <a:pt x="542" y="2908"/>
                  </a:lnTo>
                  <a:lnTo>
                    <a:pt x="2796" y="526"/>
                  </a:lnTo>
                  <a:lnTo>
                    <a:pt x="3010" y="312"/>
                  </a:lnTo>
                  <a:cubicBezTo>
                    <a:pt x="3081" y="227"/>
                    <a:pt x="3081" y="113"/>
                    <a:pt x="2996" y="41"/>
                  </a:cubicBezTo>
                  <a:cubicBezTo>
                    <a:pt x="2962" y="14"/>
                    <a:pt x="2919" y="0"/>
                    <a:pt x="287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92"/>
            <p:cNvSpPr/>
            <p:nvPr/>
          </p:nvSpPr>
          <p:spPr>
            <a:xfrm>
              <a:off x="3098975" y="3630000"/>
              <a:ext cx="131950" cy="103250"/>
            </a:xfrm>
            <a:custGeom>
              <a:avLst/>
              <a:gdLst/>
              <a:ahLst/>
              <a:cxnLst/>
              <a:rect l="l" t="t" r="r" b="b"/>
              <a:pathLst>
                <a:path w="5278" h="4130" extrusionOk="0">
                  <a:moveTo>
                    <a:pt x="5066" y="1"/>
                  </a:moveTo>
                  <a:cubicBezTo>
                    <a:pt x="5026" y="1"/>
                    <a:pt x="4985" y="12"/>
                    <a:pt x="4950" y="36"/>
                  </a:cubicBezTo>
                  <a:lnTo>
                    <a:pt x="485" y="3502"/>
                  </a:lnTo>
                  <a:lnTo>
                    <a:pt x="100" y="3802"/>
                  </a:lnTo>
                  <a:cubicBezTo>
                    <a:pt x="15" y="3873"/>
                    <a:pt x="0" y="3987"/>
                    <a:pt x="58" y="4058"/>
                  </a:cubicBezTo>
                  <a:cubicBezTo>
                    <a:pt x="100" y="4115"/>
                    <a:pt x="157" y="4130"/>
                    <a:pt x="214" y="4130"/>
                  </a:cubicBezTo>
                  <a:cubicBezTo>
                    <a:pt x="243" y="4130"/>
                    <a:pt x="286" y="4115"/>
                    <a:pt x="314" y="4101"/>
                  </a:cubicBezTo>
                  <a:lnTo>
                    <a:pt x="571" y="3901"/>
                  </a:lnTo>
                  <a:lnTo>
                    <a:pt x="5178" y="321"/>
                  </a:lnTo>
                  <a:cubicBezTo>
                    <a:pt x="5263" y="264"/>
                    <a:pt x="5278" y="150"/>
                    <a:pt x="5206" y="65"/>
                  </a:cubicBezTo>
                  <a:cubicBezTo>
                    <a:pt x="5173" y="23"/>
                    <a:pt x="5121" y="1"/>
                    <a:pt x="506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92"/>
            <p:cNvSpPr/>
            <p:nvPr/>
          </p:nvSpPr>
          <p:spPr>
            <a:xfrm>
              <a:off x="3163150" y="3672025"/>
              <a:ext cx="120550" cy="125400"/>
            </a:xfrm>
            <a:custGeom>
              <a:avLst/>
              <a:gdLst/>
              <a:ahLst/>
              <a:cxnLst/>
              <a:rect l="l" t="t" r="r" b="b"/>
              <a:pathLst>
                <a:path w="4822" h="5016" extrusionOk="0">
                  <a:moveTo>
                    <a:pt x="4628" y="1"/>
                  </a:moveTo>
                  <a:cubicBezTo>
                    <a:pt x="4580" y="1"/>
                    <a:pt x="4531" y="22"/>
                    <a:pt x="4494" y="67"/>
                  </a:cubicBezTo>
                  <a:lnTo>
                    <a:pt x="72" y="4702"/>
                  </a:lnTo>
                  <a:cubicBezTo>
                    <a:pt x="1" y="4773"/>
                    <a:pt x="1" y="4888"/>
                    <a:pt x="72" y="4959"/>
                  </a:cubicBezTo>
                  <a:cubicBezTo>
                    <a:pt x="101" y="5002"/>
                    <a:pt x="158" y="5016"/>
                    <a:pt x="200" y="5016"/>
                  </a:cubicBezTo>
                  <a:cubicBezTo>
                    <a:pt x="243" y="5016"/>
                    <a:pt x="300" y="5002"/>
                    <a:pt x="329" y="4959"/>
                  </a:cubicBezTo>
                  <a:lnTo>
                    <a:pt x="4765" y="309"/>
                  </a:lnTo>
                  <a:cubicBezTo>
                    <a:pt x="4822" y="238"/>
                    <a:pt x="4822" y="124"/>
                    <a:pt x="4750" y="52"/>
                  </a:cubicBezTo>
                  <a:cubicBezTo>
                    <a:pt x="4716" y="18"/>
                    <a:pt x="4672" y="1"/>
                    <a:pt x="462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8" name="Google Shape;1678;p92"/>
          <p:cNvGrpSpPr/>
          <p:nvPr/>
        </p:nvGrpSpPr>
        <p:grpSpPr>
          <a:xfrm>
            <a:off x="1481279" y="3401232"/>
            <a:ext cx="972617" cy="1070102"/>
            <a:chOff x="1481279" y="3401232"/>
            <a:chExt cx="972617" cy="1070102"/>
          </a:xfrm>
        </p:grpSpPr>
        <p:grpSp>
          <p:nvGrpSpPr>
            <p:cNvPr id="1679" name="Google Shape;1679;p92"/>
            <p:cNvGrpSpPr/>
            <p:nvPr/>
          </p:nvGrpSpPr>
          <p:grpSpPr>
            <a:xfrm>
              <a:off x="1481279" y="3401232"/>
              <a:ext cx="972617" cy="1070102"/>
              <a:chOff x="1908750" y="2972300"/>
              <a:chExt cx="762000" cy="838375"/>
            </a:xfrm>
          </p:grpSpPr>
          <p:sp>
            <p:nvSpPr>
              <p:cNvPr id="1680" name="Google Shape;1680;p92"/>
              <p:cNvSpPr/>
              <p:nvPr/>
            </p:nvSpPr>
            <p:spPr>
              <a:xfrm>
                <a:off x="2325925" y="3404100"/>
                <a:ext cx="750" cy="4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6" extrusionOk="0">
                    <a:moveTo>
                      <a:pt x="29" y="1"/>
                    </a:moveTo>
                    <a:lnTo>
                      <a:pt x="1" y="15"/>
                    </a:lnTo>
                    <a:lnTo>
                      <a:pt x="15" y="1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92"/>
              <p:cNvSpPr/>
              <p:nvPr/>
            </p:nvSpPr>
            <p:spPr>
              <a:xfrm>
                <a:off x="1908750" y="2972300"/>
                <a:ext cx="762000" cy="838375"/>
              </a:xfrm>
              <a:custGeom>
                <a:avLst/>
                <a:gdLst/>
                <a:ahLst/>
                <a:cxnLst/>
                <a:rect l="l" t="t" r="r" b="b"/>
                <a:pathLst>
                  <a:path w="30480" h="33535" extrusionOk="0">
                    <a:moveTo>
                      <a:pt x="16716" y="17273"/>
                    </a:moveTo>
                    <a:lnTo>
                      <a:pt x="16702" y="17287"/>
                    </a:lnTo>
                    <a:lnTo>
                      <a:pt x="16688" y="17287"/>
                    </a:lnTo>
                    <a:lnTo>
                      <a:pt x="16716" y="17273"/>
                    </a:lnTo>
                    <a:close/>
                    <a:moveTo>
                      <a:pt x="17273" y="1"/>
                    </a:moveTo>
                    <a:cubicBezTo>
                      <a:pt x="16830" y="1"/>
                      <a:pt x="16405" y="246"/>
                      <a:pt x="16203" y="671"/>
                    </a:cubicBezTo>
                    <a:cubicBezTo>
                      <a:pt x="15903" y="1256"/>
                      <a:pt x="16146" y="1983"/>
                      <a:pt x="16731" y="2283"/>
                    </a:cubicBezTo>
                    <a:cubicBezTo>
                      <a:pt x="16816" y="2311"/>
                      <a:pt x="16887" y="2340"/>
                      <a:pt x="16973" y="2368"/>
                    </a:cubicBezTo>
                    <a:lnTo>
                      <a:pt x="16360" y="13750"/>
                    </a:lnTo>
                    <a:cubicBezTo>
                      <a:pt x="15076" y="13764"/>
                      <a:pt x="13835" y="14492"/>
                      <a:pt x="13208" y="15733"/>
                    </a:cubicBezTo>
                    <a:cubicBezTo>
                      <a:pt x="13065" y="16032"/>
                      <a:pt x="12965" y="16332"/>
                      <a:pt x="12908" y="16660"/>
                    </a:cubicBezTo>
                    <a:lnTo>
                      <a:pt x="3053" y="15462"/>
                    </a:lnTo>
                    <a:cubicBezTo>
                      <a:pt x="3024" y="14962"/>
                      <a:pt x="2739" y="14492"/>
                      <a:pt x="2268" y="14264"/>
                    </a:cubicBezTo>
                    <a:cubicBezTo>
                      <a:pt x="2060" y="14159"/>
                      <a:pt x="1839" y="14110"/>
                      <a:pt x="1623" y="14110"/>
                    </a:cubicBezTo>
                    <a:cubicBezTo>
                      <a:pt x="1099" y="14110"/>
                      <a:pt x="599" y="14400"/>
                      <a:pt x="357" y="14905"/>
                    </a:cubicBezTo>
                    <a:cubicBezTo>
                      <a:pt x="0" y="15604"/>
                      <a:pt x="286" y="16460"/>
                      <a:pt x="984" y="16817"/>
                    </a:cubicBezTo>
                    <a:cubicBezTo>
                      <a:pt x="1189" y="16915"/>
                      <a:pt x="1405" y="16961"/>
                      <a:pt x="1618" y="16961"/>
                    </a:cubicBezTo>
                    <a:cubicBezTo>
                      <a:pt x="2147" y="16961"/>
                      <a:pt x="2656" y="16673"/>
                      <a:pt x="2910" y="16175"/>
                    </a:cubicBezTo>
                    <a:cubicBezTo>
                      <a:pt x="2938" y="16089"/>
                      <a:pt x="2967" y="16018"/>
                      <a:pt x="2995" y="15932"/>
                    </a:cubicBezTo>
                    <a:lnTo>
                      <a:pt x="12851" y="17130"/>
                    </a:lnTo>
                    <a:cubicBezTo>
                      <a:pt x="12780" y="18328"/>
                      <a:pt x="13336" y="19527"/>
                      <a:pt x="14363" y="20240"/>
                    </a:cubicBezTo>
                    <a:lnTo>
                      <a:pt x="7973" y="30780"/>
                    </a:lnTo>
                    <a:cubicBezTo>
                      <a:pt x="7803" y="30713"/>
                      <a:pt x="7627" y="30681"/>
                      <a:pt x="7453" y="30681"/>
                    </a:cubicBezTo>
                    <a:cubicBezTo>
                      <a:pt x="6927" y="30681"/>
                      <a:pt x="6423" y="30975"/>
                      <a:pt x="6176" y="31479"/>
                    </a:cubicBezTo>
                    <a:cubicBezTo>
                      <a:pt x="5819" y="32178"/>
                      <a:pt x="6105" y="33033"/>
                      <a:pt x="6818" y="33390"/>
                    </a:cubicBezTo>
                    <a:cubicBezTo>
                      <a:pt x="7018" y="33488"/>
                      <a:pt x="7232" y="33535"/>
                      <a:pt x="7442" y="33535"/>
                    </a:cubicBezTo>
                    <a:cubicBezTo>
                      <a:pt x="7966" y="33535"/>
                      <a:pt x="8475" y="33247"/>
                      <a:pt x="8729" y="32748"/>
                    </a:cubicBezTo>
                    <a:cubicBezTo>
                      <a:pt x="9029" y="32149"/>
                      <a:pt x="8872" y="31436"/>
                      <a:pt x="8387" y="31022"/>
                    </a:cubicBezTo>
                    <a:lnTo>
                      <a:pt x="14762" y="20482"/>
                    </a:lnTo>
                    <a:cubicBezTo>
                      <a:pt x="14791" y="20496"/>
                      <a:pt x="14805" y="20496"/>
                      <a:pt x="14819" y="20511"/>
                    </a:cubicBezTo>
                    <a:cubicBezTo>
                      <a:pt x="15327" y="20762"/>
                      <a:pt x="15864" y="20880"/>
                      <a:pt x="16394" y="20880"/>
                    </a:cubicBezTo>
                    <a:cubicBezTo>
                      <a:pt x="17189" y="20880"/>
                      <a:pt x="17966" y="20613"/>
                      <a:pt x="18599" y="20126"/>
                    </a:cubicBezTo>
                    <a:lnTo>
                      <a:pt x="26629" y="29125"/>
                    </a:lnTo>
                    <a:cubicBezTo>
                      <a:pt x="26572" y="29182"/>
                      <a:pt x="26529" y="29254"/>
                      <a:pt x="26501" y="29325"/>
                    </a:cubicBezTo>
                    <a:cubicBezTo>
                      <a:pt x="26187" y="29953"/>
                      <a:pt x="26443" y="30709"/>
                      <a:pt x="27057" y="31022"/>
                    </a:cubicBezTo>
                    <a:cubicBezTo>
                      <a:pt x="27238" y="31109"/>
                      <a:pt x="27429" y="31150"/>
                      <a:pt x="27618" y="31150"/>
                    </a:cubicBezTo>
                    <a:cubicBezTo>
                      <a:pt x="28084" y="31150"/>
                      <a:pt x="28531" y="30898"/>
                      <a:pt x="28754" y="30452"/>
                    </a:cubicBezTo>
                    <a:cubicBezTo>
                      <a:pt x="29068" y="29824"/>
                      <a:pt x="28811" y="29068"/>
                      <a:pt x="28184" y="28755"/>
                    </a:cubicBezTo>
                    <a:cubicBezTo>
                      <a:pt x="28001" y="28663"/>
                      <a:pt x="27807" y="28620"/>
                      <a:pt x="27615" y="28620"/>
                    </a:cubicBezTo>
                    <a:cubicBezTo>
                      <a:pt x="27388" y="28620"/>
                      <a:pt x="27165" y="28681"/>
                      <a:pt x="26971" y="28797"/>
                    </a:cubicBezTo>
                    <a:lnTo>
                      <a:pt x="18956" y="19812"/>
                    </a:lnTo>
                    <a:cubicBezTo>
                      <a:pt x="19212" y="19555"/>
                      <a:pt x="19426" y="19241"/>
                      <a:pt x="19597" y="18899"/>
                    </a:cubicBezTo>
                    <a:cubicBezTo>
                      <a:pt x="20139" y="17815"/>
                      <a:pt x="20068" y="16574"/>
                      <a:pt x="19526" y="15576"/>
                    </a:cubicBezTo>
                    <a:lnTo>
                      <a:pt x="28711" y="10042"/>
                    </a:lnTo>
                    <a:cubicBezTo>
                      <a:pt x="28797" y="10142"/>
                      <a:pt x="28897" y="10227"/>
                      <a:pt x="29025" y="10298"/>
                    </a:cubicBezTo>
                    <a:cubicBezTo>
                      <a:pt x="29157" y="10360"/>
                      <a:pt x="29296" y="10390"/>
                      <a:pt x="29432" y="10390"/>
                    </a:cubicBezTo>
                    <a:cubicBezTo>
                      <a:pt x="29768" y="10390"/>
                      <a:pt x="30089" y="10210"/>
                      <a:pt x="30252" y="9885"/>
                    </a:cubicBezTo>
                    <a:cubicBezTo>
                      <a:pt x="30480" y="9428"/>
                      <a:pt x="30294" y="8872"/>
                      <a:pt x="29838" y="8644"/>
                    </a:cubicBezTo>
                    <a:cubicBezTo>
                      <a:pt x="29713" y="8584"/>
                      <a:pt x="29580" y="8555"/>
                      <a:pt x="29447" y="8555"/>
                    </a:cubicBezTo>
                    <a:cubicBezTo>
                      <a:pt x="29108" y="8555"/>
                      <a:pt x="28775" y="8740"/>
                      <a:pt x="28611" y="9058"/>
                    </a:cubicBezTo>
                    <a:cubicBezTo>
                      <a:pt x="28483" y="9314"/>
                      <a:pt x="28483" y="9600"/>
                      <a:pt x="28597" y="9842"/>
                    </a:cubicBezTo>
                    <a:lnTo>
                      <a:pt x="19398" y="15376"/>
                    </a:lnTo>
                    <a:cubicBezTo>
                      <a:pt x="19070" y="14848"/>
                      <a:pt x="18585" y="14420"/>
                      <a:pt x="18000" y="14121"/>
                    </a:cubicBezTo>
                    <a:cubicBezTo>
                      <a:pt x="17615" y="13935"/>
                      <a:pt x="17230" y="13821"/>
                      <a:pt x="16830" y="13779"/>
                    </a:cubicBezTo>
                    <a:lnTo>
                      <a:pt x="17444" y="2383"/>
                    </a:lnTo>
                    <a:cubicBezTo>
                      <a:pt x="17829" y="2340"/>
                      <a:pt x="18171" y="2097"/>
                      <a:pt x="18356" y="1741"/>
                    </a:cubicBezTo>
                    <a:cubicBezTo>
                      <a:pt x="18642" y="1142"/>
                      <a:pt x="18399" y="414"/>
                      <a:pt x="17814" y="129"/>
                    </a:cubicBezTo>
                    <a:cubicBezTo>
                      <a:pt x="17640" y="42"/>
                      <a:pt x="17455" y="1"/>
                      <a:pt x="17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2" name="Google Shape;1682;p92"/>
            <p:cNvSpPr/>
            <p:nvPr/>
          </p:nvSpPr>
          <p:spPr>
            <a:xfrm>
              <a:off x="1997675" y="3932900"/>
              <a:ext cx="30000" cy="3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846228" y="2016963"/>
            <a:ext cx="5705861" cy="3061855"/>
          </a:xfrm>
          <a:prstGeom prst="rect">
            <a:avLst/>
          </a:prstGeom>
          <a:solidFill>
            <a:srgbClr val="FDFDF8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3" name="Group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7338830"/>
              </p:ext>
            </p:extLst>
          </p:nvPr>
        </p:nvGraphicFramePr>
        <p:xfrm>
          <a:off x="1542659" y="1614399"/>
          <a:ext cx="6072231" cy="264320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024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4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68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Two fixed parents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Two parents selected for each </a:t>
                      </a:r>
                      <a:r>
                        <a:rPr kumimoji="0" lang="en-GB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i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5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z</a:t>
                      </a:r>
                      <a:r>
                        <a:rPr kumimoji="0" lang="en-GB" sz="200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i</a:t>
                      </a: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 = (x</a:t>
                      </a:r>
                      <a:r>
                        <a:rPr kumimoji="0" lang="en-GB" sz="200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i</a:t>
                      </a: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 + </a:t>
                      </a:r>
                      <a:r>
                        <a:rPr kumimoji="0" lang="en-GB" sz="20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y</a:t>
                      </a:r>
                      <a:r>
                        <a:rPr kumimoji="0" lang="en-GB" sz="200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i</a:t>
                      </a: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)/2 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Local intermediary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Global intermediary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z</a:t>
                      </a:r>
                      <a:r>
                        <a:rPr kumimoji="0" lang="en-GB" sz="200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i</a:t>
                      </a: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 is x</a:t>
                      </a:r>
                      <a:r>
                        <a:rPr kumimoji="0" lang="en-GB" sz="200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i</a:t>
                      </a: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 or </a:t>
                      </a:r>
                      <a:r>
                        <a:rPr kumimoji="0" lang="en-GB" sz="20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y</a:t>
                      </a:r>
                      <a:r>
                        <a:rPr kumimoji="0" lang="en-GB" sz="200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i</a:t>
                      </a: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 chosen randomly 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Local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discrete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Global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discrete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A819FD-1A50-BDC3-7C11-3F3BCF2A61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44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92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1"/>
                </a:solidFill>
                <a:latin typeface="Cairo" pitchFamily="2" charset="-78"/>
                <a:cs typeface="Cairo" pitchFamily="2" charset="-78"/>
              </a:rPr>
              <a:t>Intermediary Recombination</a:t>
            </a:r>
            <a:endParaRPr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1646" name="Google Shape;1646;p92"/>
          <p:cNvSpPr/>
          <p:nvPr/>
        </p:nvSpPr>
        <p:spPr>
          <a:xfrm>
            <a:off x="3249425" y="1834475"/>
            <a:ext cx="18375" cy="16225"/>
          </a:xfrm>
          <a:custGeom>
            <a:avLst/>
            <a:gdLst/>
            <a:ahLst/>
            <a:cxnLst/>
            <a:rect l="l" t="t" r="r" b="b"/>
            <a:pathLst>
              <a:path w="735" h="649" extrusionOk="0">
                <a:moveTo>
                  <a:pt x="391" y="0"/>
                </a:moveTo>
                <a:cubicBezTo>
                  <a:pt x="363" y="0"/>
                  <a:pt x="336" y="4"/>
                  <a:pt x="308" y="12"/>
                </a:cubicBezTo>
                <a:cubicBezTo>
                  <a:pt x="237" y="27"/>
                  <a:pt x="182" y="67"/>
                  <a:pt x="150" y="122"/>
                </a:cubicBezTo>
                <a:cubicBezTo>
                  <a:pt x="95" y="146"/>
                  <a:pt x="47" y="185"/>
                  <a:pt x="24" y="248"/>
                </a:cubicBezTo>
                <a:cubicBezTo>
                  <a:pt x="0" y="304"/>
                  <a:pt x="8" y="359"/>
                  <a:pt x="32" y="406"/>
                </a:cubicBezTo>
                <a:cubicBezTo>
                  <a:pt x="63" y="485"/>
                  <a:pt x="134" y="556"/>
                  <a:pt x="198" y="596"/>
                </a:cubicBezTo>
                <a:cubicBezTo>
                  <a:pt x="255" y="631"/>
                  <a:pt x="320" y="648"/>
                  <a:pt x="385" y="648"/>
                </a:cubicBezTo>
                <a:cubicBezTo>
                  <a:pt x="453" y="648"/>
                  <a:pt x="520" y="629"/>
                  <a:pt x="577" y="588"/>
                </a:cubicBezTo>
                <a:cubicBezTo>
                  <a:pt x="679" y="509"/>
                  <a:pt x="734" y="367"/>
                  <a:pt x="695" y="233"/>
                </a:cubicBezTo>
                <a:cubicBezTo>
                  <a:pt x="655" y="94"/>
                  <a:pt x="528" y="0"/>
                  <a:pt x="391" y="0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92"/>
          <p:cNvSpPr/>
          <p:nvPr/>
        </p:nvSpPr>
        <p:spPr>
          <a:xfrm>
            <a:off x="3249800" y="1840275"/>
            <a:ext cx="425" cy="825"/>
          </a:xfrm>
          <a:custGeom>
            <a:avLst/>
            <a:gdLst/>
            <a:ahLst/>
            <a:cxnLst/>
            <a:rect l="l" t="t" r="r" b="b"/>
            <a:pathLst>
              <a:path w="17" h="33" extrusionOk="0">
                <a:moveTo>
                  <a:pt x="17" y="1"/>
                </a:moveTo>
                <a:lnTo>
                  <a:pt x="9" y="16"/>
                </a:lnTo>
                <a:cubicBezTo>
                  <a:pt x="9" y="16"/>
                  <a:pt x="17" y="9"/>
                  <a:pt x="17" y="1"/>
                </a:cubicBezTo>
                <a:close/>
                <a:moveTo>
                  <a:pt x="9" y="16"/>
                </a:moveTo>
                <a:lnTo>
                  <a:pt x="1" y="32"/>
                </a:lnTo>
                <a:cubicBezTo>
                  <a:pt x="9" y="24"/>
                  <a:pt x="9" y="24"/>
                  <a:pt x="9" y="16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8" name="Google Shape;1648;p92"/>
          <p:cNvGrpSpPr/>
          <p:nvPr/>
        </p:nvGrpSpPr>
        <p:grpSpPr>
          <a:xfrm rot="1985394">
            <a:off x="4973372" y="2231898"/>
            <a:ext cx="872943" cy="2445896"/>
            <a:chOff x="2380850" y="1328050"/>
            <a:chExt cx="492800" cy="1380775"/>
          </a:xfrm>
        </p:grpSpPr>
        <p:sp>
          <p:nvSpPr>
            <p:cNvPr id="1649" name="Google Shape;1649;p92"/>
            <p:cNvSpPr/>
            <p:nvPr/>
          </p:nvSpPr>
          <p:spPr>
            <a:xfrm>
              <a:off x="2438250" y="1421850"/>
              <a:ext cx="61000" cy="28975"/>
            </a:xfrm>
            <a:custGeom>
              <a:avLst/>
              <a:gdLst/>
              <a:ahLst/>
              <a:cxnLst/>
              <a:rect l="l" t="t" r="r" b="b"/>
              <a:pathLst>
                <a:path w="2440" h="1159" extrusionOk="0">
                  <a:moveTo>
                    <a:pt x="504" y="1"/>
                  </a:moveTo>
                  <a:cubicBezTo>
                    <a:pt x="268" y="1"/>
                    <a:pt x="56" y="178"/>
                    <a:pt x="29" y="417"/>
                  </a:cubicBezTo>
                  <a:cubicBezTo>
                    <a:pt x="1" y="674"/>
                    <a:pt x="186" y="917"/>
                    <a:pt x="457" y="945"/>
                  </a:cubicBezTo>
                  <a:cubicBezTo>
                    <a:pt x="799" y="988"/>
                    <a:pt x="1184" y="1059"/>
                    <a:pt x="1569" y="1159"/>
                  </a:cubicBezTo>
                  <a:cubicBezTo>
                    <a:pt x="1840" y="902"/>
                    <a:pt x="2140" y="660"/>
                    <a:pt x="2439" y="417"/>
                  </a:cubicBezTo>
                  <a:cubicBezTo>
                    <a:pt x="1769" y="203"/>
                    <a:pt x="1127" y="61"/>
                    <a:pt x="557" y="4"/>
                  </a:cubicBezTo>
                  <a:cubicBezTo>
                    <a:pt x="539" y="2"/>
                    <a:pt x="522" y="1"/>
                    <a:pt x="50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92"/>
            <p:cNvSpPr/>
            <p:nvPr/>
          </p:nvSpPr>
          <p:spPr>
            <a:xfrm>
              <a:off x="2504225" y="1441550"/>
              <a:ext cx="203975" cy="395450"/>
            </a:xfrm>
            <a:custGeom>
              <a:avLst/>
              <a:gdLst/>
              <a:ahLst/>
              <a:cxnLst/>
              <a:rect l="l" t="t" r="r" b="b"/>
              <a:pathLst>
                <a:path w="8159" h="15818" extrusionOk="0">
                  <a:moveTo>
                    <a:pt x="842" y="0"/>
                  </a:moveTo>
                  <a:cubicBezTo>
                    <a:pt x="556" y="228"/>
                    <a:pt x="271" y="457"/>
                    <a:pt x="0" y="699"/>
                  </a:cubicBezTo>
                  <a:cubicBezTo>
                    <a:pt x="913" y="1041"/>
                    <a:pt x="1869" y="1526"/>
                    <a:pt x="2767" y="2125"/>
                  </a:cubicBezTo>
                  <a:lnTo>
                    <a:pt x="3680" y="1997"/>
                  </a:lnTo>
                  <a:cubicBezTo>
                    <a:pt x="3689" y="1996"/>
                    <a:pt x="3699" y="1995"/>
                    <a:pt x="3708" y="1995"/>
                  </a:cubicBezTo>
                  <a:cubicBezTo>
                    <a:pt x="3824" y="1995"/>
                    <a:pt x="3924" y="2078"/>
                    <a:pt x="3951" y="2197"/>
                  </a:cubicBezTo>
                  <a:cubicBezTo>
                    <a:pt x="3965" y="2325"/>
                    <a:pt x="3880" y="2453"/>
                    <a:pt x="3751" y="2468"/>
                  </a:cubicBezTo>
                  <a:lnTo>
                    <a:pt x="3323" y="2525"/>
                  </a:lnTo>
                  <a:cubicBezTo>
                    <a:pt x="4122" y="3138"/>
                    <a:pt x="4849" y="3865"/>
                    <a:pt x="5449" y="4678"/>
                  </a:cubicBezTo>
                  <a:cubicBezTo>
                    <a:pt x="5491" y="4750"/>
                    <a:pt x="5548" y="4835"/>
                    <a:pt x="5605" y="4907"/>
                  </a:cubicBezTo>
                  <a:lnTo>
                    <a:pt x="6304" y="4821"/>
                  </a:lnTo>
                  <a:cubicBezTo>
                    <a:pt x="6319" y="4818"/>
                    <a:pt x="6334" y="4816"/>
                    <a:pt x="6349" y="4816"/>
                  </a:cubicBezTo>
                  <a:cubicBezTo>
                    <a:pt x="6461" y="4816"/>
                    <a:pt x="6563" y="4907"/>
                    <a:pt x="6575" y="5021"/>
                  </a:cubicBezTo>
                  <a:cubicBezTo>
                    <a:pt x="6590" y="5149"/>
                    <a:pt x="6490" y="5277"/>
                    <a:pt x="6361" y="5292"/>
                  </a:cubicBezTo>
                  <a:lnTo>
                    <a:pt x="5876" y="5349"/>
                  </a:lnTo>
                  <a:cubicBezTo>
                    <a:pt x="6561" y="6490"/>
                    <a:pt x="6903" y="7702"/>
                    <a:pt x="6903" y="8957"/>
                  </a:cubicBezTo>
                  <a:lnTo>
                    <a:pt x="7360" y="8914"/>
                  </a:lnTo>
                  <a:cubicBezTo>
                    <a:pt x="7368" y="8914"/>
                    <a:pt x="7376" y="8913"/>
                    <a:pt x="7384" y="8913"/>
                  </a:cubicBezTo>
                  <a:cubicBezTo>
                    <a:pt x="7502" y="8913"/>
                    <a:pt x="7603" y="9009"/>
                    <a:pt x="7616" y="9143"/>
                  </a:cubicBezTo>
                  <a:cubicBezTo>
                    <a:pt x="7631" y="9271"/>
                    <a:pt x="7531" y="9385"/>
                    <a:pt x="7403" y="9399"/>
                  </a:cubicBezTo>
                  <a:lnTo>
                    <a:pt x="6889" y="9442"/>
                  </a:lnTo>
                  <a:cubicBezTo>
                    <a:pt x="6875" y="9799"/>
                    <a:pt x="6818" y="10184"/>
                    <a:pt x="6746" y="10555"/>
                  </a:cubicBezTo>
                  <a:cubicBezTo>
                    <a:pt x="6561" y="11396"/>
                    <a:pt x="6204" y="12223"/>
                    <a:pt x="5734" y="13051"/>
                  </a:cubicBezTo>
                  <a:lnTo>
                    <a:pt x="6147" y="13008"/>
                  </a:lnTo>
                  <a:cubicBezTo>
                    <a:pt x="6290" y="13008"/>
                    <a:pt x="6390" y="13093"/>
                    <a:pt x="6404" y="13236"/>
                  </a:cubicBezTo>
                  <a:cubicBezTo>
                    <a:pt x="6418" y="13364"/>
                    <a:pt x="6319" y="13479"/>
                    <a:pt x="6190" y="13479"/>
                  </a:cubicBezTo>
                  <a:lnTo>
                    <a:pt x="5434" y="13550"/>
                  </a:lnTo>
                  <a:cubicBezTo>
                    <a:pt x="5063" y="14120"/>
                    <a:pt x="4650" y="14705"/>
                    <a:pt x="4208" y="15276"/>
                  </a:cubicBezTo>
                  <a:cubicBezTo>
                    <a:pt x="4464" y="15461"/>
                    <a:pt x="4721" y="15647"/>
                    <a:pt x="4978" y="15818"/>
                  </a:cubicBezTo>
                  <a:cubicBezTo>
                    <a:pt x="6247" y="14192"/>
                    <a:pt x="7303" y="12523"/>
                    <a:pt x="7674" y="10754"/>
                  </a:cubicBezTo>
                  <a:cubicBezTo>
                    <a:pt x="8158" y="8415"/>
                    <a:pt x="7659" y="6119"/>
                    <a:pt x="6219" y="4122"/>
                  </a:cubicBezTo>
                  <a:cubicBezTo>
                    <a:pt x="4821" y="2197"/>
                    <a:pt x="2781" y="813"/>
                    <a:pt x="84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92"/>
            <p:cNvSpPr/>
            <p:nvPr/>
          </p:nvSpPr>
          <p:spPr>
            <a:xfrm>
              <a:off x="2401875" y="1841975"/>
              <a:ext cx="240350" cy="511000"/>
            </a:xfrm>
            <a:custGeom>
              <a:avLst/>
              <a:gdLst/>
              <a:ahLst/>
              <a:cxnLst/>
              <a:rect l="l" t="t" r="r" b="b"/>
              <a:pathLst>
                <a:path w="9614" h="20440" extrusionOk="0">
                  <a:moveTo>
                    <a:pt x="7703" y="0"/>
                  </a:moveTo>
                  <a:cubicBezTo>
                    <a:pt x="7303" y="500"/>
                    <a:pt x="6890" y="985"/>
                    <a:pt x="6476" y="1469"/>
                  </a:cubicBezTo>
                  <a:cubicBezTo>
                    <a:pt x="3295" y="5221"/>
                    <a:pt x="1" y="9100"/>
                    <a:pt x="2796" y="13736"/>
                  </a:cubicBezTo>
                  <a:cubicBezTo>
                    <a:pt x="4308" y="16246"/>
                    <a:pt x="6718" y="18385"/>
                    <a:pt x="9143" y="20439"/>
                  </a:cubicBezTo>
                  <a:cubicBezTo>
                    <a:pt x="9229" y="20296"/>
                    <a:pt x="9300" y="20154"/>
                    <a:pt x="9371" y="20011"/>
                  </a:cubicBezTo>
                  <a:cubicBezTo>
                    <a:pt x="9457" y="19869"/>
                    <a:pt x="9528" y="19726"/>
                    <a:pt x="9614" y="19583"/>
                  </a:cubicBezTo>
                  <a:cubicBezTo>
                    <a:pt x="9214" y="19241"/>
                    <a:pt x="8815" y="18913"/>
                    <a:pt x="8430" y="18571"/>
                  </a:cubicBezTo>
                  <a:lnTo>
                    <a:pt x="7631" y="18699"/>
                  </a:lnTo>
                  <a:lnTo>
                    <a:pt x="7603" y="18699"/>
                  </a:lnTo>
                  <a:cubicBezTo>
                    <a:pt x="7489" y="18699"/>
                    <a:pt x="7389" y="18628"/>
                    <a:pt x="7360" y="18499"/>
                  </a:cubicBezTo>
                  <a:cubicBezTo>
                    <a:pt x="7346" y="18371"/>
                    <a:pt x="7432" y="18257"/>
                    <a:pt x="7560" y="18228"/>
                  </a:cubicBezTo>
                  <a:lnTo>
                    <a:pt x="7974" y="18157"/>
                  </a:lnTo>
                  <a:cubicBezTo>
                    <a:pt x="7203" y="17472"/>
                    <a:pt x="6447" y="16759"/>
                    <a:pt x="5777" y="16032"/>
                  </a:cubicBezTo>
                  <a:lnTo>
                    <a:pt x="5021" y="16117"/>
                  </a:lnTo>
                  <a:cubicBezTo>
                    <a:pt x="5007" y="16117"/>
                    <a:pt x="5007" y="16132"/>
                    <a:pt x="4993" y="16132"/>
                  </a:cubicBezTo>
                  <a:cubicBezTo>
                    <a:pt x="4879" y="16132"/>
                    <a:pt x="4764" y="16032"/>
                    <a:pt x="4750" y="15918"/>
                  </a:cubicBezTo>
                  <a:cubicBezTo>
                    <a:pt x="4736" y="15789"/>
                    <a:pt x="4836" y="15661"/>
                    <a:pt x="4964" y="15647"/>
                  </a:cubicBezTo>
                  <a:lnTo>
                    <a:pt x="5378" y="15604"/>
                  </a:lnTo>
                  <a:cubicBezTo>
                    <a:pt x="4707" y="14848"/>
                    <a:pt x="4094" y="14064"/>
                    <a:pt x="3609" y="13251"/>
                  </a:cubicBezTo>
                  <a:cubicBezTo>
                    <a:pt x="3524" y="13122"/>
                    <a:pt x="3452" y="12994"/>
                    <a:pt x="3395" y="12865"/>
                  </a:cubicBezTo>
                  <a:lnTo>
                    <a:pt x="2796" y="12923"/>
                  </a:lnTo>
                  <a:lnTo>
                    <a:pt x="2782" y="12923"/>
                  </a:lnTo>
                  <a:cubicBezTo>
                    <a:pt x="2654" y="12923"/>
                    <a:pt x="2554" y="12823"/>
                    <a:pt x="2539" y="12709"/>
                  </a:cubicBezTo>
                  <a:cubicBezTo>
                    <a:pt x="2525" y="12580"/>
                    <a:pt x="2625" y="12452"/>
                    <a:pt x="2753" y="12452"/>
                  </a:cubicBezTo>
                  <a:lnTo>
                    <a:pt x="3167" y="12409"/>
                  </a:lnTo>
                  <a:cubicBezTo>
                    <a:pt x="2568" y="11011"/>
                    <a:pt x="2582" y="9671"/>
                    <a:pt x="2996" y="8373"/>
                  </a:cubicBezTo>
                  <a:lnTo>
                    <a:pt x="2582" y="8373"/>
                  </a:lnTo>
                  <a:cubicBezTo>
                    <a:pt x="2440" y="8373"/>
                    <a:pt x="2340" y="8259"/>
                    <a:pt x="2340" y="8130"/>
                  </a:cubicBezTo>
                  <a:cubicBezTo>
                    <a:pt x="2340" y="8002"/>
                    <a:pt x="2440" y="7902"/>
                    <a:pt x="2582" y="7902"/>
                  </a:cubicBezTo>
                  <a:lnTo>
                    <a:pt x="3167" y="7902"/>
                  </a:lnTo>
                  <a:cubicBezTo>
                    <a:pt x="3623" y="6732"/>
                    <a:pt x="4365" y="5591"/>
                    <a:pt x="5249" y="4450"/>
                  </a:cubicBezTo>
                  <a:lnTo>
                    <a:pt x="4836" y="4436"/>
                  </a:lnTo>
                  <a:cubicBezTo>
                    <a:pt x="4707" y="4436"/>
                    <a:pt x="4608" y="4322"/>
                    <a:pt x="4608" y="4194"/>
                  </a:cubicBezTo>
                  <a:cubicBezTo>
                    <a:pt x="4608" y="4065"/>
                    <a:pt x="4722" y="3965"/>
                    <a:pt x="4850" y="3965"/>
                  </a:cubicBezTo>
                  <a:lnTo>
                    <a:pt x="5620" y="3994"/>
                  </a:lnTo>
                  <a:cubicBezTo>
                    <a:pt x="6119" y="3366"/>
                    <a:pt x="6661" y="2725"/>
                    <a:pt x="7203" y="2083"/>
                  </a:cubicBezTo>
                  <a:cubicBezTo>
                    <a:pt x="7432" y="1812"/>
                    <a:pt x="7674" y="1526"/>
                    <a:pt x="7917" y="1241"/>
                  </a:cubicBezTo>
                  <a:lnTo>
                    <a:pt x="7517" y="1141"/>
                  </a:lnTo>
                  <a:cubicBezTo>
                    <a:pt x="7389" y="1113"/>
                    <a:pt x="7303" y="985"/>
                    <a:pt x="7332" y="856"/>
                  </a:cubicBezTo>
                  <a:cubicBezTo>
                    <a:pt x="7356" y="747"/>
                    <a:pt x="7453" y="679"/>
                    <a:pt x="7561" y="679"/>
                  </a:cubicBezTo>
                  <a:cubicBezTo>
                    <a:pt x="7579" y="679"/>
                    <a:pt x="7598" y="681"/>
                    <a:pt x="7617" y="685"/>
                  </a:cubicBezTo>
                  <a:lnTo>
                    <a:pt x="8259" y="828"/>
                  </a:lnTo>
                  <a:cubicBezTo>
                    <a:pt x="8330" y="728"/>
                    <a:pt x="8416" y="642"/>
                    <a:pt x="8487" y="557"/>
                  </a:cubicBezTo>
                  <a:cubicBezTo>
                    <a:pt x="8230" y="371"/>
                    <a:pt x="7974" y="186"/>
                    <a:pt x="770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92"/>
            <p:cNvSpPr/>
            <p:nvPr/>
          </p:nvSpPr>
          <p:spPr>
            <a:xfrm>
              <a:off x="2648975" y="2347225"/>
              <a:ext cx="224675" cy="303825"/>
            </a:xfrm>
            <a:custGeom>
              <a:avLst/>
              <a:gdLst/>
              <a:ahLst/>
              <a:cxnLst/>
              <a:rect l="l" t="t" r="r" b="b"/>
              <a:pathLst>
                <a:path w="8987" h="12153" extrusionOk="0">
                  <a:moveTo>
                    <a:pt x="472" y="1"/>
                  </a:moveTo>
                  <a:cubicBezTo>
                    <a:pt x="429" y="86"/>
                    <a:pt x="372" y="172"/>
                    <a:pt x="329" y="258"/>
                  </a:cubicBezTo>
                  <a:cubicBezTo>
                    <a:pt x="215" y="457"/>
                    <a:pt x="115" y="657"/>
                    <a:pt x="1" y="857"/>
                  </a:cubicBezTo>
                  <a:cubicBezTo>
                    <a:pt x="714" y="1456"/>
                    <a:pt x="1399" y="2040"/>
                    <a:pt x="2055" y="2611"/>
                  </a:cubicBezTo>
                  <a:lnTo>
                    <a:pt x="2754" y="2440"/>
                  </a:lnTo>
                  <a:cubicBezTo>
                    <a:pt x="2776" y="2432"/>
                    <a:pt x="2799" y="2429"/>
                    <a:pt x="2821" y="2429"/>
                  </a:cubicBezTo>
                  <a:cubicBezTo>
                    <a:pt x="2924" y="2429"/>
                    <a:pt x="3015" y="2505"/>
                    <a:pt x="3039" y="2611"/>
                  </a:cubicBezTo>
                  <a:cubicBezTo>
                    <a:pt x="3082" y="2739"/>
                    <a:pt x="2996" y="2868"/>
                    <a:pt x="2868" y="2896"/>
                  </a:cubicBezTo>
                  <a:lnTo>
                    <a:pt x="2468" y="2996"/>
                  </a:lnTo>
                  <a:cubicBezTo>
                    <a:pt x="5463" y="5706"/>
                    <a:pt x="7432" y="8316"/>
                    <a:pt x="5991" y="11482"/>
                  </a:cubicBezTo>
                  <a:cubicBezTo>
                    <a:pt x="5877" y="11711"/>
                    <a:pt x="5991" y="11996"/>
                    <a:pt x="6219" y="12110"/>
                  </a:cubicBezTo>
                  <a:cubicBezTo>
                    <a:pt x="6291" y="12139"/>
                    <a:pt x="6348" y="12153"/>
                    <a:pt x="6419" y="12153"/>
                  </a:cubicBezTo>
                  <a:cubicBezTo>
                    <a:pt x="6605" y="12153"/>
                    <a:pt x="6776" y="12053"/>
                    <a:pt x="6847" y="11868"/>
                  </a:cubicBezTo>
                  <a:cubicBezTo>
                    <a:pt x="8986" y="7189"/>
                    <a:pt x="4864" y="3709"/>
                    <a:pt x="486" y="15"/>
                  </a:cubicBezTo>
                  <a:cubicBezTo>
                    <a:pt x="486" y="15"/>
                    <a:pt x="472" y="1"/>
                    <a:pt x="47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92"/>
            <p:cNvSpPr/>
            <p:nvPr/>
          </p:nvSpPr>
          <p:spPr>
            <a:xfrm>
              <a:off x="2380850" y="1328050"/>
              <a:ext cx="427200" cy="1380775"/>
            </a:xfrm>
            <a:custGeom>
              <a:avLst/>
              <a:gdLst/>
              <a:ahLst/>
              <a:cxnLst/>
              <a:rect l="l" t="t" r="r" b="b"/>
              <a:pathLst>
                <a:path w="17088" h="55231" extrusionOk="0">
                  <a:moveTo>
                    <a:pt x="11368" y="0"/>
                  </a:moveTo>
                  <a:cubicBezTo>
                    <a:pt x="11300" y="0"/>
                    <a:pt x="11232" y="15"/>
                    <a:pt x="11168" y="47"/>
                  </a:cubicBezTo>
                  <a:cubicBezTo>
                    <a:pt x="11068" y="90"/>
                    <a:pt x="8729" y="1217"/>
                    <a:pt x="6233" y="3014"/>
                  </a:cubicBezTo>
                  <a:cubicBezTo>
                    <a:pt x="5691" y="3399"/>
                    <a:pt x="5192" y="3784"/>
                    <a:pt x="4735" y="4169"/>
                  </a:cubicBezTo>
                  <a:cubicBezTo>
                    <a:pt x="4436" y="4412"/>
                    <a:pt x="4136" y="4654"/>
                    <a:pt x="3865" y="4911"/>
                  </a:cubicBezTo>
                  <a:cubicBezTo>
                    <a:pt x="1883" y="6708"/>
                    <a:pt x="713" y="8477"/>
                    <a:pt x="357" y="10174"/>
                  </a:cubicBezTo>
                  <a:cubicBezTo>
                    <a:pt x="0" y="11843"/>
                    <a:pt x="442" y="13426"/>
                    <a:pt x="1683" y="14866"/>
                  </a:cubicBezTo>
                  <a:cubicBezTo>
                    <a:pt x="3666" y="17177"/>
                    <a:pt x="6133" y="18889"/>
                    <a:pt x="8315" y="20400"/>
                  </a:cubicBezTo>
                  <a:cubicBezTo>
                    <a:pt x="8401" y="20458"/>
                    <a:pt x="8472" y="20515"/>
                    <a:pt x="8544" y="20557"/>
                  </a:cubicBezTo>
                  <a:cubicBezTo>
                    <a:pt x="8815" y="20743"/>
                    <a:pt x="9071" y="20928"/>
                    <a:pt x="9328" y="21114"/>
                  </a:cubicBezTo>
                  <a:cubicBezTo>
                    <a:pt x="9556" y="21271"/>
                    <a:pt x="9770" y="21427"/>
                    <a:pt x="9998" y="21584"/>
                  </a:cubicBezTo>
                  <a:lnTo>
                    <a:pt x="11624" y="21955"/>
                  </a:lnTo>
                  <a:cubicBezTo>
                    <a:pt x="11753" y="21984"/>
                    <a:pt x="11838" y="22112"/>
                    <a:pt x="11810" y="22240"/>
                  </a:cubicBezTo>
                  <a:cubicBezTo>
                    <a:pt x="11781" y="22354"/>
                    <a:pt x="11681" y="22426"/>
                    <a:pt x="11567" y="22426"/>
                  </a:cubicBezTo>
                  <a:lnTo>
                    <a:pt x="11525" y="22426"/>
                  </a:lnTo>
                  <a:lnTo>
                    <a:pt x="10926" y="22283"/>
                  </a:lnTo>
                  <a:lnTo>
                    <a:pt x="10926" y="22283"/>
                  </a:lnTo>
                  <a:cubicBezTo>
                    <a:pt x="11952" y="23082"/>
                    <a:pt x="12851" y="23881"/>
                    <a:pt x="13521" y="24779"/>
                  </a:cubicBezTo>
                  <a:lnTo>
                    <a:pt x="14292" y="24808"/>
                  </a:lnTo>
                  <a:cubicBezTo>
                    <a:pt x="14420" y="24808"/>
                    <a:pt x="14520" y="24922"/>
                    <a:pt x="14520" y="25050"/>
                  </a:cubicBezTo>
                  <a:cubicBezTo>
                    <a:pt x="14505" y="25179"/>
                    <a:pt x="14406" y="25278"/>
                    <a:pt x="14277" y="25278"/>
                  </a:cubicBezTo>
                  <a:lnTo>
                    <a:pt x="13849" y="25264"/>
                  </a:lnTo>
                  <a:lnTo>
                    <a:pt x="13849" y="25264"/>
                  </a:lnTo>
                  <a:cubicBezTo>
                    <a:pt x="14448" y="26205"/>
                    <a:pt x="14805" y="27232"/>
                    <a:pt x="14848" y="28445"/>
                  </a:cubicBezTo>
                  <a:lnTo>
                    <a:pt x="15333" y="28445"/>
                  </a:lnTo>
                  <a:cubicBezTo>
                    <a:pt x="15475" y="28445"/>
                    <a:pt x="15575" y="28559"/>
                    <a:pt x="15575" y="28687"/>
                  </a:cubicBezTo>
                  <a:cubicBezTo>
                    <a:pt x="15575" y="28816"/>
                    <a:pt x="15475" y="28930"/>
                    <a:pt x="15333" y="28930"/>
                  </a:cubicBezTo>
                  <a:lnTo>
                    <a:pt x="14862" y="28930"/>
                  </a:lnTo>
                  <a:cubicBezTo>
                    <a:pt x="14834" y="29700"/>
                    <a:pt x="14691" y="30541"/>
                    <a:pt x="14406" y="31468"/>
                  </a:cubicBezTo>
                  <a:cubicBezTo>
                    <a:pt x="14363" y="31625"/>
                    <a:pt x="14306" y="31782"/>
                    <a:pt x="14263" y="31953"/>
                  </a:cubicBezTo>
                  <a:lnTo>
                    <a:pt x="14677" y="31911"/>
                  </a:lnTo>
                  <a:cubicBezTo>
                    <a:pt x="14685" y="31910"/>
                    <a:pt x="14693" y="31909"/>
                    <a:pt x="14701" y="31909"/>
                  </a:cubicBezTo>
                  <a:cubicBezTo>
                    <a:pt x="14819" y="31909"/>
                    <a:pt x="14920" y="32004"/>
                    <a:pt x="14933" y="32125"/>
                  </a:cubicBezTo>
                  <a:cubicBezTo>
                    <a:pt x="14948" y="32253"/>
                    <a:pt x="14848" y="32367"/>
                    <a:pt x="14719" y="32381"/>
                  </a:cubicBezTo>
                  <a:lnTo>
                    <a:pt x="14092" y="32438"/>
                  </a:lnTo>
                  <a:cubicBezTo>
                    <a:pt x="13750" y="33422"/>
                    <a:pt x="13336" y="34407"/>
                    <a:pt x="12880" y="35391"/>
                  </a:cubicBezTo>
                  <a:lnTo>
                    <a:pt x="13293" y="35334"/>
                  </a:lnTo>
                  <a:cubicBezTo>
                    <a:pt x="13301" y="35333"/>
                    <a:pt x="13310" y="35332"/>
                    <a:pt x="13318" y="35332"/>
                  </a:cubicBezTo>
                  <a:cubicBezTo>
                    <a:pt x="13436" y="35332"/>
                    <a:pt x="13537" y="35427"/>
                    <a:pt x="13550" y="35548"/>
                  </a:cubicBezTo>
                  <a:cubicBezTo>
                    <a:pt x="13564" y="35676"/>
                    <a:pt x="13479" y="35790"/>
                    <a:pt x="13350" y="35804"/>
                  </a:cubicBezTo>
                  <a:lnTo>
                    <a:pt x="12651" y="35890"/>
                  </a:lnTo>
                  <a:cubicBezTo>
                    <a:pt x="12266" y="36689"/>
                    <a:pt x="11853" y="37487"/>
                    <a:pt x="11439" y="38286"/>
                  </a:cubicBezTo>
                  <a:lnTo>
                    <a:pt x="11853" y="38215"/>
                  </a:lnTo>
                  <a:cubicBezTo>
                    <a:pt x="11868" y="38211"/>
                    <a:pt x="11882" y="38210"/>
                    <a:pt x="11897" y="38210"/>
                  </a:cubicBezTo>
                  <a:cubicBezTo>
                    <a:pt x="12009" y="38210"/>
                    <a:pt x="12111" y="38301"/>
                    <a:pt x="12124" y="38414"/>
                  </a:cubicBezTo>
                  <a:cubicBezTo>
                    <a:pt x="12152" y="38543"/>
                    <a:pt x="12067" y="38657"/>
                    <a:pt x="11938" y="38685"/>
                  </a:cubicBezTo>
                  <a:lnTo>
                    <a:pt x="11168" y="38814"/>
                  </a:lnTo>
                  <a:cubicBezTo>
                    <a:pt x="10926" y="39256"/>
                    <a:pt x="10683" y="39698"/>
                    <a:pt x="10455" y="40140"/>
                  </a:cubicBezTo>
                  <a:cubicBezTo>
                    <a:pt x="10369" y="40283"/>
                    <a:pt x="10298" y="40426"/>
                    <a:pt x="10212" y="40568"/>
                  </a:cubicBezTo>
                  <a:cubicBezTo>
                    <a:pt x="10141" y="40711"/>
                    <a:pt x="10070" y="40853"/>
                    <a:pt x="9984" y="40996"/>
                  </a:cubicBezTo>
                  <a:cubicBezTo>
                    <a:pt x="7089" y="46373"/>
                    <a:pt x="4479" y="51436"/>
                    <a:pt x="7588" y="55059"/>
                  </a:cubicBezTo>
                  <a:cubicBezTo>
                    <a:pt x="7688" y="55173"/>
                    <a:pt x="7816" y="55230"/>
                    <a:pt x="7945" y="55230"/>
                  </a:cubicBezTo>
                  <a:cubicBezTo>
                    <a:pt x="8059" y="55230"/>
                    <a:pt x="8173" y="55188"/>
                    <a:pt x="8258" y="55116"/>
                  </a:cubicBezTo>
                  <a:cubicBezTo>
                    <a:pt x="8458" y="54945"/>
                    <a:pt x="8487" y="54631"/>
                    <a:pt x="8315" y="54446"/>
                  </a:cubicBezTo>
                  <a:cubicBezTo>
                    <a:pt x="6761" y="52649"/>
                    <a:pt x="6875" y="50367"/>
                    <a:pt x="7802" y="47771"/>
                  </a:cubicBezTo>
                  <a:lnTo>
                    <a:pt x="7802" y="47771"/>
                  </a:lnTo>
                  <a:lnTo>
                    <a:pt x="7388" y="47799"/>
                  </a:lnTo>
                  <a:cubicBezTo>
                    <a:pt x="7388" y="47814"/>
                    <a:pt x="7374" y="47814"/>
                    <a:pt x="7374" y="47814"/>
                  </a:cubicBezTo>
                  <a:cubicBezTo>
                    <a:pt x="7246" y="47814"/>
                    <a:pt x="7146" y="47714"/>
                    <a:pt x="7132" y="47585"/>
                  </a:cubicBezTo>
                  <a:cubicBezTo>
                    <a:pt x="7117" y="47457"/>
                    <a:pt x="7217" y="47343"/>
                    <a:pt x="7346" y="47329"/>
                  </a:cubicBezTo>
                  <a:lnTo>
                    <a:pt x="7973" y="47272"/>
                  </a:lnTo>
                  <a:cubicBezTo>
                    <a:pt x="8287" y="46473"/>
                    <a:pt x="8658" y="45646"/>
                    <a:pt x="9071" y="44790"/>
                  </a:cubicBezTo>
                  <a:lnTo>
                    <a:pt x="9071" y="44790"/>
                  </a:lnTo>
                  <a:lnTo>
                    <a:pt x="8672" y="44890"/>
                  </a:lnTo>
                  <a:cubicBezTo>
                    <a:pt x="8658" y="44904"/>
                    <a:pt x="8629" y="44904"/>
                    <a:pt x="8615" y="44904"/>
                  </a:cubicBezTo>
                  <a:cubicBezTo>
                    <a:pt x="8501" y="44904"/>
                    <a:pt x="8415" y="44833"/>
                    <a:pt x="8387" y="44719"/>
                  </a:cubicBezTo>
                  <a:cubicBezTo>
                    <a:pt x="8358" y="44590"/>
                    <a:pt x="8430" y="44462"/>
                    <a:pt x="8558" y="44433"/>
                  </a:cubicBezTo>
                  <a:lnTo>
                    <a:pt x="9357" y="44234"/>
                  </a:lnTo>
                  <a:cubicBezTo>
                    <a:pt x="9784" y="43392"/>
                    <a:pt x="10255" y="42522"/>
                    <a:pt x="10726" y="41624"/>
                  </a:cubicBezTo>
                  <a:cubicBezTo>
                    <a:pt x="10840" y="41424"/>
                    <a:pt x="10940" y="41224"/>
                    <a:pt x="11054" y="41025"/>
                  </a:cubicBezTo>
                  <a:cubicBezTo>
                    <a:pt x="11097" y="40939"/>
                    <a:pt x="11154" y="40853"/>
                    <a:pt x="11197" y="40768"/>
                  </a:cubicBezTo>
                  <a:cubicBezTo>
                    <a:pt x="12780" y="37844"/>
                    <a:pt x="14377" y="34834"/>
                    <a:pt x="15318" y="31739"/>
                  </a:cubicBezTo>
                  <a:cubicBezTo>
                    <a:pt x="17087" y="25934"/>
                    <a:pt x="13935" y="23196"/>
                    <a:pt x="9913" y="20358"/>
                  </a:cubicBezTo>
                  <a:cubicBezTo>
                    <a:pt x="9656" y="20187"/>
                    <a:pt x="9399" y="20001"/>
                    <a:pt x="9143" y="19816"/>
                  </a:cubicBezTo>
                  <a:cubicBezTo>
                    <a:pt x="9043" y="19759"/>
                    <a:pt x="8957" y="19687"/>
                    <a:pt x="8857" y="19630"/>
                  </a:cubicBezTo>
                  <a:cubicBezTo>
                    <a:pt x="8258" y="19202"/>
                    <a:pt x="7645" y="18789"/>
                    <a:pt x="7046" y="18347"/>
                  </a:cubicBezTo>
                  <a:lnTo>
                    <a:pt x="6048" y="18418"/>
                  </a:lnTo>
                  <a:cubicBezTo>
                    <a:pt x="6048" y="18432"/>
                    <a:pt x="6033" y="18432"/>
                    <a:pt x="6033" y="18432"/>
                  </a:cubicBezTo>
                  <a:cubicBezTo>
                    <a:pt x="5905" y="18432"/>
                    <a:pt x="5805" y="18332"/>
                    <a:pt x="5791" y="18204"/>
                  </a:cubicBezTo>
                  <a:cubicBezTo>
                    <a:pt x="5777" y="18076"/>
                    <a:pt x="5876" y="17962"/>
                    <a:pt x="6005" y="17947"/>
                  </a:cubicBezTo>
                  <a:lnTo>
                    <a:pt x="6461" y="17919"/>
                  </a:lnTo>
                  <a:cubicBezTo>
                    <a:pt x="5192" y="16977"/>
                    <a:pt x="3951" y="15936"/>
                    <a:pt x="2839" y="14724"/>
                  </a:cubicBezTo>
                  <a:lnTo>
                    <a:pt x="2068" y="14795"/>
                  </a:lnTo>
                  <a:lnTo>
                    <a:pt x="2040" y="14795"/>
                  </a:lnTo>
                  <a:cubicBezTo>
                    <a:pt x="1926" y="14795"/>
                    <a:pt x="1812" y="14695"/>
                    <a:pt x="1812" y="14567"/>
                  </a:cubicBezTo>
                  <a:cubicBezTo>
                    <a:pt x="1797" y="14439"/>
                    <a:pt x="1897" y="14324"/>
                    <a:pt x="2026" y="14310"/>
                  </a:cubicBezTo>
                  <a:lnTo>
                    <a:pt x="2439" y="14282"/>
                  </a:lnTo>
                  <a:cubicBezTo>
                    <a:pt x="2425" y="14267"/>
                    <a:pt x="2411" y="14253"/>
                    <a:pt x="2411" y="14239"/>
                  </a:cubicBezTo>
                  <a:cubicBezTo>
                    <a:pt x="1541" y="13226"/>
                    <a:pt x="1141" y="12185"/>
                    <a:pt x="1184" y="11073"/>
                  </a:cubicBezTo>
                  <a:lnTo>
                    <a:pt x="1184" y="11073"/>
                  </a:lnTo>
                  <a:lnTo>
                    <a:pt x="756" y="11130"/>
                  </a:lnTo>
                  <a:lnTo>
                    <a:pt x="728" y="11130"/>
                  </a:lnTo>
                  <a:cubicBezTo>
                    <a:pt x="614" y="11130"/>
                    <a:pt x="499" y="11030"/>
                    <a:pt x="485" y="10916"/>
                  </a:cubicBezTo>
                  <a:cubicBezTo>
                    <a:pt x="471" y="10787"/>
                    <a:pt x="571" y="10673"/>
                    <a:pt x="699" y="10645"/>
                  </a:cubicBezTo>
                  <a:lnTo>
                    <a:pt x="1241" y="10588"/>
                  </a:lnTo>
                  <a:cubicBezTo>
                    <a:pt x="1255" y="10516"/>
                    <a:pt x="1270" y="10445"/>
                    <a:pt x="1284" y="10374"/>
                  </a:cubicBezTo>
                  <a:cubicBezTo>
                    <a:pt x="1455" y="9532"/>
                    <a:pt x="1869" y="8705"/>
                    <a:pt x="2425" y="7920"/>
                  </a:cubicBezTo>
                  <a:lnTo>
                    <a:pt x="2425" y="7920"/>
                  </a:lnTo>
                  <a:lnTo>
                    <a:pt x="1997" y="7978"/>
                  </a:lnTo>
                  <a:lnTo>
                    <a:pt x="1968" y="7978"/>
                  </a:lnTo>
                  <a:cubicBezTo>
                    <a:pt x="1854" y="7978"/>
                    <a:pt x="1755" y="7892"/>
                    <a:pt x="1740" y="7778"/>
                  </a:cubicBezTo>
                  <a:cubicBezTo>
                    <a:pt x="1712" y="7649"/>
                    <a:pt x="1812" y="7521"/>
                    <a:pt x="1940" y="7507"/>
                  </a:cubicBezTo>
                  <a:lnTo>
                    <a:pt x="2824" y="7378"/>
                  </a:lnTo>
                  <a:cubicBezTo>
                    <a:pt x="3438" y="6623"/>
                    <a:pt x="4165" y="5909"/>
                    <a:pt x="4935" y="5239"/>
                  </a:cubicBezTo>
                  <a:cubicBezTo>
                    <a:pt x="5206" y="4997"/>
                    <a:pt x="5491" y="4768"/>
                    <a:pt x="5777" y="4540"/>
                  </a:cubicBezTo>
                  <a:cubicBezTo>
                    <a:pt x="8529" y="2386"/>
                    <a:pt x="11525" y="932"/>
                    <a:pt x="11567" y="903"/>
                  </a:cubicBezTo>
                  <a:cubicBezTo>
                    <a:pt x="11810" y="789"/>
                    <a:pt x="11910" y="504"/>
                    <a:pt x="11796" y="276"/>
                  </a:cubicBezTo>
                  <a:cubicBezTo>
                    <a:pt x="11713" y="101"/>
                    <a:pt x="11542" y="0"/>
                    <a:pt x="1136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92"/>
            <p:cNvSpPr/>
            <p:nvPr/>
          </p:nvSpPr>
          <p:spPr>
            <a:xfrm>
              <a:off x="2585525" y="2283275"/>
              <a:ext cx="99150" cy="26175"/>
            </a:xfrm>
            <a:custGeom>
              <a:avLst/>
              <a:gdLst/>
              <a:ahLst/>
              <a:cxnLst/>
              <a:rect l="l" t="t" r="r" b="b"/>
              <a:pathLst>
                <a:path w="3966" h="1047" extrusionOk="0">
                  <a:moveTo>
                    <a:pt x="3710" y="1"/>
                  </a:moveTo>
                  <a:cubicBezTo>
                    <a:pt x="3695" y="1"/>
                    <a:pt x="3681" y="2"/>
                    <a:pt x="3666" y="6"/>
                  </a:cubicBezTo>
                  <a:lnTo>
                    <a:pt x="3252" y="77"/>
                  </a:lnTo>
                  <a:lnTo>
                    <a:pt x="628" y="505"/>
                  </a:lnTo>
                  <a:lnTo>
                    <a:pt x="214" y="576"/>
                  </a:lnTo>
                  <a:cubicBezTo>
                    <a:pt x="86" y="605"/>
                    <a:pt x="0" y="719"/>
                    <a:pt x="14" y="847"/>
                  </a:cubicBezTo>
                  <a:cubicBezTo>
                    <a:pt x="43" y="976"/>
                    <a:pt x="143" y="1047"/>
                    <a:pt x="257" y="1047"/>
                  </a:cubicBezTo>
                  <a:lnTo>
                    <a:pt x="285" y="1047"/>
                  </a:lnTo>
                  <a:lnTo>
                    <a:pt x="1084" y="919"/>
                  </a:lnTo>
                  <a:lnTo>
                    <a:pt x="2981" y="605"/>
                  </a:lnTo>
                  <a:lnTo>
                    <a:pt x="3751" y="476"/>
                  </a:lnTo>
                  <a:cubicBezTo>
                    <a:pt x="3880" y="448"/>
                    <a:pt x="3965" y="334"/>
                    <a:pt x="3937" y="205"/>
                  </a:cubicBezTo>
                  <a:cubicBezTo>
                    <a:pt x="3924" y="92"/>
                    <a:pt x="3822" y="1"/>
                    <a:pt x="371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92"/>
            <p:cNvSpPr/>
            <p:nvPr/>
          </p:nvSpPr>
          <p:spPr>
            <a:xfrm>
              <a:off x="2520250" y="2211350"/>
              <a:ext cx="199725" cy="33925"/>
            </a:xfrm>
            <a:custGeom>
              <a:avLst/>
              <a:gdLst/>
              <a:ahLst/>
              <a:cxnLst/>
              <a:rect l="l" t="t" r="r" b="b"/>
              <a:pathLst>
                <a:path w="7989" h="1357" extrusionOk="0">
                  <a:moveTo>
                    <a:pt x="7742" y="0"/>
                  </a:moveTo>
                  <a:cubicBezTo>
                    <a:pt x="7734" y="0"/>
                    <a:pt x="7725" y="1"/>
                    <a:pt x="7717" y="2"/>
                  </a:cubicBezTo>
                  <a:lnTo>
                    <a:pt x="7304" y="59"/>
                  </a:lnTo>
                  <a:lnTo>
                    <a:pt x="643" y="829"/>
                  </a:lnTo>
                  <a:lnTo>
                    <a:pt x="229" y="872"/>
                  </a:lnTo>
                  <a:cubicBezTo>
                    <a:pt x="101" y="886"/>
                    <a:pt x="1" y="1014"/>
                    <a:pt x="15" y="1143"/>
                  </a:cubicBezTo>
                  <a:cubicBezTo>
                    <a:pt x="29" y="1257"/>
                    <a:pt x="144" y="1357"/>
                    <a:pt x="258" y="1357"/>
                  </a:cubicBezTo>
                  <a:cubicBezTo>
                    <a:pt x="272" y="1357"/>
                    <a:pt x="272" y="1342"/>
                    <a:pt x="286" y="1342"/>
                  </a:cubicBezTo>
                  <a:lnTo>
                    <a:pt x="1042" y="1257"/>
                  </a:lnTo>
                  <a:lnTo>
                    <a:pt x="7075" y="558"/>
                  </a:lnTo>
                  <a:lnTo>
                    <a:pt x="7774" y="472"/>
                  </a:lnTo>
                  <a:cubicBezTo>
                    <a:pt x="7903" y="458"/>
                    <a:pt x="7988" y="344"/>
                    <a:pt x="7974" y="216"/>
                  </a:cubicBezTo>
                  <a:cubicBezTo>
                    <a:pt x="7961" y="95"/>
                    <a:pt x="7860" y="0"/>
                    <a:pt x="774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92"/>
            <p:cNvSpPr/>
            <p:nvPr/>
          </p:nvSpPr>
          <p:spPr>
            <a:xfrm>
              <a:off x="2465000" y="2125775"/>
              <a:ext cx="289550" cy="39275"/>
            </a:xfrm>
            <a:custGeom>
              <a:avLst/>
              <a:gdLst/>
              <a:ahLst/>
              <a:cxnLst/>
              <a:rect l="l" t="t" r="r" b="b"/>
              <a:pathLst>
                <a:path w="11582" h="1571" extrusionOk="0">
                  <a:moveTo>
                    <a:pt x="11335" y="0"/>
                  </a:moveTo>
                  <a:cubicBezTo>
                    <a:pt x="11327" y="0"/>
                    <a:pt x="11319" y="1"/>
                    <a:pt x="11311" y="2"/>
                  </a:cubicBezTo>
                  <a:lnTo>
                    <a:pt x="10897" y="44"/>
                  </a:lnTo>
                  <a:lnTo>
                    <a:pt x="642" y="1057"/>
                  </a:lnTo>
                  <a:lnTo>
                    <a:pt x="228" y="1100"/>
                  </a:lnTo>
                  <a:cubicBezTo>
                    <a:pt x="100" y="1100"/>
                    <a:pt x="0" y="1228"/>
                    <a:pt x="14" y="1357"/>
                  </a:cubicBezTo>
                  <a:cubicBezTo>
                    <a:pt x="29" y="1471"/>
                    <a:pt x="129" y="1571"/>
                    <a:pt x="257" y="1571"/>
                  </a:cubicBezTo>
                  <a:lnTo>
                    <a:pt x="271" y="1571"/>
                  </a:lnTo>
                  <a:lnTo>
                    <a:pt x="870" y="1513"/>
                  </a:lnTo>
                  <a:lnTo>
                    <a:pt x="10726" y="529"/>
                  </a:lnTo>
                  <a:lnTo>
                    <a:pt x="11353" y="472"/>
                  </a:lnTo>
                  <a:cubicBezTo>
                    <a:pt x="11482" y="458"/>
                    <a:pt x="11582" y="344"/>
                    <a:pt x="11567" y="216"/>
                  </a:cubicBezTo>
                  <a:cubicBezTo>
                    <a:pt x="11554" y="95"/>
                    <a:pt x="11453" y="0"/>
                    <a:pt x="1133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92"/>
            <p:cNvSpPr/>
            <p:nvPr/>
          </p:nvSpPr>
          <p:spPr>
            <a:xfrm>
              <a:off x="2460350" y="2039150"/>
              <a:ext cx="309900" cy="12150"/>
            </a:xfrm>
            <a:custGeom>
              <a:avLst/>
              <a:gdLst/>
              <a:ahLst/>
              <a:cxnLst/>
              <a:rect l="l" t="t" r="r" b="b"/>
              <a:pathLst>
                <a:path w="12396" h="486" extrusionOk="0">
                  <a:moveTo>
                    <a:pt x="11668" y="1"/>
                  </a:moveTo>
                  <a:lnTo>
                    <a:pt x="828" y="15"/>
                  </a:lnTo>
                  <a:lnTo>
                    <a:pt x="243" y="15"/>
                  </a:lnTo>
                  <a:cubicBezTo>
                    <a:pt x="101" y="15"/>
                    <a:pt x="1" y="115"/>
                    <a:pt x="1" y="243"/>
                  </a:cubicBezTo>
                  <a:cubicBezTo>
                    <a:pt x="1" y="372"/>
                    <a:pt x="101" y="486"/>
                    <a:pt x="243" y="486"/>
                  </a:cubicBezTo>
                  <a:lnTo>
                    <a:pt x="12153" y="486"/>
                  </a:lnTo>
                  <a:cubicBezTo>
                    <a:pt x="12295" y="486"/>
                    <a:pt x="12395" y="372"/>
                    <a:pt x="12395" y="243"/>
                  </a:cubicBezTo>
                  <a:cubicBezTo>
                    <a:pt x="12395" y="115"/>
                    <a:pt x="12295" y="1"/>
                    <a:pt x="1215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92"/>
            <p:cNvSpPr/>
            <p:nvPr/>
          </p:nvSpPr>
          <p:spPr>
            <a:xfrm>
              <a:off x="2517050" y="1941100"/>
              <a:ext cx="226800" cy="18925"/>
            </a:xfrm>
            <a:custGeom>
              <a:avLst/>
              <a:gdLst/>
              <a:ahLst/>
              <a:cxnLst/>
              <a:rect l="l" t="t" r="r" b="b"/>
              <a:pathLst>
                <a:path w="9072" h="757" extrusionOk="0">
                  <a:moveTo>
                    <a:pt x="243" y="0"/>
                  </a:moveTo>
                  <a:cubicBezTo>
                    <a:pt x="115" y="0"/>
                    <a:pt x="1" y="100"/>
                    <a:pt x="1" y="229"/>
                  </a:cubicBezTo>
                  <a:cubicBezTo>
                    <a:pt x="1" y="357"/>
                    <a:pt x="100" y="471"/>
                    <a:pt x="229" y="471"/>
                  </a:cubicBezTo>
                  <a:lnTo>
                    <a:pt x="642" y="485"/>
                  </a:lnTo>
                  <a:lnTo>
                    <a:pt x="8401" y="742"/>
                  </a:lnTo>
                  <a:lnTo>
                    <a:pt x="8829" y="756"/>
                  </a:lnTo>
                  <a:cubicBezTo>
                    <a:pt x="8958" y="756"/>
                    <a:pt x="9057" y="657"/>
                    <a:pt x="9072" y="528"/>
                  </a:cubicBezTo>
                  <a:cubicBezTo>
                    <a:pt x="9072" y="400"/>
                    <a:pt x="8972" y="286"/>
                    <a:pt x="8844" y="286"/>
                  </a:cubicBezTo>
                  <a:lnTo>
                    <a:pt x="8073" y="257"/>
                  </a:lnTo>
                  <a:lnTo>
                    <a:pt x="1013" y="29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92"/>
            <p:cNvSpPr/>
            <p:nvPr/>
          </p:nvSpPr>
          <p:spPr>
            <a:xfrm>
              <a:off x="2584450" y="1858925"/>
              <a:ext cx="92375" cy="29775"/>
            </a:xfrm>
            <a:custGeom>
              <a:avLst/>
              <a:gdLst/>
              <a:ahLst/>
              <a:cxnLst/>
              <a:rect l="l" t="t" r="r" b="b"/>
              <a:pathLst>
                <a:path w="3695" h="1191" extrusionOk="0">
                  <a:moveTo>
                    <a:pt x="258" y="1"/>
                  </a:moveTo>
                  <a:cubicBezTo>
                    <a:pt x="150" y="1"/>
                    <a:pt x="53" y="69"/>
                    <a:pt x="29" y="178"/>
                  </a:cubicBezTo>
                  <a:cubicBezTo>
                    <a:pt x="0" y="307"/>
                    <a:pt x="86" y="435"/>
                    <a:pt x="214" y="463"/>
                  </a:cubicBezTo>
                  <a:lnTo>
                    <a:pt x="614" y="563"/>
                  </a:lnTo>
                  <a:lnTo>
                    <a:pt x="2782" y="1048"/>
                  </a:lnTo>
                  <a:lnTo>
                    <a:pt x="3381" y="1191"/>
                  </a:lnTo>
                  <a:lnTo>
                    <a:pt x="3423" y="1191"/>
                  </a:lnTo>
                  <a:cubicBezTo>
                    <a:pt x="3537" y="1191"/>
                    <a:pt x="3637" y="1119"/>
                    <a:pt x="3666" y="1005"/>
                  </a:cubicBezTo>
                  <a:cubicBezTo>
                    <a:pt x="3694" y="877"/>
                    <a:pt x="3609" y="749"/>
                    <a:pt x="3480" y="720"/>
                  </a:cubicBezTo>
                  <a:lnTo>
                    <a:pt x="1854" y="349"/>
                  </a:lnTo>
                  <a:lnTo>
                    <a:pt x="956" y="150"/>
                  </a:lnTo>
                  <a:lnTo>
                    <a:pt x="314" y="7"/>
                  </a:lnTo>
                  <a:cubicBezTo>
                    <a:pt x="295" y="3"/>
                    <a:pt x="276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92"/>
            <p:cNvSpPr/>
            <p:nvPr/>
          </p:nvSpPr>
          <p:spPr>
            <a:xfrm>
              <a:off x="2525250" y="1766725"/>
              <a:ext cx="139450" cy="22150"/>
            </a:xfrm>
            <a:custGeom>
              <a:avLst/>
              <a:gdLst/>
              <a:ahLst/>
              <a:cxnLst/>
              <a:rect l="l" t="t" r="r" b="b"/>
              <a:pathLst>
                <a:path w="5578" h="886" extrusionOk="0">
                  <a:moveTo>
                    <a:pt x="5306" y="1"/>
                  </a:moveTo>
                  <a:lnTo>
                    <a:pt x="4893" y="44"/>
                  </a:lnTo>
                  <a:lnTo>
                    <a:pt x="685" y="372"/>
                  </a:lnTo>
                  <a:lnTo>
                    <a:pt x="229" y="400"/>
                  </a:lnTo>
                  <a:cubicBezTo>
                    <a:pt x="100" y="415"/>
                    <a:pt x="1" y="529"/>
                    <a:pt x="15" y="657"/>
                  </a:cubicBezTo>
                  <a:cubicBezTo>
                    <a:pt x="29" y="785"/>
                    <a:pt x="129" y="885"/>
                    <a:pt x="257" y="885"/>
                  </a:cubicBezTo>
                  <a:cubicBezTo>
                    <a:pt x="257" y="885"/>
                    <a:pt x="272" y="885"/>
                    <a:pt x="272" y="871"/>
                  </a:cubicBezTo>
                  <a:lnTo>
                    <a:pt x="1270" y="800"/>
                  </a:lnTo>
                  <a:lnTo>
                    <a:pt x="4593" y="543"/>
                  </a:lnTo>
                  <a:lnTo>
                    <a:pt x="5349" y="472"/>
                  </a:lnTo>
                  <a:cubicBezTo>
                    <a:pt x="5478" y="472"/>
                    <a:pt x="5577" y="357"/>
                    <a:pt x="5563" y="229"/>
                  </a:cubicBezTo>
                  <a:cubicBezTo>
                    <a:pt x="5549" y="86"/>
                    <a:pt x="5449" y="1"/>
                    <a:pt x="53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92"/>
            <p:cNvSpPr/>
            <p:nvPr/>
          </p:nvSpPr>
          <p:spPr>
            <a:xfrm>
              <a:off x="2425775" y="1664375"/>
              <a:ext cx="269225" cy="33575"/>
            </a:xfrm>
            <a:custGeom>
              <a:avLst/>
              <a:gdLst/>
              <a:ahLst/>
              <a:cxnLst/>
              <a:rect l="l" t="t" r="r" b="b"/>
              <a:pathLst>
                <a:path w="10769" h="1343" extrusionOk="0">
                  <a:moveTo>
                    <a:pt x="10522" y="0"/>
                  </a:moveTo>
                  <a:cubicBezTo>
                    <a:pt x="10514" y="0"/>
                    <a:pt x="10506" y="1"/>
                    <a:pt x="10498" y="1"/>
                  </a:cubicBezTo>
                  <a:lnTo>
                    <a:pt x="10041" y="44"/>
                  </a:lnTo>
                  <a:lnTo>
                    <a:pt x="642" y="829"/>
                  </a:lnTo>
                  <a:lnTo>
                    <a:pt x="229" y="857"/>
                  </a:lnTo>
                  <a:cubicBezTo>
                    <a:pt x="100" y="871"/>
                    <a:pt x="0" y="986"/>
                    <a:pt x="15" y="1114"/>
                  </a:cubicBezTo>
                  <a:cubicBezTo>
                    <a:pt x="15" y="1242"/>
                    <a:pt x="129" y="1342"/>
                    <a:pt x="243" y="1342"/>
                  </a:cubicBezTo>
                  <a:lnTo>
                    <a:pt x="271" y="1342"/>
                  </a:lnTo>
                  <a:lnTo>
                    <a:pt x="1042" y="1271"/>
                  </a:lnTo>
                  <a:lnTo>
                    <a:pt x="10027" y="529"/>
                  </a:lnTo>
                  <a:lnTo>
                    <a:pt x="10541" y="486"/>
                  </a:lnTo>
                  <a:cubicBezTo>
                    <a:pt x="10669" y="472"/>
                    <a:pt x="10769" y="358"/>
                    <a:pt x="10754" y="230"/>
                  </a:cubicBezTo>
                  <a:cubicBezTo>
                    <a:pt x="10741" y="96"/>
                    <a:pt x="10640" y="0"/>
                    <a:pt x="105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92"/>
            <p:cNvSpPr/>
            <p:nvPr/>
          </p:nvSpPr>
          <p:spPr>
            <a:xfrm>
              <a:off x="2392600" y="1561950"/>
              <a:ext cx="276375" cy="44350"/>
            </a:xfrm>
            <a:custGeom>
              <a:avLst/>
              <a:gdLst/>
              <a:ahLst/>
              <a:cxnLst/>
              <a:rect l="l" t="t" r="r" b="b"/>
              <a:pathLst>
                <a:path w="11055" h="1774" extrusionOk="0">
                  <a:moveTo>
                    <a:pt x="10814" y="0"/>
                  </a:moveTo>
                  <a:cubicBezTo>
                    <a:pt x="10799" y="0"/>
                    <a:pt x="10784" y="2"/>
                    <a:pt x="10769" y="5"/>
                  </a:cubicBezTo>
                  <a:lnTo>
                    <a:pt x="10070" y="91"/>
                  </a:lnTo>
                  <a:lnTo>
                    <a:pt x="771" y="1232"/>
                  </a:lnTo>
                  <a:lnTo>
                    <a:pt x="229" y="1289"/>
                  </a:lnTo>
                  <a:cubicBezTo>
                    <a:pt x="101" y="1317"/>
                    <a:pt x="1" y="1431"/>
                    <a:pt x="15" y="1560"/>
                  </a:cubicBezTo>
                  <a:cubicBezTo>
                    <a:pt x="29" y="1674"/>
                    <a:pt x="144" y="1774"/>
                    <a:pt x="258" y="1774"/>
                  </a:cubicBezTo>
                  <a:lnTo>
                    <a:pt x="286" y="1774"/>
                  </a:lnTo>
                  <a:lnTo>
                    <a:pt x="714" y="1717"/>
                  </a:lnTo>
                  <a:lnTo>
                    <a:pt x="10341" y="533"/>
                  </a:lnTo>
                  <a:lnTo>
                    <a:pt x="10826" y="476"/>
                  </a:lnTo>
                  <a:cubicBezTo>
                    <a:pt x="10955" y="461"/>
                    <a:pt x="11055" y="333"/>
                    <a:pt x="11040" y="205"/>
                  </a:cubicBezTo>
                  <a:cubicBezTo>
                    <a:pt x="11028" y="91"/>
                    <a:pt x="10926" y="0"/>
                    <a:pt x="1081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92"/>
            <p:cNvSpPr/>
            <p:nvPr/>
          </p:nvSpPr>
          <p:spPr>
            <a:xfrm>
              <a:off x="2423625" y="1491425"/>
              <a:ext cx="179750" cy="36075"/>
            </a:xfrm>
            <a:custGeom>
              <a:avLst/>
              <a:gdLst/>
              <a:ahLst/>
              <a:cxnLst/>
              <a:rect l="l" t="t" r="r" b="b"/>
              <a:pathLst>
                <a:path w="7190" h="1443" extrusionOk="0">
                  <a:moveTo>
                    <a:pt x="6932" y="0"/>
                  </a:moveTo>
                  <a:cubicBezTo>
                    <a:pt x="6923" y="0"/>
                    <a:pt x="6913" y="1"/>
                    <a:pt x="6904" y="2"/>
                  </a:cubicBezTo>
                  <a:lnTo>
                    <a:pt x="5991" y="130"/>
                  </a:lnTo>
                  <a:lnTo>
                    <a:pt x="1113" y="843"/>
                  </a:lnTo>
                  <a:lnTo>
                    <a:pt x="229" y="972"/>
                  </a:lnTo>
                  <a:cubicBezTo>
                    <a:pt x="101" y="986"/>
                    <a:pt x="1" y="1114"/>
                    <a:pt x="29" y="1243"/>
                  </a:cubicBezTo>
                  <a:cubicBezTo>
                    <a:pt x="44" y="1357"/>
                    <a:pt x="143" y="1443"/>
                    <a:pt x="257" y="1443"/>
                  </a:cubicBezTo>
                  <a:lnTo>
                    <a:pt x="286" y="1443"/>
                  </a:lnTo>
                  <a:lnTo>
                    <a:pt x="714" y="1385"/>
                  </a:lnTo>
                  <a:lnTo>
                    <a:pt x="6547" y="530"/>
                  </a:lnTo>
                  <a:lnTo>
                    <a:pt x="6975" y="473"/>
                  </a:lnTo>
                  <a:cubicBezTo>
                    <a:pt x="7104" y="458"/>
                    <a:pt x="7189" y="330"/>
                    <a:pt x="7175" y="202"/>
                  </a:cubicBezTo>
                  <a:cubicBezTo>
                    <a:pt x="7148" y="83"/>
                    <a:pt x="7048" y="0"/>
                    <a:pt x="693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92"/>
            <p:cNvSpPr/>
            <p:nvPr/>
          </p:nvSpPr>
          <p:spPr>
            <a:xfrm>
              <a:off x="2589800" y="2407925"/>
              <a:ext cx="136225" cy="42750"/>
            </a:xfrm>
            <a:custGeom>
              <a:avLst/>
              <a:gdLst/>
              <a:ahLst/>
              <a:cxnLst/>
              <a:rect l="l" t="t" r="r" b="b"/>
              <a:pathLst>
                <a:path w="5449" h="1710" extrusionOk="0">
                  <a:moveTo>
                    <a:pt x="5188" y="1"/>
                  </a:moveTo>
                  <a:cubicBezTo>
                    <a:pt x="5166" y="1"/>
                    <a:pt x="5143" y="4"/>
                    <a:pt x="5121" y="12"/>
                  </a:cubicBezTo>
                  <a:lnTo>
                    <a:pt x="4422" y="183"/>
                  </a:lnTo>
                  <a:lnTo>
                    <a:pt x="999" y="1039"/>
                  </a:lnTo>
                  <a:lnTo>
                    <a:pt x="200" y="1238"/>
                  </a:lnTo>
                  <a:cubicBezTo>
                    <a:pt x="72" y="1267"/>
                    <a:pt x="0" y="1395"/>
                    <a:pt x="29" y="1524"/>
                  </a:cubicBezTo>
                  <a:cubicBezTo>
                    <a:pt x="57" y="1638"/>
                    <a:pt x="143" y="1709"/>
                    <a:pt x="257" y="1709"/>
                  </a:cubicBezTo>
                  <a:cubicBezTo>
                    <a:pt x="271" y="1709"/>
                    <a:pt x="300" y="1709"/>
                    <a:pt x="314" y="1695"/>
                  </a:cubicBezTo>
                  <a:lnTo>
                    <a:pt x="713" y="1595"/>
                  </a:lnTo>
                  <a:lnTo>
                    <a:pt x="4835" y="568"/>
                  </a:lnTo>
                  <a:lnTo>
                    <a:pt x="5235" y="468"/>
                  </a:lnTo>
                  <a:cubicBezTo>
                    <a:pt x="5363" y="440"/>
                    <a:pt x="5449" y="311"/>
                    <a:pt x="5406" y="183"/>
                  </a:cubicBezTo>
                  <a:cubicBezTo>
                    <a:pt x="5382" y="77"/>
                    <a:pt x="5291" y="1"/>
                    <a:pt x="518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92"/>
            <p:cNvSpPr/>
            <p:nvPr/>
          </p:nvSpPr>
          <p:spPr>
            <a:xfrm>
              <a:off x="2558775" y="2493025"/>
              <a:ext cx="211825" cy="30375"/>
            </a:xfrm>
            <a:custGeom>
              <a:avLst/>
              <a:gdLst/>
              <a:ahLst/>
              <a:cxnLst/>
              <a:rect l="l" t="t" r="r" b="b"/>
              <a:pathLst>
                <a:path w="8473" h="1215" extrusionOk="0">
                  <a:moveTo>
                    <a:pt x="8228" y="1"/>
                  </a:moveTo>
                  <a:cubicBezTo>
                    <a:pt x="8220" y="1"/>
                    <a:pt x="8211" y="1"/>
                    <a:pt x="8201" y="2"/>
                  </a:cubicBezTo>
                  <a:lnTo>
                    <a:pt x="856" y="673"/>
                  </a:lnTo>
                  <a:lnTo>
                    <a:pt x="229" y="730"/>
                  </a:lnTo>
                  <a:cubicBezTo>
                    <a:pt x="100" y="744"/>
                    <a:pt x="0" y="858"/>
                    <a:pt x="15" y="986"/>
                  </a:cubicBezTo>
                  <a:cubicBezTo>
                    <a:pt x="29" y="1115"/>
                    <a:pt x="129" y="1215"/>
                    <a:pt x="257" y="1215"/>
                  </a:cubicBezTo>
                  <a:cubicBezTo>
                    <a:pt x="257" y="1215"/>
                    <a:pt x="271" y="1215"/>
                    <a:pt x="271" y="1200"/>
                  </a:cubicBezTo>
                  <a:lnTo>
                    <a:pt x="685" y="1172"/>
                  </a:lnTo>
                  <a:lnTo>
                    <a:pt x="8244" y="473"/>
                  </a:lnTo>
                  <a:cubicBezTo>
                    <a:pt x="8373" y="459"/>
                    <a:pt x="8472" y="345"/>
                    <a:pt x="8458" y="216"/>
                  </a:cubicBezTo>
                  <a:cubicBezTo>
                    <a:pt x="8458" y="96"/>
                    <a:pt x="8358" y="1"/>
                    <a:pt x="822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92"/>
            <p:cNvSpPr/>
            <p:nvPr/>
          </p:nvSpPr>
          <p:spPr>
            <a:xfrm>
              <a:off x="2583725" y="2576575"/>
              <a:ext cx="216100" cy="61650"/>
            </a:xfrm>
            <a:custGeom>
              <a:avLst/>
              <a:gdLst/>
              <a:ahLst/>
              <a:cxnLst/>
              <a:rect l="l" t="t" r="r" b="b"/>
              <a:pathLst>
                <a:path w="8644" h="2466" extrusionOk="0">
                  <a:moveTo>
                    <a:pt x="8384" y="1"/>
                  </a:moveTo>
                  <a:cubicBezTo>
                    <a:pt x="8361" y="1"/>
                    <a:pt x="8339" y="5"/>
                    <a:pt x="8316" y="12"/>
                  </a:cubicBezTo>
                  <a:lnTo>
                    <a:pt x="200" y="1995"/>
                  </a:lnTo>
                  <a:cubicBezTo>
                    <a:pt x="72" y="2023"/>
                    <a:pt x="1" y="2166"/>
                    <a:pt x="29" y="2280"/>
                  </a:cubicBezTo>
                  <a:cubicBezTo>
                    <a:pt x="58" y="2394"/>
                    <a:pt x="158" y="2465"/>
                    <a:pt x="257" y="2465"/>
                  </a:cubicBezTo>
                  <a:lnTo>
                    <a:pt x="315" y="2465"/>
                  </a:lnTo>
                  <a:lnTo>
                    <a:pt x="8430" y="469"/>
                  </a:lnTo>
                  <a:cubicBezTo>
                    <a:pt x="8558" y="440"/>
                    <a:pt x="8644" y="312"/>
                    <a:pt x="8601" y="183"/>
                  </a:cubicBezTo>
                  <a:cubicBezTo>
                    <a:pt x="8578" y="78"/>
                    <a:pt x="8487" y="1"/>
                    <a:pt x="838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7" name="Google Shape;1667;p92"/>
          <p:cNvGrpSpPr/>
          <p:nvPr/>
        </p:nvGrpSpPr>
        <p:grpSpPr>
          <a:xfrm>
            <a:off x="2881984" y="3144191"/>
            <a:ext cx="1377698" cy="1417067"/>
            <a:chOff x="2844025" y="3355850"/>
            <a:chExt cx="478550" cy="492225"/>
          </a:xfrm>
        </p:grpSpPr>
        <p:sp>
          <p:nvSpPr>
            <p:cNvPr id="1668" name="Google Shape;1668;p92"/>
            <p:cNvSpPr/>
            <p:nvPr/>
          </p:nvSpPr>
          <p:spPr>
            <a:xfrm>
              <a:off x="2844025" y="3480950"/>
              <a:ext cx="234300" cy="113950"/>
            </a:xfrm>
            <a:custGeom>
              <a:avLst/>
              <a:gdLst/>
              <a:ahLst/>
              <a:cxnLst/>
              <a:rect l="l" t="t" r="r" b="b"/>
              <a:pathLst>
                <a:path w="9372" h="4558" extrusionOk="0">
                  <a:moveTo>
                    <a:pt x="418" y="0"/>
                  </a:moveTo>
                  <a:cubicBezTo>
                    <a:pt x="365" y="0"/>
                    <a:pt x="310" y="12"/>
                    <a:pt x="257" y="36"/>
                  </a:cubicBezTo>
                  <a:cubicBezTo>
                    <a:pt x="72" y="122"/>
                    <a:pt x="1" y="350"/>
                    <a:pt x="86" y="535"/>
                  </a:cubicBezTo>
                  <a:cubicBezTo>
                    <a:pt x="1213" y="2803"/>
                    <a:pt x="3837" y="3602"/>
                    <a:pt x="6504" y="4115"/>
                  </a:cubicBezTo>
                  <a:cubicBezTo>
                    <a:pt x="7446" y="4301"/>
                    <a:pt x="8416" y="4444"/>
                    <a:pt x="9371" y="4558"/>
                  </a:cubicBezTo>
                  <a:cubicBezTo>
                    <a:pt x="9357" y="4329"/>
                    <a:pt x="9343" y="4101"/>
                    <a:pt x="9314" y="3873"/>
                  </a:cubicBezTo>
                  <a:cubicBezTo>
                    <a:pt x="9314" y="3859"/>
                    <a:pt x="9314" y="3844"/>
                    <a:pt x="9314" y="3816"/>
                  </a:cubicBezTo>
                  <a:cubicBezTo>
                    <a:pt x="8929" y="3773"/>
                    <a:pt x="8544" y="3716"/>
                    <a:pt x="8145" y="3659"/>
                  </a:cubicBezTo>
                  <a:lnTo>
                    <a:pt x="7688" y="4073"/>
                  </a:lnTo>
                  <a:cubicBezTo>
                    <a:pt x="7645" y="4101"/>
                    <a:pt x="7603" y="4115"/>
                    <a:pt x="7560" y="4115"/>
                  </a:cubicBezTo>
                  <a:cubicBezTo>
                    <a:pt x="7517" y="4115"/>
                    <a:pt x="7460" y="4101"/>
                    <a:pt x="7432" y="4058"/>
                  </a:cubicBezTo>
                  <a:cubicBezTo>
                    <a:pt x="7360" y="3987"/>
                    <a:pt x="7374" y="3873"/>
                    <a:pt x="7446" y="3802"/>
                  </a:cubicBezTo>
                  <a:lnTo>
                    <a:pt x="7688" y="3588"/>
                  </a:lnTo>
                  <a:cubicBezTo>
                    <a:pt x="7332" y="3531"/>
                    <a:pt x="6989" y="3474"/>
                    <a:pt x="6633" y="3402"/>
                  </a:cubicBezTo>
                  <a:cubicBezTo>
                    <a:pt x="6219" y="3317"/>
                    <a:pt x="5791" y="3231"/>
                    <a:pt x="5378" y="3131"/>
                  </a:cubicBezTo>
                  <a:lnTo>
                    <a:pt x="4921" y="3488"/>
                  </a:lnTo>
                  <a:cubicBezTo>
                    <a:pt x="4893" y="3516"/>
                    <a:pt x="4850" y="3531"/>
                    <a:pt x="4807" y="3531"/>
                  </a:cubicBezTo>
                  <a:cubicBezTo>
                    <a:pt x="4764" y="3531"/>
                    <a:pt x="4707" y="3502"/>
                    <a:pt x="4665" y="3459"/>
                  </a:cubicBezTo>
                  <a:cubicBezTo>
                    <a:pt x="4607" y="3388"/>
                    <a:pt x="4622" y="3274"/>
                    <a:pt x="4693" y="3203"/>
                  </a:cubicBezTo>
                  <a:lnTo>
                    <a:pt x="4936" y="3003"/>
                  </a:lnTo>
                  <a:cubicBezTo>
                    <a:pt x="4051" y="2775"/>
                    <a:pt x="3224" y="2475"/>
                    <a:pt x="2525" y="2047"/>
                  </a:cubicBezTo>
                  <a:lnTo>
                    <a:pt x="2169" y="2333"/>
                  </a:lnTo>
                  <a:cubicBezTo>
                    <a:pt x="2126" y="2361"/>
                    <a:pt x="2097" y="2375"/>
                    <a:pt x="2054" y="2375"/>
                  </a:cubicBezTo>
                  <a:cubicBezTo>
                    <a:pt x="1997" y="2375"/>
                    <a:pt x="1940" y="2347"/>
                    <a:pt x="1912" y="2304"/>
                  </a:cubicBezTo>
                  <a:cubicBezTo>
                    <a:pt x="1840" y="2219"/>
                    <a:pt x="1855" y="2104"/>
                    <a:pt x="1940" y="2047"/>
                  </a:cubicBezTo>
                  <a:lnTo>
                    <a:pt x="2197" y="1833"/>
                  </a:lnTo>
                  <a:cubicBezTo>
                    <a:pt x="1584" y="1420"/>
                    <a:pt x="1085" y="878"/>
                    <a:pt x="742" y="207"/>
                  </a:cubicBezTo>
                  <a:cubicBezTo>
                    <a:pt x="681" y="75"/>
                    <a:pt x="554" y="0"/>
                    <a:pt x="41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92"/>
            <p:cNvSpPr/>
            <p:nvPr/>
          </p:nvSpPr>
          <p:spPr>
            <a:xfrm>
              <a:off x="3095400" y="3578825"/>
              <a:ext cx="227175" cy="136950"/>
            </a:xfrm>
            <a:custGeom>
              <a:avLst/>
              <a:gdLst/>
              <a:ahLst/>
              <a:cxnLst/>
              <a:rect l="l" t="t" r="r" b="b"/>
              <a:pathLst>
                <a:path w="9087" h="5478" extrusionOk="0">
                  <a:moveTo>
                    <a:pt x="1" y="1"/>
                  </a:moveTo>
                  <a:cubicBezTo>
                    <a:pt x="15" y="243"/>
                    <a:pt x="29" y="500"/>
                    <a:pt x="58" y="742"/>
                  </a:cubicBezTo>
                  <a:cubicBezTo>
                    <a:pt x="743" y="828"/>
                    <a:pt x="1441" y="928"/>
                    <a:pt x="2126" y="1042"/>
                  </a:cubicBezTo>
                  <a:lnTo>
                    <a:pt x="2497" y="643"/>
                  </a:lnTo>
                  <a:cubicBezTo>
                    <a:pt x="2534" y="605"/>
                    <a:pt x="2584" y="587"/>
                    <a:pt x="2633" y="587"/>
                  </a:cubicBezTo>
                  <a:cubicBezTo>
                    <a:pt x="2677" y="587"/>
                    <a:pt x="2720" y="601"/>
                    <a:pt x="2754" y="628"/>
                  </a:cubicBezTo>
                  <a:cubicBezTo>
                    <a:pt x="2839" y="700"/>
                    <a:pt x="2839" y="814"/>
                    <a:pt x="2768" y="899"/>
                  </a:cubicBezTo>
                  <a:lnTo>
                    <a:pt x="2554" y="1113"/>
                  </a:lnTo>
                  <a:cubicBezTo>
                    <a:pt x="3139" y="1213"/>
                    <a:pt x="3709" y="1341"/>
                    <a:pt x="4280" y="1484"/>
                  </a:cubicBezTo>
                  <a:cubicBezTo>
                    <a:pt x="6719" y="2140"/>
                    <a:pt x="8088" y="3367"/>
                    <a:pt x="8330" y="5164"/>
                  </a:cubicBezTo>
                  <a:cubicBezTo>
                    <a:pt x="8359" y="5349"/>
                    <a:pt x="8516" y="5478"/>
                    <a:pt x="8701" y="5478"/>
                  </a:cubicBezTo>
                  <a:lnTo>
                    <a:pt x="8744" y="5478"/>
                  </a:lnTo>
                  <a:cubicBezTo>
                    <a:pt x="8944" y="5449"/>
                    <a:pt x="9086" y="5264"/>
                    <a:pt x="9058" y="5064"/>
                  </a:cubicBezTo>
                  <a:cubicBezTo>
                    <a:pt x="8758" y="2953"/>
                    <a:pt x="7218" y="1513"/>
                    <a:pt x="4465" y="785"/>
                  </a:cubicBezTo>
                  <a:cubicBezTo>
                    <a:pt x="2996" y="386"/>
                    <a:pt x="1484" y="18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92"/>
            <p:cNvSpPr/>
            <p:nvPr/>
          </p:nvSpPr>
          <p:spPr>
            <a:xfrm>
              <a:off x="3040150" y="3355850"/>
              <a:ext cx="157975" cy="492225"/>
            </a:xfrm>
            <a:custGeom>
              <a:avLst/>
              <a:gdLst/>
              <a:ahLst/>
              <a:cxnLst/>
              <a:rect l="l" t="t" r="r" b="b"/>
              <a:pathLst>
                <a:path w="6319" h="19689" extrusionOk="0">
                  <a:moveTo>
                    <a:pt x="424" y="1"/>
                  </a:moveTo>
                  <a:cubicBezTo>
                    <a:pt x="372" y="1"/>
                    <a:pt x="320" y="11"/>
                    <a:pt x="271" y="34"/>
                  </a:cubicBezTo>
                  <a:cubicBezTo>
                    <a:pt x="86" y="105"/>
                    <a:pt x="0" y="319"/>
                    <a:pt x="86" y="505"/>
                  </a:cubicBezTo>
                  <a:cubicBezTo>
                    <a:pt x="285" y="975"/>
                    <a:pt x="442" y="1460"/>
                    <a:pt x="571" y="1945"/>
                  </a:cubicBezTo>
                  <a:lnTo>
                    <a:pt x="813" y="1760"/>
                  </a:lnTo>
                  <a:cubicBezTo>
                    <a:pt x="844" y="1729"/>
                    <a:pt x="883" y="1714"/>
                    <a:pt x="923" y="1714"/>
                  </a:cubicBezTo>
                  <a:cubicBezTo>
                    <a:pt x="975" y="1714"/>
                    <a:pt x="1029" y="1740"/>
                    <a:pt x="1070" y="1788"/>
                  </a:cubicBezTo>
                  <a:cubicBezTo>
                    <a:pt x="1127" y="1874"/>
                    <a:pt x="1113" y="1988"/>
                    <a:pt x="1041" y="2045"/>
                  </a:cubicBezTo>
                  <a:lnTo>
                    <a:pt x="670" y="2330"/>
                  </a:lnTo>
                  <a:cubicBezTo>
                    <a:pt x="813" y="2944"/>
                    <a:pt x="913" y="3543"/>
                    <a:pt x="999" y="4099"/>
                  </a:cubicBezTo>
                  <a:cubicBezTo>
                    <a:pt x="1027" y="4313"/>
                    <a:pt x="1070" y="4527"/>
                    <a:pt x="1098" y="4755"/>
                  </a:cubicBezTo>
                  <a:lnTo>
                    <a:pt x="1341" y="4555"/>
                  </a:lnTo>
                  <a:cubicBezTo>
                    <a:pt x="1373" y="4523"/>
                    <a:pt x="1414" y="4508"/>
                    <a:pt x="1455" y="4508"/>
                  </a:cubicBezTo>
                  <a:cubicBezTo>
                    <a:pt x="1506" y="4508"/>
                    <a:pt x="1558" y="4530"/>
                    <a:pt x="1598" y="4570"/>
                  </a:cubicBezTo>
                  <a:cubicBezTo>
                    <a:pt x="1655" y="4655"/>
                    <a:pt x="1640" y="4769"/>
                    <a:pt x="1569" y="4826"/>
                  </a:cubicBezTo>
                  <a:lnTo>
                    <a:pt x="1141" y="5183"/>
                  </a:lnTo>
                  <a:cubicBezTo>
                    <a:pt x="1227" y="5853"/>
                    <a:pt x="1298" y="6552"/>
                    <a:pt x="1355" y="7223"/>
                  </a:cubicBezTo>
                  <a:lnTo>
                    <a:pt x="1598" y="7009"/>
                  </a:lnTo>
                  <a:cubicBezTo>
                    <a:pt x="1630" y="6976"/>
                    <a:pt x="1670" y="6962"/>
                    <a:pt x="1712" y="6962"/>
                  </a:cubicBezTo>
                  <a:cubicBezTo>
                    <a:pt x="1763" y="6962"/>
                    <a:pt x="1815" y="6984"/>
                    <a:pt x="1854" y="7023"/>
                  </a:cubicBezTo>
                  <a:cubicBezTo>
                    <a:pt x="1926" y="7094"/>
                    <a:pt x="1911" y="7208"/>
                    <a:pt x="1840" y="7280"/>
                  </a:cubicBezTo>
                  <a:lnTo>
                    <a:pt x="1384" y="7679"/>
                  </a:lnTo>
                  <a:cubicBezTo>
                    <a:pt x="1412" y="8064"/>
                    <a:pt x="1441" y="8449"/>
                    <a:pt x="1469" y="8820"/>
                  </a:cubicBezTo>
                  <a:cubicBezTo>
                    <a:pt x="1469" y="8848"/>
                    <a:pt x="1469" y="8863"/>
                    <a:pt x="1469" y="8877"/>
                  </a:cubicBezTo>
                  <a:cubicBezTo>
                    <a:pt x="1498" y="9105"/>
                    <a:pt x="1512" y="9333"/>
                    <a:pt x="1526" y="9562"/>
                  </a:cubicBezTo>
                  <a:cubicBezTo>
                    <a:pt x="1626" y="10917"/>
                    <a:pt x="1740" y="12300"/>
                    <a:pt x="1954" y="13669"/>
                  </a:cubicBezTo>
                  <a:cubicBezTo>
                    <a:pt x="2296" y="15852"/>
                    <a:pt x="3067" y="18847"/>
                    <a:pt x="5805" y="19674"/>
                  </a:cubicBezTo>
                  <a:cubicBezTo>
                    <a:pt x="5834" y="19688"/>
                    <a:pt x="5876" y="19688"/>
                    <a:pt x="5905" y="19688"/>
                  </a:cubicBezTo>
                  <a:cubicBezTo>
                    <a:pt x="6062" y="19688"/>
                    <a:pt x="6204" y="19588"/>
                    <a:pt x="6261" y="19432"/>
                  </a:cubicBezTo>
                  <a:cubicBezTo>
                    <a:pt x="6319" y="19232"/>
                    <a:pt x="6204" y="19032"/>
                    <a:pt x="6005" y="18975"/>
                  </a:cubicBezTo>
                  <a:cubicBezTo>
                    <a:pt x="4151" y="18419"/>
                    <a:pt x="3338" y="16650"/>
                    <a:pt x="2924" y="14867"/>
                  </a:cubicBezTo>
                  <a:lnTo>
                    <a:pt x="2667" y="15067"/>
                  </a:lnTo>
                  <a:cubicBezTo>
                    <a:pt x="2639" y="15081"/>
                    <a:pt x="2596" y="15096"/>
                    <a:pt x="2567" y="15096"/>
                  </a:cubicBezTo>
                  <a:cubicBezTo>
                    <a:pt x="2510" y="15096"/>
                    <a:pt x="2453" y="15081"/>
                    <a:pt x="2411" y="15024"/>
                  </a:cubicBezTo>
                  <a:cubicBezTo>
                    <a:pt x="2353" y="14953"/>
                    <a:pt x="2368" y="14839"/>
                    <a:pt x="2453" y="14768"/>
                  </a:cubicBezTo>
                  <a:lnTo>
                    <a:pt x="2838" y="14468"/>
                  </a:lnTo>
                  <a:cubicBezTo>
                    <a:pt x="2767" y="14154"/>
                    <a:pt x="2724" y="13855"/>
                    <a:pt x="2667" y="13555"/>
                  </a:cubicBezTo>
                  <a:cubicBezTo>
                    <a:pt x="2610" y="13170"/>
                    <a:pt x="2567" y="12799"/>
                    <a:pt x="2510" y="12414"/>
                  </a:cubicBezTo>
                  <a:lnTo>
                    <a:pt x="2296" y="12642"/>
                  </a:lnTo>
                  <a:cubicBezTo>
                    <a:pt x="2268" y="12685"/>
                    <a:pt x="2211" y="12699"/>
                    <a:pt x="2168" y="12699"/>
                  </a:cubicBezTo>
                  <a:cubicBezTo>
                    <a:pt x="2125" y="12699"/>
                    <a:pt x="2068" y="12685"/>
                    <a:pt x="2040" y="12657"/>
                  </a:cubicBezTo>
                  <a:cubicBezTo>
                    <a:pt x="1968" y="12585"/>
                    <a:pt x="1968" y="12471"/>
                    <a:pt x="2040" y="12400"/>
                  </a:cubicBezTo>
                  <a:lnTo>
                    <a:pt x="2468" y="11944"/>
                  </a:lnTo>
                  <a:cubicBezTo>
                    <a:pt x="2382" y="11173"/>
                    <a:pt x="2325" y="10417"/>
                    <a:pt x="2268" y="9661"/>
                  </a:cubicBezTo>
                  <a:cubicBezTo>
                    <a:pt x="2239" y="9419"/>
                    <a:pt x="2225" y="9162"/>
                    <a:pt x="2211" y="8920"/>
                  </a:cubicBezTo>
                  <a:cubicBezTo>
                    <a:pt x="2211" y="8891"/>
                    <a:pt x="2211" y="8863"/>
                    <a:pt x="2211" y="8834"/>
                  </a:cubicBezTo>
                  <a:cubicBezTo>
                    <a:pt x="2097" y="7237"/>
                    <a:pt x="1968" y="5597"/>
                    <a:pt x="1726" y="3985"/>
                  </a:cubicBezTo>
                  <a:cubicBezTo>
                    <a:pt x="1541" y="2815"/>
                    <a:pt x="1298" y="1460"/>
                    <a:pt x="756" y="219"/>
                  </a:cubicBezTo>
                  <a:cubicBezTo>
                    <a:pt x="704" y="83"/>
                    <a:pt x="566" y="1"/>
                    <a:pt x="42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92"/>
            <p:cNvSpPr/>
            <p:nvPr/>
          </p:nvSpPr>
          <p:spPr>
            <a:xfrm>
              <a:off x="3028025" y="3529875"/>
              <a:ext cx="60275" cy="53975"/>
            </a:xfrm>
            <a:custGeom>
              <a:avLst/>
              <a:gdLst/>
              <a:ahLst/>
              <a:cxnLst/>
              <a:rect l="l" t="t" r="r" b="b"/>
              <a:pathLst>
                <a:path w="2411" h="2159" extrusionOk="0">
                  <a:moveTo>
                    <a:pt x="2197" y="1"/>
                  </a:moveTo>
                  <a:cubicBezTo>
                    <a:pt x="2155" y="1"/>
                    <a:pt x="2115" y="15"/>
                    <a:pt x="2083" y="48"/>
                  </a:cubicBezTo>
                  <a:lnTo>
                    <a:pt x="1840" y="262"/>
                  </a:lnTo>
                  <a:lnTo>
                    <a:pt x="328" y="1631"/>
                  </a:lnTo>
                  <a:lnTo>
                    <a:pt x="86" y="1845"/>
                  </a:lnTo>
                  <a:cubicBezTo>
                    <a:pt x="14" y="1916"/>
                    <a:pt x="0" y="2030"/>
                    <a:pt x="72" y="2101"/>
                  </a:cubicBezTo>
                  <a:cubicBezTo>
                    <a:pt x="100" y="2144"/>
                    <a:pt x="157" y="2158"/>
                    <a:pt x="200" y="2158"/>
                  </a:cubicBezTo>
                  <a:cubicBezTo>
                    <a:pt x="243" y="2158"/>
                    <a:pt x="285" y="2144"/>
                    <a:pt x="328" y="2116"/>
                  </a:cubicBezTo>
                  <a:lnTo>
                    <a:pt x="785" y="1702"/>
                  </a:lnTo>
                  <a:lnTo>
                    <a:pt x="1869" y="718"/>
                  </a:lnTo>
                  <a:lnTo>
                    <a:pt x="2325" y="319"/>
                  </a:lnTo>
                  <a:cubicBezTo>
                    <a:pt x="2396" y="247"/>
                    <a:pt x="2411" y="133"/>
                    <a:pt x="2339" y="62"/>
                  </a:cubicBezTo>
                  <a:cubicBezTo>
                    <a:pt x="2300" y="23"/>
                    <a:pt x="2248" y="1"/>
                    <a:pt x="2197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92"/>
            <p:cNvSpPr/>
            <p:nvPr/>
          </p:nvSpPr>
          <p:spPr>
            <a:xfrm>
              <a:off x="2959200" y="3468550"/>
              <a:ext cx="122325" cy="100675"/>
            </a:xfrm>
            <a:custGeom>
              <a:avLst/>
              <a:gdLst/>
              <a:ahLst/>
              <a:cxnLst/>
              <a:rect l="l" t="t" r="r" b="b"/>
              <a:pathLst>
                <a:path w="4893" h="4027" extrusionOk="0">
                  <a:moveTo>
                    <a:pt x="4693" y="0"/>
                  </a:moveTo>
                  <a:cubicBezTo>
                    <a:pt x="4652" y="0"/>
                    <a:pt x="4611" y="15"/>
                    <a:pt x="4579" y="47"/>
                  </a:cubicBezTo>
                  <a:lnTo>
                    <a:pt x="4336" y="247"/>
                  </a:lnTo>
                  <a:lnTo>
                    <a:pt x="329" y="3499"/>
                  </a:lnTo>
                  <a:lnTo>
                    <a:pt x="86" y="3699"/>
                  </a:lnTo>
                  <a:cubicBezTo>
                    <a:pt x="15" y="3770"/>
                    <a:pt x="0" y="3884"/>
                    <a:pt x="58" y="3955"/>
                  </a:cubicBezTo>
                  <a:cubicBezTo>
                    <a:pt x="100" y="3998"/>
                    <a:pt x="157" y="4027"/>
                    <a:pt x="200" y="4027"/>
                  </a:cubicBezTo>
                  <a:cubicBezTo>
                    <a:pt x="243" y="4027"/>
                    <a:pt x="286" y="4012"/>
                    <a:pt x="314" y="3984"/>
                  </a:cubicBezTo>
                  <a:lnTo>
                    <a:pt x="771" y="3627"/>
                  </a:lnTo>
                  <a:lnTo>
                    <a:pt x="4379" y="675"/>
                  </a:lnTo>
                  <a:lnTo>
                    <a:pt x="4807" y="318"/>
                  </a:lnTo>
                  <a:cubicBezTo>
                    <a:pt x="4878" y="261"/>
                    <a:pt x="4893" y="147"/>
                    <a:pt x="4836" y="62"/>
                  </a:cubicBezTo>
                  <a:cubicBezTo>
                    <a:pt x="4796" y="22"/>
                    <a:pt x="4744" y="0"/>
                    <a:pt x="469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92"/>
            <p:cNvSpPr/>
            <p:nvPr/>
          </p:nvSpPr>
          <p:spPr>
            <a:xfrm>
              <a:off x="2890025" y="3398700"/>
              <a:ext cx="178300" cy="141650"/>
            </a:xfrm>
            <a:custGeom>
              <a:avLst/>
              <a:gdLst/>
              <a:ahLst/>
              <a:cxnLst/>
              <a:rect l="l" t="t" r="r" b="b"/>
              <a:pathLst>
                <a:path w="7132" h="5666" extrusionOk="0">
                  <a:moveTo>
                    <a:pt x="6928" y="0"/>
                  </a:moveTo>
                  <a:cubicBezTo>
                    <a:pt x="6888" y="0"/>
                    <a:pt x="6849" y="15"/>
                    <a:pt x="6818" y="46"/>
                  </a:cubicBezTo>
                  <a:lnTo>
                    <a:pt x="6576" y="231"/>
                  </a:lnTo>
                  <a:lnTo>
                    <a:pt x="357" y="5123"/>
                  </a:lnTo>
                  <a:lnTo>
                    <a:pt x="100" y="5337"/>
                  </a:lnTo>
                  <a:cubicBezTo>
                    <a:pt x="15" y="5394"/>
                    <a:pt x="0" y="5509"/>
                    <a:pt x="72" y="5594"/>
                  </a:cubicBezTo>
                  <a:cubicBezTo>
                    <a:pt x="100" y="5637"/>
                    <a:pt x="157" y="5665"/>
                    <a:pt x="214" y="5665"/>
                  </a:cubicBezTo>
                  <a:cubicBezTo>
                    <a:pt x="257" y="5665"/>
                    <a:pt x="286" y="5651"/>
                    <a:pt x="329" y="5623"/>
                  </a:cubicBezTo>
                  <a:lnTo>
                    <a:pt x="685" y="5337"/>
                  </a:lnTo>
                  <a:lnTo>
                    <a:pt x="6675" y="616"/>
                  </a:lnTo>
                  <a:lnTo>
                    <a:pt x="7046" y="331"/>
                  </a:lnTo>
                  <a:cubicBezTo>
                    <a:pt x="7118" y="274"/>
                    <a:pt x="7132" y="160"/>
                    <a:pt x="7075" y="74"/>
                  </a:cubicBezTo>
                  <a:cubicBezTo>
                    <a:pt x="7034" y="26"/>
                    <a:pt x="6980" y="0"/>
                    <a:pt x="692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92"/>
            <p:cNvSpPr/>
            <p:nvPr/>
          </p:nvSpPr>
          <p:spPr>
            <a:xfrm>
              <a:off x="3089350" y="3593500"/>
              <a:ext cx="77050" cy="79850"/>
            </a:xfrm>
            <a:custGeom>
              <a:avLst/>
              <a:gdLst/>
              <a:ahLst/>
              <a:cxnLst/>
              <a:rect l="l" t="t" r="r" b="b"/>
              <a:pathLst>
                <a:path w="3082" h="3194" extrusionOk="0">
                  <a:moveTo>
                    <a:pt x="2875" y="0"/>
                  </a:moveTo>
                  <a:cubicBezTo>
                    <a:pt x="2826" y="0"/>
                    <a:pt x="2776" y="18"/>
                    <a:pt x="2739" y="56"/>
                  </a:cubicBezTo>
                  <a:lnTo>
                    <a:pt x="2368" y="455"/>
                  </a:lnTo>
                  <a:lnTo>
                    <a:pt x="500" y="2438"/>
                  </a:lnTo>
                  <a:lnTo>
                    <a:pt x="72" y="2894"/>
                  </a:lnTo>
                  <a:cubicBezTo>
                    <a:pt x="0" y="2965"/>
                    <a:pt x="0" y="3079"/>
                    <a:pt x="72" y="3151"/>
                  </a:cubicBezTo>
                  <a:cubicBezTo>
                    <a:pt x="100" y="3179"/>
                    <a:pt x="157" y="3193"/>
                    <a:pt x="200" y="3193"/>
                  </a:cubicBezTo>
                  <a:cubicBezTo>
                    <a:pt x="243" y="3193"/>
                    <a:pt x="300" y="3179"/>
                    <a:pt x="328" y="3136"/>
                  </a:cubicBezTo>
                  <a:lnTo>
                    <a:pt x="542" y="2908"/>
                  </a:lnTo>
                  <a:lnTo>
                    <a:pt x="2796" y="526"/>
                  </a:lnTo>
                  <a:lnTo>
                    <a:pt x="3010" y="312"/>
                  </a:lnTo>
                  <a:cubicBezTo>
                    <a:pt x="3081" y="227"/>
                    <a:pt x="3081" y="113"/>
                    <a:pt x="2996" y="41"/>
                  </a:cubicBezTo>
                  <a:cubicBezTo>
                    <a:pt x="2962" y="14"/>
                    <a:pt x="2919" y="0"/>
                    <a:pt x="287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92"/>
            <p:cNvSpPr/>
            <p:nvPr/>
          </p:nvSpPr>
          <p:spPr>
            <a:xfrm>
              <a:off x="3098975" y="3630000"/>
              <a:ext cx="131950" cy="103250"/>
            </a:xfrm>
            <a:custGeom>
              <a:avLst/>
              <a:gdLst/>
              <a:ahLst/>
              <a:cxnLst/>
              <a:rect l="l" t="t" r="r" b="b"/>
              <a:pathLst>
                <a:path w="5278" h="4130" extrusionOk="0">
                  <a:moveTo>
                    <a:pt x="5066" y="1"/>
                  </a:moveTo>
                  <a:cubicBezTo>
                    <a:pt x="5026" y="1"/>
                    <a:pt x="4985" y="12"/>
                    <a:pt x="4950" y="36"/>
                  </a:cubicBezTo>
                  <a:lnTo>
                    <a:pt x="485" y="3502"/>
                  </a:lnTo>
                  <a:lnTo>
                    <a:pt x="100" y="3802"/>
                  </a:lnTo>
                  <a:cubicBezTo>
                    <a:pt x="15" y="3873"/>
                    <a:pt x="0" y="3987"/>
                    <a:pt x="58" y="4058"/>
                  </a:cubicBezTo>
                  <a:cubicBezTo>
                    <a:pt x="100" y="4115"/>
                    <a:pt x="157" y="4130"/>
                    <a:pt x="214" y="4130"/>
                  </a:cubicBezTo>
                  <a:cubicBezTo>
                    <a:pt x="243" y="4130"/>
                    <a:pt x="286" y="4115"/>
                    <a:pt x="314" y="4101"/>
                  </a:cubicBezTo>
                  <a:lnTo>
                    <a:pt x="571" y="3901"/>
                  </a:lnTo>
                  <a:lnTo>
                    <a:pt x="5178" y="321"/>
                  </a:lnTo>
                  <a:cubicBezTo>
                    <a:pt x="5263" y="264"/>
                    <a:pt x="5278" y="150"/>
                    <a:pt x="5206" y="65"/>
                  </a:cubicBezTo>
                  <a:cubicBezTo>
                    <a:pt x="5173" y="23"/>
                    <a:pt x="5121" y="1"/>
                    <a:pt x="506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92"/>
            <p:cNvSpPr/>
            <p:nvPr/>
          </p:nvSpPr>
          <p:spPr>
            <a:xfrm>
              <a:off x="3163150" y="3672025"/>
              <a:ext cx="120550" cy="125400"/>
            </a:xfrm>
            <a:custGeom>
              <a:avLst/>
              <a:gdLst/>
              <a:ahLst/>
              <a:cxnLst/>
              <a:rect l="l" t="t" r="r" b="b"/>
              <a:pathLst>
                <a:path w="4822" h="5016" extrusionOk="0">
                  <a:moveTo>
                    <a:pt x="4628" y="1"/>
                  </a:moveTo>
                  <a:cubicBezTo>
                    <a:pt x="4580" y="1"/>
                    <a:pt x="4531" y="22"/>
                    <a:pt x="4494" y="67"/>
                  </a:cubicBezTo>
                  <a:lnTo>
                    <a:pt x="72" y="4702"/>
                  </a:lnTo>
                  <a:cubicBezTo>
                    <a:pt x="1" y="4773"/>
                    <a:pt x="1" y="4888"/>
                    <a:pt x="72" y="4959"/>
                  </a:cubicBezTo>
                  <a:cubicBezTo>
                    <a:pt x="101" y="5002"/>
                    <a:pt x="158" y="5016"/>
                    <a:pt x="200" y="5016"/>
                  </a:cubicBezTo>
                  <a:cubicBezTo>
                    <a:pt x="243" y="5016"/>
                    <a:pt x="300" y="5002"/>
                    <a:pt x="329" y="4959"/>
                  </a:cubicBezTo>
                  <a:lnTo>
                    <a:pt x="4765" y="309"/>
                  </a:lnTo>
                  <a:cubicBezTo>
                    <a:pt x="4822" y="238"/>
                    <a:pt x="4822" y="124"/>
                    <a:pt x="4750" y="52"/>
                  </a:cubicBezTo>
                  <a:cubicBezTo>
                    <a:pt x="4716" y="18"/>
                    <a:pt x="4672" y="1"/>
                    <a:pt x="462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8" name="Google Shape;1678;p92"/>
          <p:cNvGrpSpPr/>
          <p:nvPr/>
        </p:nvGrpSpPr>
        <p:grpSpPr>
          <a:xfrm>
            <a:off x="1481279" y="3401232"/>
            <a:ext cx="972617" cy="1070102"/>
            <a:chOff x="1481279" y="3401232"/>
            <a:chExt cx="972617" cy="1070102"/>
          </a:xfrm>
        </p:grpSpPr>
        <p:grpSp>
          <p:nvGrpSpPr>
            <p:cNvPr id="1679" name="Google Shape;1679;p92"/>
            <p:cNvGrpSpPr/>
            <p:nvPr/>
          </p:nvGrpSpPr>
          <p:grpSpPr>
            <a:xfrm>
              <a:off x="1481279" y="3401232"/>
              <a:ext cx="972617" cy="1070102"/>
              <a:chOff x="1908750" y="2972300"/>
              <a:chExt cx="762000" cy="838375"/>
            </a:xfrm>
          </p:grpSpPr>
          <p:sp>
            <p:nvSpPr>
              <p:cNvPr id="1680" name="Google Shape;1680;p92"/>
              <p:cNvSpPr/>
              <p:nvPr/>
            </p:nvSpPr>
            <p:spPr>
              <a:xfrm>
                <a:off x="2325925" y="3404100"/>
                <a:ext cx="750" cy="4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6" extrusionOk="0">
                    <a:moveTo>
                      <a:pt x="29" y="1"/>
                    </a:moveTo>
                    <a:lnTo>
                      <a:pt x="1" y="15"/>
                    </a:lnTo>
                    <a:lnTo>
                      <a:pt x="15" y="1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92"/>
              <p:cNvSpPr/>
              <p:nvPr/>
            </p:nvSpPr>
            <p:spPr>
              <a:xfrm>
                <a:off x="1908750" y="2972300"/>
                <a:ext cx="762000" cy="838375"/>
              </a:xfrm>
              <a:custGeom>
                <a:avLst/>
                <a:gdLst/>
                <a:ahLst/>
                <a:cxnLst/>
                <a:rect l="l" t="t" r="r" b="b"/>
                <a:pathLst>
                  <a:path w="30480" h="33535" extrusionOk="0">
                    <a:moveTo>
                      <a:pt x="16716" y="17273"/>
                    </a:moveTo>
                    <a:lnTo>
                      <a:pt x="16702" y="17287"/>
                    </a:lnTo>
                    <a:lnTo>
                      <a:pt x="16688" y="17287"/>
                    </a:lnTo>
                    <a:lnTo>
                      <a:pt x="16716" y="17273"/>
                    </a:lnTo>
                    <a:close/>
                    <a:moveTo>
                      <a:pt x="17273" y="1"/>
                    </a:moveTo>
                    <a:cubicBezTo>
                      <a:pt x="16830" y="1"/>
                      <a:pt x="16405" y="246"/>
                      <a:pt x="16203" y="671"/>
                    </a:cubicBezTo>
                    <a:cubicBezTo>
                      <a:pt x="15903" y="1256"/>
                      <a:pt x="16146" y="1983"/>
                      <a:pt x="16731" y="2283"/>
                    </a:cubicBezTo>
                    <a:cubicBezTo>
                      <a:pt x="16816" y="2311"/>
                      <a:pt x="16887" y="2340"/>
                      <a:pt x="16973" y="2368"/>
                    </a:cubicBezTo>
                    <a:lnTo>
                      <a:pt x="16360" y="13750"/>
                    </a:lnTo>
                    <a:cubicBezTo>
                      <a:pt x="15076" y="13764"/>
                      <a:pt x="13835" y="14492"/>
                      <a:pt x="13208" y="15733"/>
                    </a:cubicBezTo>
                    <a:cubicBezTo>
                      <a:pt x="13065" y="16032"/>
                      <a:pt x="12965" y="16332"/>
                      <a:pt x="12908" y="16660"/>
                    </a:cubicBezTo>
                    <a:lnTo>
                      <a:pt x="3053" y="15462"/>
                    </a:lnTo>
                    <a:cubicBezTo>
                      <a:pt x="3024" y="14962"/>
                      <a:pt x="2739" y="14492"/>
                      <a:pt x="2268" y="14264"/>
                    </a:cubicBezTo>
                    <a:cubicBezTo>
                      <a:pt x="2060" y="14159"/>
                      <a:pt x="1839" y="14110"/>
                      <a:pt x="1623" y="14110"/>
                    </a:cubicBezTo>
                    <a:cubicBezTo>
                      <a:pt x="1099" y="14110"/>
                      <a:pt x="599" y="14400"/>
                      <a:pt x="357" y="14905"/>
                    </a:cubicBezTo>
                    <a:cubicBezTo>
                      <a:pt x="0" y="15604"/>
                      <a:pt x="286" y="16460"/>
                      <a:pt x="984" y="16817"/>
                    </a:cubicBezTo>
                    <a:cubicBezTo>
                      <a:pt x="1189" y="16915"/>
                      <a:pt x="1405" y="16961"/>
                      <a:pt x="1618" y="16961"/>
                    </a:cubicBezTo>
                    <a:cubicBezTo>
                      <a:pt x="2147" y="16961"/>
                      <a:pt x="2656" y="16673"/>
                      <a:pt x="2910" y="16175"/>
                    </a:cubicBezTo>
                    <a:cubicBezTo>
                      <a:pt x="2938" y="16089"/>
                      <a:pt x="2967" y="16018"/>
                      <a:pt x="2995" y="15932"/>
                    </a:cubicBezTo>
                    <a:lnTo>
                      <a:pt x="12851" y="17130"/>
                    </a:lnTo>
                    <a:cubicBezTo>
                      <a:pt x="12780" y="18328"/>
                      <a:pt x="13336" y="19527"/>
                      <a:pt x="14363" y="20240"/>
                    </a:cubicBezTo>
                    <a:lnTo>
                      <a:pt x="7973" y="30780"/>
                    </a:lnTo>
                    <a:cubicBezTo>
                      <a:pt x="7803" y="30713"/>
                      <a:pt x="7627" y="30681"/>
                      <a:pt x="7453" y="30681"/>
                    </a:cubicBezTo>
                    <a:cubicBezTo>
                      <a:pt x="6927" y="30681"/>
                      <a:pt x="6423" y="30975"/>
                      <a:pt x="6176" y="31479"/>
                    </a:cubicBezTo>
                    <a:cubicBezTo>
                      <a:pt x="5819" y="32178"/>
                      <a:pt x="6105" y="33033"/>
                      <a:pt x="6818" y="33390"/>
                    </a:cubicBezTo>
                    <a:cubicBezTo>
                      <a:pt x="7018" y="33488"/>
                      <a:pt x="7232" y="33535"/>
                      <a:pt x="7442" y="33535"/>
                    </a:cubicBezTo>
                    <a:cubicBezTo>
                      <a:pt x="7966" y="33535"/>
                      <a:pt x="8475" y="33247"/>
                      <a:pt x="8729" y="32748"/>
                    </a:cubicBezTo>
                    <a:cubicBezTo>
                      <a:pt x="9029" y="32149"/>
                      <a:pt x="8872" y="31436"/>
                      <a:pt x="8387" y="31022"/>
                    </a:cubicBezTo>
                    <a:lnTo>
                      <a:pt x="14762" y="20482"/>
                    </a:lnTo>
                    <a:cubicBezTo>
                      <a:pt x="14791" y="20496"/>
                      <a:pt x="14805" y="20496"/>
                      <a:pt x="14819" y="20511"/>
                    </a:cubicBezTo>
                    <a:cubicBezTo>
                      <a:pt x="15327" y="20762"/>
                      <a:pt x="15864" y="20880"/>
                      <a:pt x="16394" y="20880"/>
                    </a:cubicBezTo>
                    <a:cubicBezTo>
                      <a:pt x="17189" y="20880"/>
                      <a:pt x="17966" y="20613"/>
                      <a:pt x="18599" y="20126"/>
                    </a:cubicBezTo>
                    <a:lnTo>
                      <a:pt x="26629" y="29125"/>
                    </a:lnTo>
                    <a:cubicBezTo>
                      <a:pt x="26572" y="29182"/>
                      <a:pt x="26529" y="29254"/>
                      <a:pt x="26501" y="29325"/>
                    </a:cubicBezTo>
                    <a:cubicBezTo>
                      <a:pt x="26187" y="29953"/>
                      <a:pt x="26443" y="30709"/>
                      <a:pt x="27057" y="31022"/>
                    </a:cubicBezTo>
                    <a:cubicBezTo>
                      <a:pt x="27238" y="31109"/>
                      <a:pt x="27429" y="31150"/>
                      <a:pt x="27618" y="31150"/>
                    </a:cubicBezTo>
                    <a:cubicBezTo>
                      <a:pt x="28084" y="31150"/>
                      <a:pt x="28531" y="30898"/>
                      <a:pt x="28754" y="30452"/>
                    </a:cubicBezTo>
                    <a:cubicBezTo>
                      <a:pt x="29068" y="29824"/>
                      <a:pt x="28811" y="29068"/>
                      <a:pt x="28184" y="28755"/>
                    </a:cubicBezTo>
                    <a:cubicBezTo>
                      <a:pt x="28001" y="28663"/>
                      <a:pt x="27807" y="28620"/>
                      <a:pt x="27615" y="28620"/>
                    </a:cubicBezTo>
                    <a:cubicBezTo>
                      <a:pt x="27388" y="28620"/>
                      <a:pt x="27165" y="28681"/>
                      <a:pt x="26971" y="28797"/>
                    </a:cubicBezTo>
                    <a:lnTo>
                      <a:pt x="18956" y="19812"/>
                    </a:lnTo>
                    <a:cubicBezTo>
                      <a:pt x="19212" y="19555"/>
                      <a:pt x="19426" y="19241"/>
                      <a:pt x="19597" y="18899"/>
                    </a:cubicBezTo>
                    <a:cubicBezTo>
                      <a:pt x="20139" y="17815"/>
                      <a:pt x="20068" y="16574"/>
                      <a:pt x="19526" y="15576"/>
                    </a:cubicBezTo>
                    <a:lnTo>
                      <a:pt x="28711" y="10042"/>
                    </a:lnTo>
                    <a:cubicBezTo>
                      <a:pt x="28797" y="10142"/>
                      <a:pt x="28897" y="10227"/>
                      <a:pt x="29025" y="10298"/>
                    </a:cubicBezTo>
                    <a:cubicBezTo>
                      <a:pt x="29157" y="10360"/>
                      <a:pt x="29296" y="10390"/>
                      <a:pt x="29432" y="10390"/>
                    </a:cubicBezTo>
                    <a:cubicBezTo>
                      <a:pt x="29768" y="10390"/>
                      <a:pt x="30089" y="10210"/>
                      <a:pt x="30252" y="9885"/>
                    </a:cubicBezTo>
                    <a:cubicBezTo>
                      <a:pt x="30480" y="9428"/>
                      <a:pt x="30294" y="8872"/>
                      <a:pt x="29838" y="8644"/>
                    </a:cubicBezTo>
                    <a:cubicBezTo>
                      <a:pt x="29713" y="8584"/>
                      <a:pt x="29580" y="8555"/>
                      <a:pt x="29447" y="8555"/>
                    </a:cubicBezTo>
                    <a:cubicBezTo>
                      <a:pt x="29108" y="8555"/>
                      <a:pt x="28775" y="8740"/>
                      <a:pt x="28611" y="9058"/>
                    </a:cubicBezTo>
                    <a:cubicBezTo>
                      <a:pt x="28483" y="9314"/>
                      <a:pt x="28483" y="9600"/>
                      <a:pt x="28597" y="9842"/>
                    </a:cubicBezTo>
                    <a:lnTo>
                      <a:pt x="19398" y="15376"/>
                    </a:lnTo>
                    <a:cubicBezTo>
                      <a:pt x="19070" y="14848"/>
                      <a:pt x="18585" y="14420"/>
                      <a:pt x="18000" y="14121"/>
                    </a:cubicBezTo>
                    <a:cubicBezTo>
                      <a:pt x="17615" y="13935"/>
                      <a:pt x="17230" y="13821"/>
                      <a:pt x="16830" y="13779"/>
                    </a:cubicBezTo>
                    <a:lnTo>
                      <a:pt x="17444" y="2383"/>
                    </a:lnTo>
                    <a:cubicBezTo>
                      <a:pt x="17829" y="2340"/>
                      <a:pt x="18171" y="2097"/>
                      <a:pt x="18356" y="1741"/>
                    </a:cubicBezTo>
                    <a:cubicBezTo>
                      <a:pt x="18642" y="1142"/>
                      <a:pt x="18399" y="414"/>
                      <a:pt x="17814" y="129"/>
                    </a:cubicBezTo>
                    <a:cubicBezTo>
                      <a:pt x="17640" y="42"/>
                      <a:pt x="17455" y="1"/>
                      <a:pt x="17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2" name="Google Shape;1682;p92"/>
            <p:cNvSpPr/>
            <p:nvPr/>
          </p:nvSpPr>
          <p:spPr>
            <a:xfrm>
              <a:off x="1997675" y="3932900"/>
              <a:ext cx="30000" cy="3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846228" y="2023890"/>
            <a:ext cx="5705861" cy="3061855"/>
          </a:xfrm>
          <a:prstGeom prst="rect">
            <a:avLst/>
          </a:prstGeom>
          <a:solidFill>
            <a:srgbClr val="FDFDF8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81637" y="1370987"/>
            <a:ext cx="59058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Recombination of Parents Information</a:t>
            </a:r>
          </a:p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Taking Large Steps </a:t>
            </a:r>
            <a:r>
              <a:rPr lang="en-US" sz="2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  <a:sym typeface="Wingdings" panose="05000000000000000000" pitchFamily="2" charset="2"/>
              </a:rPr>
              <a:t> can be also done by mutation</a:t>
            </a:r>
            <a:endParaRPr lang="en-US" sz="2000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180998"/>
              </p:ext>
            </p:extLst>
          </p:nvPr>
        </p:nvGraphicFramePr>
        <p:xfrm>
          <a:off x="1099764" y="2357528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814881"/>
              </p:ext>
            </p:extLst>
          </p:nvPr>
        </p:nvGraphicFramePr>
        <p:xfrm>
          <a:off x="1099764" y="2853001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81214" y="3417112"/>
            <a:ext cx="5184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- Does intermediary recombination recombine parents information?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874B8E-E7D1-F6CF-F7B7-D459B1B43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00072"/>
              </p:ext>
            </p:extLst>
          </p:nvPr>
        </p:nvGraphicFramePr>
        <p:xfrm>
          <a:off x="1099764" y="3898481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422A1E3-16B8-B654-47E2-B334C3F1D6C4}"/>
              </a:ext>
            </a:extLst>
          </p:cNvPr>
          <p:cNvSpPr txBox="1"/>
          <p:nvPr/>
        </p:nvSpPr>
        <p:spPr>
          <a:xfrm>
            <a:off x="7475866" y="2389059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Parent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748E40-C9A0-4854-8CF7-DACFB405B16F}"/>
              </a:ext>
            </a:extLst>
          </p:cNvPr>
          <p:cNvSpPr txBox="1"/>
          <p:nvPr/>
        </p:nvSpPr>
        <p:spPr>
          <a:xfrm>
            <a:off x="7475865" y="2853001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Parent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BE564-5205-9FF7-B398-9AFEB6E8BB52}"/>
              </a:ext>
            </a:extLst>
          </p:cNvPr>
          <p:cNvSpPr txBox="1"/>
          <p:nvPr/>
        </p:nvSpPr>
        <p:spPr>
          <a:xfrm>
            <a:off x="7509157" y="3898481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Offspring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77DDEB-2796-DEA7-EBB3-DAD97C22C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69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E317B0-8CB7-677F-3095-7413A6726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Recombination of Parents Information</a:t>
            </a:r>
          </a:p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Taking Large Steps </a:t>
            </a:r>
            <a:r>
              <a:rPr lang="en-US" sz="2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  <a:sym typeface="Wingdings" panose="05000000000000000000" pitchFamily="2" charset="2"/>
              </a:rPr>
              <a:t> can be also done by mutation</a:t>
            </a:r>
            <a:endParaRPr lang="en-US" sz="2000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153A75-57FF-91AE-E7BB-AEE287069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Cairo" panose="020B0604020202020204" charset="-78"/>
                <a:cs typeface="Cairo" panose="020B0604020202020204" charset="-78"/>
              </a:rPr>
              <a:t>D</a:t>
            </a:r>
            <a:r>
              <a:rPr kumimoji="0" lang="en-GB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ro" panose="020B0604020202020204" charset="-78"/>
                <a:cs typeface="Cairo" panose="020B0604020202020204" charset="-78"/>
              </a:rPr>
              <a:t>iscrete Recombination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878748-57D8-E732-E0A5-C39D08990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575064"/>
              </p:ext>
            </p:extLst>
          </p:nvPr>
        </p:nvGraphicFramePr>
        <p:xfrm>
          <a:off x="1099764" y="2357528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8798BE-D12A-34C4-D9AF-100178469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348719"/>
              </p:ext>
            </p:extLst>
          </p:nvPr>
        </p:nvGraphicFramePr>
        <p:xfrm>
          <a:off x="1099764" y="2853001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543818-1147-A843-E2F6-19B6DE0A8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16875"/>
              </p:ext>
            </p:extLst>
          </p:nvPr>
        </p:nvGraphicFramePr>
        <p:xfrm>
          <a:off x="1099764" y="3898481"/>
          <a:ext cx="6096000" cy="370840"/>
        </p:xfrm>
        <a:graphic>
          <a:graphicData uri="http://schemas.openxmlformats.org/drawingml/2006/table">
            <a:tbl>
              <a:tblPr firstRow="1" bandRow="1">
                <a:tableStyleId>{6A9BB4DD-7DBC-41CF-8C53-D7E3B3F673E1}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712976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24825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19392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86584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180575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533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065011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118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650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03BCEB-822A-1889-EFF0-82DB2036D8C8}"/>
              </a:ext>
            </a:extLst>
          </p:cNvPr>
          <p:cNvSpPr txBox="1"/>
          <p:nvPr/>
        </p:nvSpPr>
        <p:spPr>
          <a:xfrm>
            <a:off x="7475866" y="2389059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Parent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738BB8-AEE8-3700-C89B-C3825B36DA5A}"/>
              </a:ext>
            </a:extLst>
          </p:cNvPr>
          <p:cNvSpPr txBox="1"/>
          <p:nvPr/>
        </p:nvSpPr>
        <p:spPr>
          <a:xfrm>
            <a:off x="7475865" y="2853001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Parent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09D67-4AEE-F0C8-0635-69BD5031CCBB}"/>
              </a:ext>
            </a:extLst>
          </p:cNvPr>
          <p:cNvSpPr txBox="1"/>
          <p:nvPr/>
        </p:nvSpPr>
        <p:spPr>
          <a:xfrm>
            <a:off x="7509157" y="3898481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Offspring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79A118-4894-9429-BAA1-D2B1C56F4E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502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9"/>
          <p:cNvSpPr txBox="1">
            <a:spLocks noGrp="1"/>
          </p:cNvSpPr>
          <p:nvPr>
            <p:ph type="title"/>
          </p:nvPr>
        </p:nvSpPr>
        <p:spPr>
          <a:xfrm>
            <a:off x="939542" y="1644454"/>
            <a:ext cx="47250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Survival Selection</a:t>
            </a:r>
            <a:endParaRPr dirty="0"/>
          </a:p>
        </p:txBody>
      </p:sp>
      <p:sp>
        <p:nvSpPr>
          <p:cNvPr id="1153" name="Google Shape;1153;p69"/>
          <p:cNvSpPr txBox="1">
            <a:spLocks noGrp="1"/>
          </p:cNvSpPr>
          <p:nvPr>
            <p:ph type="subTitle" idx="1"/>
          </p:nvPr>
        </p:nvSpPr>
        <p:spPr>
          <a:xfrm>
            <a:off x="939542" y="2704754"/>
            <a:ext cx="4725000" cy="6394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/>
            <a:r>
              <a:rPr lang="en-GB" dirty="0">
                <a:solidFill>
                  <a:schemeClr val="tx1"/>
                </a:solidFill>
              </a:rPr>
              <a:t>Which one fits ES better? (</a:t>
            </a:r>
            <a:r>
              <a:rPr lang="en-GB" dirty="0">
                <a:solidFill>
                  <a:schemeClr val="tx1"/>
                </a:solidFill>
                <a:sym typeface="Symbol" pitchFamily="18" charset="2"/>
              </a:rPr>
              <a:t></a:t>
            </a:r>
            <a:r>
              <a:rPr lang="en-GB" dirty="0">
                <a:solidFill>
                  <a:schemeClr val="tx1"/>
                </a:solidFill>
              </a:rPr>
              <a:t>,</a:t>
            </a:r>
            <a:r>
              <a:rPr lang="en-GB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GB" dirty="0">
                <a:solidFill>
                  <a:schemeClr val="tx1"/>
                </a:solidFill>
              </a:rPr>
              <a:t>) or (</a:t>
            </a:r>
            <a:r>
              <a:rPr lang="en-GB" dirty="0">
                <a:solidFill>
                  <a:schemeClr val="tx1"/>
                </a:solidFill>
                <a:sym typeface="Symbol" pitchFamily="18" charset="2"/>
              </a:rPr>
              <a:t></a:t>
            </a:r>
            <a:r>
              <a:rPr lang="en-GB" dirty="0">
                <a:solidFill>
                  <a:schemeClr val="tx1"/>
                </a:solidFill>
              </a:rPr>
              <a:t>+</a:t>
            </a:r>
            <a:r>
              <a:rPr lang="en-GB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GB" dirty="0">
                <a:solidFill>
                  <a:schemeClr val="tx1"/>
                </a:solidFill>
              </a:rPr>
              <a:t>) ?</a:t>
            </a:r>
          </a:p>
        </p:txBody>
      </p:sp>
      <p:grpSp>
        <p:nvGrpSpPr>
          <p:cNvPr id="1154" name="Google Shape;1154;p69"/>
          <p:cNvGrpSpPr/>
          <p:nvPr/>
        </p:nvGrpSpPr>
        <p:grpSpPr>
          <a:xfrm rot="1653072">
            <a:off x="5193703" y="1883314"/>
            <a:ext cx="4780889" cy="5927191"/>
            <a:chOff x="3453675" y="959025"/>
            <a:chExt cx="2670400" cy="3310675"/>
          </a:xfrm>
        </p:grpSpPr>
        <p:sp>
          <p:nvSpPr>
            <p:cNvPr id="1155" name="Google Shape;1155;p69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69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69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69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69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69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69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69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69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69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69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69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69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69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69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69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69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69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9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69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9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69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78" name="Google Shape;1178;p69"/>
          <p:cNvCxnSpPr/>
          <p:nvPr/>
        </p:nvCxnSpPr>
        <p:spPr>
          <a:xfrm flipH="1">
            <a:off x="4575175" y="40587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718320-CFF8-79A2-9D28-809AAE53F2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076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6"/>
          <p:cNvSpPr txBox="1">
            <a:spLocks noGrp="1"/>
          </p:cNvSpPr>
          <p:nvPr>
            <p:ph type="title"/>
          </p:nvPr>
        </p:nvSpPr>
        <p:spPr>
          <a:xfrm>
            <a:off x="704150" y="886226"/>
            <a:ext cx="56204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Survival Selection</a:t>
            </a:r>
            <a:endParaRPr dirty="0"/>
          </a:p>
        </p:txBody>
      </p:sp>
      <p:sp>
        <p:nvSpPr>
          <p:cNvPr id="875" name="Google Shape;875;p56"/>
          <p:cNvSpPr txBox="1">
            <a:spLocks noGrp="1"/>
          </p:cNvSpPr>
          <p:nvPr>
            <p:ph type="body" idx="1"/>
          </p:nvPr>
        </p:nvSpPr>
        <p:spPr>
          <a:xfrm>
            <a:off x="704149" y="1458926"/>
            <a:ext cx="8114387" cy="1470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  <a:sym typeface="Symbol" pitchFamily="18" charset="2"/>
              </a:rPr>
              <a:t>Typically,   = 7. Why?</a:t>
            </a:r>
          </a:p>
          <a:p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To Eliminate Bad Strategy Parameters</a:t>
            </a:r>
          </a:p>
          <a:p>
            <a:pPr lvl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Each individual has not just the solution (x) but also its strategy parameters (like σ).</a:t>
            </a:r>
          </a:p>
          <a:p>
            <a:pPr lvl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Some may have bad σ values (e.g., too small or too large mutation).</a:t>
            </a:r>
          </a:p>
          <a:p>
            <a:pPr lvl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Abhaya Libre" panose="02000503000000000000" pitchFamily="2" charset="0"/>
                <a:cs typeface="Abhaya Libre" panose="02000503000000000000" pitchFamily="2" charset="0"/>
              </a:rPr>
              <a:t>By creating many offspring and selecting only the best, bad σ values die out naturally.</a:t>
            </a:r>
          </a:p>
        </p:txBody>
      </p:sp>
      <p:grpSp>
        <p:nvGrpSpPr>
          <p:cNvPr id="877" name="Google Shape;877;p56"/>
          <p:cNvGrpSpPr/>
          <p:nvPr/>
        </p:nvGrpSpPr>
        <p:grpSpPr>
          <a:xfrm>
            <a:off x="5445625" y="3943476"/>
            <a:ext cx="936749" cy="936749"/>
            <a:chOff x="245275" y="-61949"/>
            <a:chExt cx="936749" cy="936749"/>
          </a:xfrm>
        </p:grpSpPr>
        <p:sp>
          <p:nvSpPr>
            <p:cNvPr id="878" name="Google Shape;878;p56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79" name="Google Shape;879;p56"/>
            <p:cNvCxnSpPr>
              <a:stCxn id="87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AD761D-113E-7B53-300C-6A9F5F838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895224"/>
              </p:ext>
            </p:extLst>
          </p:nvPr>
        </p:nvGraphicFramePr>
        <p:xfrm>
          <a:off x="3084407" y="2968116"/>
          <a:ext cx="4274455" cy="1950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54891">
                  <a:extLst>
                    <a:ext uri="{9D8B030D-6E8A-4147-A177-3AD203B41FA5}">
                      <a16:colId xmlns:a16="http://schemas.microsoft.com/office/drawing/2014/main" val="1390959851"/>
                    </a:ext>
                  </a:extLst>
                </a:gridCol>
                <a:gridCol w="854891">
                  <a:extLst>
                    <a:ext uri="{9D8B030D-6E8A-4147-A177-3AD203B41FA5}">
                      <a16:colId xmlns:a16="http://schemas.microsoft.com/office/drawing/2014/main" val="2969104639"/>
                    </a:ext>
                  </a:extLst>
                </a:gridCol>
                <a:gridCol w="854891">
                  <a:extLst>
                    <a:ext uri="{9D8B030D-6E8A-4147-A177-3AD203B41FA5}">
                      <a16:colId xmlns:a16="http://schemas.microsoft.com/office/drawing/2014/main" val="200215144"/>
                    </a:ext>
                  </a:extLst>
                </a:gridCol>
                <a:gridCol w="854891">
                  <a:extLst>
                    <a:ext uri="{9D8B030D-6E8A-4147-A177-3AD203B41FA5}">
                      <a16:colId xmlns:a16="http://schemas.microsoft.com/office/drawing/2014/main" val="1548689095"/>
                    </a:ext>
                  </a:extLst>
                </a:gridCol>
                <a:gridCol w="854891">
                  <a:extLst>
                    <a:ext uri="{9D8B030D-6E8A-4147-A177-3AD203B41FA5}">
                      <a16:colId xmlns:a16="http://schemas.microsoft.com/office/drawing/2014/main" val="12488123"/>
                    </a:ext>
                  </a:extLst>
                </a:gridCol>
              </a:tblGrid>
              <a:tr h="359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Selection Pool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Selection Pressure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Keeps Parents?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Common 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717785"/>
                  </a:ext>
                </a:extLst>
              </a:tr>
              <a:tr h="634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(μ, λ)</a:t>
                      </a:r>
                      <a:endParaRPr lang="el-GR" sz="10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From </a:t>
                      </a: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λ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offspring only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Discards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Self-adaptation, exploration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050206"/>
                  </a:ext>
                </a:extLst>
              </a:tr>
              <a:tr h="7108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(μ + λ)</a:t>
                      </a:r>
                      <a:endParaRPr lang="el-GR" sz="10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From μ parents + λ offspring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Keeps best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Elitism, dynamic/ noisy problems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61902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BD793C-59C4-7579-1DAF-81C752BCA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870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6"/>
          <p:cNvSpPr txBox="1">
            <a:spLocks noGrp="1"/>
          </p:cNvSpPr>
          <p:nvPr>
            <p:ph type="title"/>
          </p:nvPr>
        </p:nvSpPr>
        <p:spPr>
          <a:xfrm>
            <a:off x="704150" y="886226"/>
            <a:ext cx="56204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Survival Selection</a:t>
            </a:r>
            <a:endParaRPr dirty="0"/>
          </a:p>
        </p:txBody>
      </p:sp>
      <p:sp>
        <p:nvSpPr>
          <p:cNvPr id="875" name="Google Shape;875;p56"/>
          <p:cNvSpPr txBox="1">
            <a:spLocks noGrp="1"/>
          </p:cNvSpPr>
          <p:nvPr>
            <p:ph type="body" idx="1"/>
          </p:nvPr>
        </p:nvSpPr>
        <p:spPr>
          <a:xfrm>
            <a:off x="704149" y="1458926"/>
            <a:ext cx="7930989" cy="3076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Which One to Use?</a:t>
            </a:r>
          </a:p>
          <a:p>
            <a:pPr marL="133350" indent="0">
              <a:buNone/>
            </a:pPr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Both are used in practice, but chosen depending on the problem:</a:t>
            </a:r>
          </a:p>
          <a:p>
            <a:pPr marL="742950" lvl="1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Use (μ, λ) when you want to force diversity and eliminate bad strategy parameters faster.</a:t>
            </a:r>
          </a:p>
          <a:p>
            <a:pPr marL="742950" lvl="1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Use (μ + λ) when dealing with dynamic or noisy environments, or when elitism is needed.</a:t>
            </a:r>
          </a:p>
        </p:txBody>
      </p:sp>
      <p:grpSp>
        <p:nvGrpSpPr>
          <p:cNvPr id="877" name="Google Shape;877;p56"/>
          <p:cNvGrpSpPr/>
          <p:nvPr/>
        </p:nvGrpSpPr>
        <p:grpSpPr>
          <a:xfrm>
            <a:off x="5445625" y="3943476"/>
            <a:ext cx="936749" cy="936749"/>
            <a:chOff x="245275" y="-61949"/>
            <a:chExt cx="936749" cy="936749"/>
          </a:xfrm>
        </p:grpSpPr>
        <p:sp>
          <p:nvSpPr>
            <p:cNvPr id="878" name="Google Shape;878;p56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79" name="Google Shape;879;p56"/>
            <p:cNvCxnSpPr>
              <a:stCxn id="87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E99729-64D1-59C1-33BC-A55B566CF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720174"/>
              </p:ext>
            </p:extLst>
          </p:nvPr>
        </p:nvGraphicFramePr>
        <p:xfrm>
          <a:off x="3084407" y="2968116"/>
          <a:ext cx="4274455" cy="1950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54891">
                  <a:extLst>
                    <a:ext uri="{9D8B030D-6E8A-4147-A177-3AD203B41FA5}">
                      <a16:colId xmlns:a16="http://schemas.microsoft.com/office/drawing/2014/main" val="1390959851"/>
                    </a:ext>
                  </a:extLst>
                </a:gridCol>
                <a:gridCol w="854891">
                  <a:extLst>
                    <a:ext uri="{9D8B030D-6E8A-4147-A177-3AD203B41FA5}">
                      <a16:colId xmlns:a16="http://schemas.microsoft.com/office/drawing/2014/main" val="2969104639"/>
                    </a:ext>
                  </a:extLst>
                </a:gridCol>
                <a:gridCol w="854891">
                  <a:extLst>
                    <a:ext uri="{9D8B030D-6E8A-4147-A177-3AD203B41FA5}">
                      <a16:colId xmlns:a16="http://schemas.microsoft.com/office/drawing/2014/main" val="200215144"/>
                    </a:ext>
                  </a:extLst>
                </a:gridCol>
                <a:gridCol w="854891">
                  <a:extLst>
                    <a:ext uri="{9D8B030D-6E8A-4147-A177-3AD203B41FA5}">
                      <a16:colId xmlns:a16="http://schemas.microsoft.com/office/drawing/2014/main" val="1548689095"/>
                    </a:ext>
                  </a:extLst>
                </a:gridCol>
                <a:gridCol w="854891">
                  <a:extLst>
                    <a:ext uri="{9D8B030D-6E8A-4147-A177-3AD203B41FA5}">
                      <a16:colId xmlns:a16="http://schemas.microsoft.com/office/drawing/2014/main" val="12488123"/>
                    </a:ext>
                  </a:extLst>
                </a:gridCol>
              </a:tblGrid>
              <a:tr h="359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Selection Pool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Selection Pressure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Keeps Parents?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Common 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717785"/>
                  </a:ext>
                </a:extLst>
              </a:tr>
              <a:tr h="634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(μ, λ)</a:t>
                      </a:r>
                      <a:endParaRPr lang="el-GR" sz="10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From </a:t>
                      </a: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λ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offspring only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Discards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Self-adaptation, exploration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050206"/>
                  </a:ext>
                </a:extLst>
              </a:tr>
              <a:tr h="7108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(μ + λ)</a:t>
                      </a:r>
                      <a:endParaRPr lang="el-GR" sz="10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From μ parents + λ offspring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Keeps best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Elitism, dynamic/ noisy problems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61902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16822-8C11-2541-7BBC-20AE13336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18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6"/>
          <p:cNvSpPr txBox="1">
            <a:spLocks noGrp="1"/>
          </p:cNvSpPr>
          <p:nvPr>
            <p:ph type="title"/>
          </p:nvPr>
        </p:nvSpPr>
        <p:spPr>
          <a:xfrm>
            <a:off x="704149" y="886226"/>
            <a:ext cx="755447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Generational Survival Selection for ES</a:t>
            </a:r>
            <a:endParaRPr dirty="0"/>
          </a:p>
        </p:txBody>
      </p:sp>
      <p:sp>
        <p:nvSpPr>
          <p:cNvPr id="875" name="Google Shape;875;p56"/>
          <p:cNvSpPr txBox="1">
            <a:spLocks noGrp="1"/>
          </p:cNvSpPr>
          <p:nvPr>
            <p:ph type="body" idx="1"/>
          </p:nvPr>
        </p:nvSpPr>
        <p:spPr>
          <a:xfrm>
            <a:off x="704150" y="1458926"/>
            <a:ext cx="5558764" cy="20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>
              <a:lnSpc>
                <a:spcPct val="115000"/>
              </a:lnSpc>
              <a:buClr>
                <a:schemeClr val="accent1"/>
              </a:buClr>
              <a:buFont typeface="Chivo"/>
              <a:buChar char="●"/>
            </a:pPr>
            <a:r>
              <a:rPr lang="en-GB" sz="1600" dirty="0">
                <a:latin typeface="Abhaya Libre" panose="02000503000000000000" pitchFamily="2" charset="0"/>
                <a:cs typeface="Abhaya Libre" panose="02000503000000000000" pitchFamily="2" charset="0"/>
                <a:sym typeface="Symbol" pitchFamily="18" charset="2"/>
              </a:rPr>
              <a:t>Better in leaving local optima </a:t>
            </a:r>
          </a:p>
          <a:p>
            <a:pPr marL="457200" lvl="1">
              <a:lnSpc>
                <a:spcPct val="115000"/>
              </a:lnSpc>
              <a:buClr>
                <a:schemeClr val="accent1"/>
              </a:buClr>
              <a:buFont typeface="Chivo"/>
              <a:buChar char="●"/>
            </a:pPr>
            <a:endParaRPr lang="en-GB" sz="1600" dirty="0">
              <a:latin typeface="Abhaya Libre" panose="02000503000000000000" pitchFamily="2" charset="0"/>
              <a:cs typeface="Abhaya Libre" panose="02000503000000000000" pitchFamily="2" charset="0"/>
              <a:sym typeface="Symbol" pitchFamily="18" charset="2"/>
            </a:endParaRPr>
          </a:p>
          <a:p>
            <a:pPr marL="457200" lvl="1">
              <a:lnSpc>
                <a:spcPct val="115000"/>
              </a:lnSpc>
              <a:buClr>
                <a:schemeClr val="accent1"/>
              </a:buClr>
              <a:buFont typeface="Chivo"/>
              <a:buChar char="●"/>
            </a:pPr>
            <a:r>
              <a:rPr lang="en-GB" sz="1600" dirty="0">
                <a:latin typeface="Abhaya Libre" panose="02000503000000000000" pitchFamily="2" charset="0"/>
                <a:cs typeface="Abhaya Libre" panose="02000503000000000000" pitchFamily="2" charset="0"/>
                <a:sym typeface="Symbol" pitchFamily="18" charset="2"/>
              </a:rPr>
              <a:t>Better in following moving optima</a:t>
            </a:r>
          </a:p>
          <a:p>
            <a:pPr marL="457200" lvl="1">
              <a:lnSpc>
                <a:spcPct val="115000"/>
              </a:lnSpc>
              <a:buClr>
                <a:schemeClr val="accent1"/>
              </a:buClr>
              <a:buFont typeface="Chivo"/>
              <a:buChar char="●"/>
            </a:pPr>
            <a:endParaRPr lang="en-GB" sz="1600" dirty="0">
              <a:latin typeface="Abhaya Libre" panose="02000503000000000000" pitchFamily="2" charset="0"/>
              <a:cs typeface="Abhaya Libre" panose="02000503000000000000" pitchFamily="2" charset="0"/>
              <a:sym typeface="Symbol" pitchFamily="18" charset="2"/>
            </a:endParaRPr>
          </a:p>
          <a:p>
            <a:pPr marL="457200" lvl="1">
              <a:lnSpc>
                <a:spcPct val="115000"/>
              </a:lnSpc>
              <a:buClr>
                <a:schemeClr val="accent1"/>
              </a:buClr>
              <a:buFont typeface="Chivo"/>
              <a:buChar char="●"/>
            </a:pPr>
            <a:r>
              <a:rPr lang="en-GB" sz="1600" dirty="0">
                <a:latin typeface="Abhaya Libre" panose="02000503000000000000" pitchFamily="2" charset="0"/>
                <a:cs typeface="Abhaya Libre" panose="02000503000000000000" pitchFamily="2" charset="0"/>
                <a:sym typeface="Symbol" pitchFamily="18" charset="2"/>
              </a:rPr>
              <a:t>By using the + strategy, bad  values can survive in </a:t>
            </a:r>
            <a:r>
              <a:rPr lang="en-GB" sz="1600" dirty="0">
                <a:latin typeface="Abhaya Libre" panose="02000503000000000000" pitchFamily="2" charset="0"/>
                <a:cs typeface="Abhaya Libre" panose="02000503000000000000" pitchFamily="2" charset="0"/>
                <a:sym typeface="Bookshelf Symbol 2" pitchFamily="2" charset="2"/>
              </a:rPr>
              <a:t>x,</a:t>
            </a:r>
            <a:r>
              <a:rPr lang="en-GB" sz="1600" dirty="0">
                <a:latin typeface="Abhaya Libre" panose="02000503000000000000" pitchFamily="2" charset="0"/>
                <a:cs typeface="Abhaya Libre" panose="02000503000000000000" pitchFamily="2" charset="0"/>
                <a:sym typeface="Symbol" pitchFamily="18" charset="2"/>
              </a:rPr>
              <a:t> too long if their host x is very fit</a:t>
            </a:r>
          </a:p>
        </p:txBody>
      </p:sp>
      <p:grpSp>
        <p:nvGrpSpPr>
          <p:cNvPr id="877" name="Google Shape;877;p56"/>
          <p:cNvGrpSpPr/>
          <p:nvPr/>
        </p:nvGrpSpPr>
        <p:grpSpPr>
          <a:xfrm>
            <a:off x="5445625" y="3943476"/>
            <a:ext cx="936749" cy="936749"/>
            <a:chOff x="245275" y="-61949"/>
            <a:chExt cx="936749" cy="936749"/>
          </a:xfrm>
        </p:grpSpPr>
        <p:sp>
          <p:nvSpPr>
            <p:cNvPr id="878" name="Google Shape;878;p56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79" name="Google Shape;879;p56"/>
            <p:cNvCxnSpPr>
              <a:stCxn id="87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C2BA58-F5E6-ECDE-4EB6-EFACCDB603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585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9"/>
          <p:cNvSpPr txBox="1">
            <a:spLocks noGrp="1"/>
          </p:cNvSpPr>
          <p:nvPr>
            <p:ph type="title"/>
          </p:nvPr>
        </p:nvSpPr>
        <p:spPr>
          <a:xfrm>
            <a:off x="899956" y="1856748"/>
            <a:ext cx="47250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Parent Selection</a:t>
            </a:r>
            <a:endParaRPr dirty="0"/>
          </a:p>
        </p:txBody>
      </p:sp>
      <p:sp>
        <p:nvSpPr>
          <p:cNvPr id="1153" name="Google Shape;1153;p69"/>
          <p:cNvSpPr txBox="1">
            <a:spLocks noGrp="1"/>
          </p:cNvSpPr>
          <p:nvPr>
            <p:ph type="subTitle" idx="1"/>
          </p:nvPr>
        </p:nvSpPr>
        <p:spPr>
          <a:xfrm>
            <a:off x="899956" y="2917048"/>
            <a:ext cx="4725000" cy="6689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Selection based on individual fitness increases selection pressure.</a:t>
            </a:r>
            <a:endParaRPr dirty="0"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grpSp>
        <p:nvGrpSpPr>
          <p:cNvPr id="1154" name="Google Shape;1154;p69"/>
          <p:cNvGrpSpPr/>
          <p:nvPr/>
        </p:nvGrpSpPr>
        <p:grpSpPr>
          <a:xfrm rot="1653072">
            <a:off x="5193703" y="1883314"/>
            <a:ext cx="4780889" cy="5927191"/>
            <a:chOff x="3453675" y="959025"/>
            <a:chExt cx="2670400" cy="3310675"/>
          </a:xfrm>
        </p:grpSpPr>
        <p:sp>
          <p:nvSpPr>
            <p:cNvPr id="1155" name="Google Shape;1155;p69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69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69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69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69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69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69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69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69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69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69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69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69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69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69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69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69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69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9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69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9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69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78" name="Google Shape;1178;p69"/>
          <p:cNvCxnSpPr/>
          <p:nvPr/>
        </p:nvCxnSpPr>
        <p:spPr>
          <a:xfrm flipH="1">
            <a:off x="4575175" y="40587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7C0B18-9462-9F3F-3028-D8C60E017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15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6"/>
          <p:cNvSpPr txBox="1">
            <a:spLocks noGrp="1"/>
          </p:cNvSpPr>
          <p:nvPr>
            <p:ph type="title"/>
          </p:nvPr>
        </p:nvSpPr>
        <p:spPr>
          <a:xfrm>
            <a:off x="704149" y="886226"/>
            <a:ext cx="735496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Uniform Random Parent Selection</a:t>
            </a:r>
            <a:endParaRPr dirty="0"/>
          </a:p>
        </p:txBody>
      </p:sp>
      <p:sp>
        <p:nvSpPr>
          <p:cNvPr id="875" name="Google Shape;875;p56"/>
          <p:cNvSpPr txBox="1">
            <a:spLocks noGrp="1"/>
          </p:cNvSpPr>
          <p:nvPr>
            <p:ph type="body" idx="1"/>
          </p:nvPr>
        </p:nvSpPr>
        <p:spPr>
          <a:xfrm>
            <a:off x="704149" y="1458926"/>
            <a:ext cx="7354969" cy="20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latin typeface="Abhaya Libre" panose="02000503000000000000" pitchFamily="2" charset="0"/>
                <a:cs typeface="Abhaya Libre" panose="02000503000000000000" pitchFamily="2" charset="0"/>
              </a:rPr>
              <a:t>Selection Pressure</a:t>
            </a:r>
            <a:endParaRPr lang="en-US" dirty="0"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lvl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Determines how strongly better individuals are favored during selection</a:t>
            </a:r>
          </a:p>
          <a:p>
            <a:pPr lvl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Abhaya Libre" panose="02000503000000000000" pitchFamily="2" charset="0"/>
                <a:cs typeface="Abhaya Libre" panose="02000503000000000000" pitchFamily="2" charset="0"/>
              </a:rPr>
              <a:t>Too high</a:t>
            </a: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 → Fast convergence, but may miss better global solutions</a:t>
            </a:r>
          </a:p>
          <a:p>
            <a:pPr lvl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Abhaya Libre" panose="02000503000000000000" pitchFamily="2" charset="0"/>
                <a:cs typeface="Abhaya Libre" panose="02000503000000000000" pitchFamily="2" charset="0"/>
              </a:rPr>
              <a:t>Too low</a:t>
            </a: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 → Slow and possibly inefficient search</a:t>
            </a:r>
          </a:p>
          <a:p>
            <a:r>
              <a:rPr lang="en-US" b="1" dirty="0">
                <a:latin typeface="Abhaya Libre" panose="02000503000000000000" pitchFamily="2" charset="0"/>
                <a:cs typeface="Abhaya Libre" panose="02000503000000000000" pitchFamily="2" charset="0"/>
              </a:rPr>
              <a:t>In Evolutionary Strategies (ES):</a:t>
            </a:r>
            <a:endParaRPr lang="en-US" dirty="0"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lvl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To moderate selection pressure (especially since survival selection is highly pressured)</a:t>
            </a:r>
          </a:p>
          <a:p>
            <a:pPr lvl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Parent selection is unbiased: every individual has the same probability of being selected</a:t>
            </a:r>
          </a:p>
        </p:txBody>
      </p:sp>
      <p:grpSp>
        <p:nvGrpSpPr>
          <p:cNvPr id="877" name="Google Shape;877;p56"/>
          <p:cNvGrpSpPr/>
          <p:nvPr/>
        </p:nvGrpSpPr>
        <p:grpSpPr>
          <a:xfrm>
            <a:off x="5445625" y="3943476"/>
            <a:ext cx="936749" cy="936749"/>
            <a:chOff x="245275" y="-61949"/>
            <a:chExt cx="936749" cy="936749"/>
          </a:xfrm>
        </p:grpSpPr>
        <p:sp>
          <p:nvSpPr>
            <p:cNvPr id="878" name="Google Shape;878;p56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79" name="Google Shape;879;p56"/>
            <p:cNvCxnSpPr>
              <a:stCxn id="87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E79FE4-3A8A-32E8-F90C-AA01267CD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9"/>
          <p:cNvSpPr txBox="1">
            <a:spLocks noGrp="1"/>
          </p:cNvSpPr>
          <p:nvPr>
            <p:ph type="title"/>
          </p:nvPr>
        </p:nvSpPr>
        <p:spPr>
          <a:xfrm>
            <a:off x="1031037" y="2233590"/>
            <a:ext cx="47250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Experiment</a:t>
            </a:r>
            <a:endParaRPr dirty="0"/>
          </a:p>
        </p:txBody>
      </p:sp>
      <p:sp>
        <p:nvSpPr>
          <p:cNvPr id="1153" name="Google Shape;1153;p69"/>
          <p:cNvSpPr txBox="1">
            <a:spLocks noGrp="1"/>
          </p:cNvSpPr>
          <p:nvPr>
            <p:ph type="subTitle" idx="1"/>
          </p:nvPr>
        </p:nvSpPr>
        <p:spPr>
          <a:xfrm>
            <a:off x="1166574" y="3080075"/>
            <a:ext cx="4725000" cy="4630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Does ES self-adaptation really work?</a:t>
            </a:r>
            <a:endParaRPr dirty="0"/>
          </a:p>
        </p:txBody>
      </p:sp>
      <p:grpSp>
        <p:nvGrpSpPr>
          <p:cNvPr id="1154" name="Google Shape;1154;p69"/>
          <p:cNvGrpSpPr/>
          <p:nvPr/>
        </p:nvGrpSpPr>
        <p:grpSpPr>
          <a:xfrm rot="1653072">
            <a:off x="5193703" y="1883314"/>
            <a:ext cx="4780889" cy="5927191"/>
            <a:chOff x="3453675" y="959025"/>
            <a:chExt cx="2670400" cy="3310675"/>
          </a:xfrm>
        </p:grpSpPr>
        <p:sp>
          <p:nvSpPr>
            <p:cNvPr id="1155" name="Google Shape;1155;p69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69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69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69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69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69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69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69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69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69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69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69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69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69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69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69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69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69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9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69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9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69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78" name="Google Shape;1178;p69"/>
          <p:cNvCxnSpPr/>
          <p:nvPr/>
        </p:nvCxnSpPr>
        <p:spPr>
          <a:xfrm flipH="1">
            <a:off x="4575175" y="40587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C4AB5-38E7-0483-CBDF-184262007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746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6"/>
          <p:cNvSpPr txBox="1">
            <a:spLocks noGrp="1"/>
          </p:cNvSpPr>
          <p:nvPr>
            <p:ph type="title"/>
          </p:nvPr>
        </p:nvSpPr>
        <p:spPr>
          <a:xfrm>
            <a:off x="778223" y="423893"/>
            <a:ext cx="8086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Moving Optima Problem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(Dynamic Optimization Task)</a:t>
            </a:r>
            <a:endParaRPr dirty="0"/>
          </a:p>
        </p:txBody>
      </p:sp>
      <p:grpSp>
        <p:nvGrpSpPr>
          <p:cNvPr id="877" name="Google Shape;877;p56"/>
          <p:cNvGrpSpPr/>
          <p:nvPr/>
        </p:nvGrpSpPr>
        <p:grpSpPr>
          <a:xfrm>
            <a:off x="5445625" y="3943476"/>
            <a:ext cx="936749" cy="936749"/>
            <a:chOff x="245275" y="-61949"/>
            <a:chExt cx="936749" cy="936749"/>
          </a:xfrm>
        </p:grpSpPr>
        <p:sp>
          <p:nvSpPr>
            <p:cNvPr id="878" name="Google Shape;878;p56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79" name="Google Shape;879;p56"/>
            <p:cNvCxnSpPr>
              <a:stCxn id="87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9AA8F3E-22CF-ADE7-EB09-9A7A0761C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052" y="3950935"/>
            <a:ext cx="704948" cy="743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4B2C30-6D82-ADDC-C4DB-3A5247651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441" y="3228708"/>
            <a:ext cx="2257740" cy="19147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8D24077-09E9-7AE4-A340-27839BC733AD}"/>
              </a:ext>
            </a:extLst>
          </p:cNvPr>
          <p:cNvGrpSpPr/>
          <p:nvPr/>
        </p:nvGrpSpPr>
        <p:grpSpPr>
          <a:xfrm>
            <a:off x="4399073" y="2055548"/>
            <a:ext cx="4623006" cy="2489180"/>
            <a:chOff x="4357979" y="2293997"/>
            <a:chExt cx="4623006" cy="248918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7979" y="2530517"/>
              <a:ext cx="2258882" cy="225266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4823656" y="2370941"/>
              <a:ext cx="16174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</a:rPr>
                <a:t>Average best Objective value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54386" y="2293997"/>
              <a:ext cx="16273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</a:rPr>
                <a:t>Average Standard Deviation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Cairo" panose="020B0604020202020204" charset="-78"/>
                  <a:cs typeface="Cairo" panose="020B0604020202020204" charset="-78"/>
                </a:rPr>
                <a:t>(diversity of the population)</a:t>
              </a:r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0894" y="2530517"/>
              <a:ext cx="2430091" cy="2249424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1728FF4-70D2-E7F9-5B67-53458E6C9C52}"/>
              </a:ext>
            </a:extLst>
          </p:cNvPr>
          <p:cNvSpPr txBox="1"/>
          <p:nvPr/>
        </p:nvSpPr>
        <p:spPr>
          <a:xfrm>
            <a:off x="701874" y="1820095"/>
            <a:ext cx="358742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Setup: Every 200 generations, the global optimum is shifted 100 units further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The fitness landscape changes over time, requiring the population to track the moving target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28C8F4-5368-B996-5D93-E89FD207628A}"/>
              </a:ext>
            </a:extLst>
          </p:cNvPr>
          <p:cNvSpPr txBox="1"/>
          <p:nvPr/>
        </p:nvSpPr>
        <p:spPr>
          <a:xfrm>
            <a:off x="689545" y="1372182"/>
            <a:ext cx="74190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SzPct val="107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Objective: Evaluate an algorithm's adaptability in a dynamic environment.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7E4D32-B3E5-A1FB-2FDB-F9EA721103B3}"/>
              </a:ext>
            </a:extLst>
          </p:cNvPr>
          <p:cNvSpPr txBox="1"/>
          <p:nvPr/>
        </p:nvSpPr>
        <p:spPr>
          <a:xfrm>
            <a:off x="779579" y="3471686"/>
            <a:ext cx="3409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- What if generational survival selection had not been implemented?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EB3F0-4C84-33B7-B3E5-51B66FE82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83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grpSp>
        <p:nvGrpSpPr>
          <p:cNvPr id="886" name="Google Shape;886;p57"/>
          <p:cNvGrpSpPr/>
          <p:nvPr/>
        </p:nvGrpSpPr>
        <p:grpSpPr>
          <a:xfrm>
            <a:off x="6040505" y="2550332"/>
            <a:ext cx="4780550" cy="5926770"/>
            <a:chOff x="3453675" y="959025"/>
            <a:chExt cx="2670400" cy="3310675"/>
          </a:xfrm>
        </p:grpSpPr>
        <p:sp>
          <p:nvSpPr>
            <p:cNvPr id="887" name="Google Shape;887;p57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57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57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57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57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57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57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57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7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7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57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57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7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7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7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57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57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7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57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57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7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57"/>
          <p:cNvGrpSpPr/>
          <p:nvPr/>
        </p:nvGrpSpPr>
        <p:grpSpPr>
          <a:xfrm>
            <a:off x="6714613" y="4009946"/>
            <a:ext cx="613379" cy="610156"/>
            <a:chOff x="4705338" y="292646"/>
            <a:chExt cx="613379" cy="610156"/>
          </a:xfrm>
        </p:grpSpPr>
        <p:sp>
          <p:nvSpPr>
            <p:cNvPr id="911" name="Google Shape;911;p57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7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Freeform 4"/>
          <p:cNvSpPr/>
          <p:nvPr/>
        </p:nvSpPr>
        <p:spPr>
          <a:xfrm>
            <a:off x="857827" y="1228989"/>
            <a:ext cx="4035218" cy="434082"/>
          </a:xfrm>
          <a:custGeom>
            <a:avLst/>
            <a:gdLst>
              <a:gd name="connsiteX0" fmla="*/ 72348 w 434082"/>
              <a:gd name="connsiteY0" fmla="*/ 0 h 4035218"/>
              <a:gd name="connsiteX1" fmla="*/ 361734 w 434082"/>
              <a:gd name="connsiteY1" fmla="*/ 0 h 4035218"/>
              <a:gd name="connsiteX2" fmla="*/ 434082 w 434082"/>
              <a:gd name="connsiteY2" fmla="*/ 72348 h 4035218"/>
              <a:gd name="connsiteX3" fmla="*/ 434082 w 434082"/>
              <a:gd name="connsiteY3" fmla="*/ 4035218 h 4035218"/>
              <a:gd name="connsiteX4" fmla="*/ 434082 w 434082"/>
              <a:gd name="connsiteY4" fmla="*/ 4035218 h 4035218"/>
              <a:gd name="connsiteX5" fmla="*/ 0 w 434082"/>
              <a:gd name="connsiteY5" fmla="*/ 4035218 h 4035218"/>
              <a:gd name="connsiteX6" fmla="*/ 0 w 434082"/>
              <a:gd name="connsiteY6" fmla="*/ 4035218 h 4035218"/>
              <a:gd name="connsiteX7" fmla="*/ 0 w 434082"/>
              <a:gd name="connsiteY7" fmla="*/ 72348 h 4035218"/>
              <a:gd name="connsiteX8" fmla="*/ 72348 w 434082"/>
              <a:gd name="connsiteY8" fmla="*/ 0 h 403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82" h="4035218">
                <a:moveTo>
                  <a:pt x="434082" y="672546"/>
                </a:moveTo>
                <a:lnTo>
                  <a:pt x="434082" y="3362672"/>
                </a:lnTo>
                <a:cubicBezTo>
                  <a:pt x="434082" y="3734112"/>
                  <a:pt x="430598" y="4035218"/>
                  <a:pt x="426299" y="4035218"/>
                </a:cubicBezTo>
                <a:lnTo>
                  <a:pt x="0" y="4035218"/>
                </a:lnTo>
                <a:lnTo>
                  <a:pt x="0" y="4035218"/>
                </a:lnTo>
                <a:lnTo>
                  <a:pt x="0" y="0"/>
                </a:lnTo>
                <a:lnTo>
                  <a:pt x="0" y="0"/>
                </a:lnTo>
                <a:lnTo>
                  <a:pt x="426299" y="0"/>
                </a:lnTo>
                <a:cubicBezTo>
                  <a:pt x="430598" y="0"/>
                  <a:pt x="434082" y="301106"/>
                  <a:pt x="434082" y="672546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99568" tIns="30080" rIns="30080" bIns="30080" numCol="1" spcCol="1270" anchor="ctr" anchorCtr="0">
            <a:noAutofit/>
          </a:bodyPr>
          <a:lstStyle/>
          <a:p>
            <a:pPr marL="114300" lvl="1" indent="-114300" algn="l" defTabSz="6223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kumimoji="0" lang="en-GB" sz="1400" b="0" i="0" u="none" strike="noStrike" kern="1200" cap="none" spc="0" normalizeH="0" baseline="0" noProof="0" dirty="0">
                <a:ln/>
                <a:effectLst/>
                <a:uLnTx/>
                <a:uFillTx/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</a:t>
            </a:r>
            <a:r>
              <a:rPr kumimoji="0" lang="en-GB" sz="1400" b="0" i="0" u="none" strike="noStrike" kern="1200" cap="none" spc="0" normalizeH="0" baseline="0" noProof="0" dirty="0">
                <a:ln/>
                <a:effectLst/>
                <a:uLnTx/>
                <a:uFillTx/>
                <a:latin typeface="Cairo" panose="020B0604020202020204" charset="-78"/>
                <a:cs typeface="Cairo" panose="020B0604020202020204" charset="-78"/>
              </a:rPr>
              <a:t> &gt; 1 to carry different strategies</a:t>
            </a:r>
            <a:endParaRPr lang="en-US" sz="1400" kern="1200" dirty="0"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857827" y="1770604"/>
            <a:ext cx="4035218" cy="434082"/>
          </a:xfrm>
          <a:custGeom>
            <a:avLst/>
            <a:gdLst>
              <a:gd name="connsiteX0" fmla="*/ 72348 w 434082"/>
              <a:gd name="connsiteY0" fmla="*/ 0 h 4035218"/>
              <a:gd name="connsiteX1" fmla="*/ 361734 w 434082"/>
              <a:gd name="connsiteY1" fmla="*/ 0 h 4035218"/>
              <a:gd name="connsiteX2" fmla="*/ 434082 w 434082"/>
              <a:gd name="connsiteY2" fmla="*/ 72348 h 4035218"/>
              <a:gd name="connsiteX3" fmla="*/ 434082 w 434082"/>
              <a:gd name="connsiteY3" fmla="*/ 4035218 h 4035218"/>
              <a:gd name="connsiteX4" fmla="*/ 434082 w 434082"/>
              <a:gd name="connsiteY4" fmla="*/ 4035218 h 4035218"/>
              <a:gd name="connsiteX5" fmla="*/ 0 w 434082"/>
              <a:gd name="connsiteY5" fmla="*/ 4035218 h 4035218"/>
              <a:gd name="connsiteX6" fmla="*/ 0 w 434082"/>
              <a:gd name="connsiteY6" fmla="*/ 4035218 h 4035218"/>
              <a:gd name="connsiteX7" fmla="*/ 0 w 434082"/>
              <a:gd name="connsiteY7" fmla="*/ 72348 h 4035218"/>
              <a:gd name="connsiteX8" fmla="*/ 72348 w 434082"/>
              <a:gd name="connsiteY8" fmla="*/ 0 h 403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82" h="4035218">
                <a:moveTo>
                  <a:pt x="434082" y="672546"/>
                </a:moveTo>
                <a:lnTo>
                  <a:pt x="434082" y="3362672"/>
                </a:lnTo>
                <a:cubicBezTo>
                  <a:pt x="434082" y="3734112"/>
                  <a:pt x="430598" y="4035218"/>
                  <a:pt x="426299" y="4035218"/>
                </a:cubicBezTo>
                <a:lnTo>
                  <a:pt x="0" y="4035218"/>
                </a:lnTo>
                <a:lnTo>
                  <a:pt x="0" y="4035218"/>
                </a:lnTo>
                <a:lnTo>
                  <a:pt x="0" y="0"/>
                </a:lnTo>
                <a:lnTo>
                  <a:pt x="0" y="0"/>
                </a:lnTo>
                <a:lnTo>
                  <a:pt x="426299" y="0"/>
                </a:lnTo>
                <a:cubicBezTo>
                  <a:pt x="430598" y="0"/>
                  <a:pt x="434082" y="301106"/>
                  <a:pt x="434082" y="672546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99568" tIns="30080" rIns="30080" bIns="30080" numCol="1" spcCol="1270" anchor="ctr" anchorCtr="0">
            <a:noAutofit/>
          </a:bodyPr>
          <a:lstStyle/>
          <a:p>
            <a:pPr marL="114300" lvl="1" indent="-114300" algn="l" defTabSz="6223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kumimoji="0" lang="en-GB" sz="1400" b="0" i="0" u="none" strike="noStrike" kern="1200" cap="none" spc="0" normalizeH="0" baseline="0" noProof="0">
                <a:ln/>
                <a:effectLst/>
                <a:uLnTx/>
                <a:uFillTx/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</a:t>
            </a:r>
            <a:r>
              <a:rPr kumimoji="0" lang="en-GB" sz="1400" b="0" i="0" u="none" strike="noStrike" kern="1200" cap="none" spc="0" normalizeH="0" baseline="0" noProof="0">
                <a:ln/>
                <a:effectLst/>
                <a:uLnTx/>
                <a:uFillTx/>
                <a:latin typeface="Cairo" panose="020B0604020202020204" charset="-78"/>
                <a:cs typeface="Cairo" panose="020B0604020202020204" charset="-78"/>
              </a:rPr>
              <a:t> &gt; </a:t>
            </a:r>
            <a:r>
              <a:rPr kumimoji="0" lang="en-GB" sz="1400" b="0" i="0" u="none" strike="noStrike" kern="1200" cap="none" spc="0" normalizeH="0" baseline="0" noProof="0">
                <a:ln/>
                <a:effectLst/>
                <a:uLnTx/>
                <a:uFillTx/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</a:t>
            </a:r>
            <a:r>
              <a:rPr kumimoji="0" lang="en-GB" sz="1400" b="0" i="0" u="none" strike="noStrike" kern="1200" cap="none" spc="0" normalizeH="0" baseline="0" noProof="0">
                <a:ln/>
                <a:effectLst/>
                <a:uLnTx/>
                <a:uFillTx/>
                <a:latin typeface="Cairo" panose="020B0604020202020204" charset="-78"/>
                <a:cs typeface="Cairo" panose="020B0604020202020204" charset="-78"/>
              </a:rPr>
              <a:t> to generate offspring surplus </a:t>
            </a:r>
            <a:endParaRPr lang="en-US" sz="1400" kern="1200" dirty="0"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857827" y="2312219"/>
            <a:ext cx="4035218" cy="434082"/>
          </a:xfrm>
          <a:custGeom>
            <a:avLst/>
            <a:gdLst>
              <a:gd name="connsiteX0" fmla="*/ 72348 w 434082"/>
              <a:gd name="connsiteY0" fmla="*/ 0 h 4035218"/>
              <a:gd name="connsiteX1" fmla="*/ 361734 w 434082"/>
              <a:gd name="connsiteY1" fmla="*/ 0 h 4035218"/>
              <a:gd name="connsiteX2" fmla="*/ 434082 w 434082"/>
              <a:gd name="connsiteY2" fmla="*/ 72348 h 4035218"/>
              <a:gd name="connsiteX3" fmla="*/ 434082 w 434082"/>
              <a:gd name="connsiteY3" fmla="*/ 4035218 h 4035218"/>
              <a:gd name="connsiteX4" fmla="*/ 434082 w 434082"/>
              <a:gd name="connsiteY4" fmla="*/ 4035218 h 4035218"/>
              <a:gd name="connsiteX5" fmla="*/ 0 w 434082"/>
              <a:gd name="connsiteY5" fmla="*/ 4035218 h 4035218"/>
              <a:gd name="connsiteX6" fmla="*/ 0 w 434082"/>
              <a:gd name="connsiteY6" fmla="*/ 4035218 h 4035218"/>
              <a:gd name="connsiteX7" fmla="*/ 0 w 434082"/>
              <a:gd name="connsiteY7" fmla="*/ 72348 h 4035218"/>
              <a:gd name="connsiteX8" fmla="*/ 72348 w 434082"/>
              <a:gd name="connsiteY8" fmla="*/ 0 h 403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82" h="4035218">
                <a:moveTo>
                  <a:pt x="434082" y="672546"/>
                </a:moveTo>
                <a:lnTo>
                  <a:pt x="434082" y="3362672"/>
                </a:lnTo>
                <a:cubicBezTo>
                  <a:pt x="434082" y="3734112"/>
                  <a:pt x="430598" y="4035218"/>
                  <a:pt x="426299" y="4035218"/>
                </a:cubicBezTo>
                <a:lnTo>
                  <a:pt x="0" y="4035218"/>
                </a:lnTo>
                <a:lnTo>
                  <a:pt x="0" y="4035218"/>
                </a:lnTo>
                <a:lnTo>
                  <a:pt x="0" y="0"/>
                </a:lnTo>
                <a:lnTo>
                  <a:pt x="0" y="0"/>
                </a:lnTo>
                <a:lnTo>
                  <a:pt x="426299" y="0"/>
                </a:lnTo>
                <a:cubicBezTo>
                  <a:pt x="430598" y="0"/>
                  <a:pt x="434082" y="301106"/>
                  <a:pt x="434082" y="672546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99568" tIns="30080" rIns="30080" bIns="30080" numCol="1" spcCol="1270" anchor="ctr" anchorCtr="0">
            <a:noAutofit/>
          </a:bodyPr>
          <a:lstStyle/>
          <a:p>
            <a:pPr marL="114300" lvl="1" indent="-114300" algn="l" defTabSz="6223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kumimoji="0" lang="en-GB" sz="1400" b="0" i="0" u="none" strike="noStrike" kern="1200" cap="none" spc="0" normalizeH="0" baseline="0" noProof="0" dirty="0">
                <a:ln/>
                <a:effectLst/>
                <a:uLnTx/>
                <a:uFillTx/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Not “too” strong selection, e.g.,   7  </a:t>
            </a:r>
            <a:endParaRPr lang="en-US" sz="1400" kern="1200" dirty="0"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857827" y="2853833"/>
            <a:ext cx="4035218" cy="434083"/>
          </a:xfrm>
          <a:custGeom>
            <a:avLst/>
            <a:gdLst>
              <a:gd name="connsiteX0" fmla="*/ 72348 w 434082"/>
              <a:gd name="connsiteY0" fmla="*/ 0 h 4035218"/>
              <a:gd name="connsiteX1" fmla="*/ 361734 w 434082"/>
              <a:gd name="connsiteY1" fmla="*/ 0 h 4035218"/>
              <a:gd name="connsiteX2" fmla="*/ 434082 w 434082"/>
              <a:gd name="connsiteY2" fmla="*/ 72348 h 4035218"/>
              <a:gd name="connsiteX3" fmla="*/ 434082 w 434082"/>
              <a:gd name="connsiteY3" fmla="*/ 4035218 h 4035218"/>
              <a:gd name="connsiteX4" fmla="*/ 434082 w 434082"/>
              <a:gd name="connsiteY4" fmla="*/ 4035218 h 4035218"/>
              <a:gd name="connsiteX5" fmla="*/ 0 w 434082"/>
              <a:gd name="connsiteY5" fmla="*/ 4035218 h 4035218"/>
              <a:gd name="connsiteX6" fmla="*/ 0 w 434082"/>
              <a:gd name="connsiteY6" fmla="*/ 4035218 h 4035218"/>
              <a:gd name="connsiteX7" fmla="*/ 0 w 434082"/>
              <a:gd name="connsiteY7" fmla="*/ 72348 h 4035218"/>
              <a:gd name="connsiteX8" fmla="*/ 72348 w 434082"/>
              <a:gd name="connsiteY8" fmla="*/ 0 h 403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82" h="4035218">
                <a:moveTo>
                  <a:pt x="434082" y="672546"/>
                </a:moveTo>
                <a:lnTo>
                  <a:pt x="434082" y="3362672"/>
                </a:lnTo>
                <a:cubicBezTo>
                  <a:pt x="434082" y="3734112"/>
                  <a:pt x="430598" y="4035218"/>
                  <a:pt x="426299" y="4035218"/>
                </a:cubicBezTo>
                <a:lnTo>
                  <a:pt x="0" y="4035218"/>
                </a:lnTo>
                <a:lnTo>
                  <a:pt x="0" y="4035218"/>
                </a:lnTo>
                <a:lnTo>
                  <a:pt x="0" y="0"/>
                </a:lnTo>
                <a:lnTo>
                  <a:pt x="0" y="0"/>
                </a:lnTo>
                <a:lnTo>
                  <a:pt x="426299" y="0"/>
                </a:lnTo>
                <a:cubicBezTo>
                  <a:pt x="430598" y="0"/>
                  <a:pt x="434082" y="301106"/>
                  <a:pt x="434082" y="672546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99568" tIns="30080" rIns="30080" bIns="30081" numCol="1" spcCol="1270" anchor="ctr" anchorCtr="0">
            <a:noAutofit/>
          </a:bodyPr>
          <a:lstStyle/>
          <a:p>
            <a:pPr marL="114300" lvl="1" indent="-114300" algn="l" defTabSz="6223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kumimoji="0" lang="en-GB" sz="1400" b="0" i="0" u="none" strike="noStrike" kern="1200" cap="none" spc="0" normalizeH="0" baseline="0" noProof="0">
                <a:ln/>
                <a:effectLst/>
                <a:uLnTx/>
                <a:uFillTx/>
                <a:latin typeface="Cairo" panose="020B0604020202020204" charset="-78"/>
                <a:cs typeface="Cairo" panose="020B0604020202020204" charset="-78"/>
              </a:rPr>
              <a:t>(</a:t>
            </a:r>
            <a:r>
              <a:rPr kumimoji="0" lang="en-GB" sz="1400" b="0" i="0" u="none" strike="noStrike" kern="1200" cap="none" spc="0" normalizeH="0" baseline="0" noProof="0">
                <a:ln/>
                <a:effectLst/>
                <a:uLnTx/>
                <a:uFillTx/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,)-selection to get rid of misadapted ‘s</a:t>
            </a:r>
            <a:endParaRPr lang="en-US" sz="1400" kern="1200" dirty="0"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857827" y="3395447"/>
            <a:ext cx="4035218" cy="434083"/>
          </a:xfrm>
          <a:custGeom>
            <a:avLst/>
            <a:gdLst>
              <a:gd name="connsiteX0" fmla="*/ 72348 w 434082"/>
              <a:gd name="connsiteY0" fmla="*/ 0 h 4035218"/>
              <a:gd name="connsiteX1" fmla="*/ 361734 w 434082"/>
              <a:gd name="connsiteY1" fmla="*/ 0 h 4035218"/>
              <a:gd name="connsiteX2" fmla="*/ 434082 w 434082"/>
              <a:gd name="connsiteY2" fmla="*/ 72348 h 4035218"/>
              <a:gd name="connsiteX3" fmla="*/ 434082 w 434082"/>
              <a:gd name="connsiteY3" fmla="*/ 4035218 h 4035218"/>
              <a:gd name="connsiteX4" fmla="*/ 434082 w 434082"/>
              <a:gd name="connsiteY4" fmla="*/ 4035218 h 4035218"/>
              <a:gd name="connsiteX5" fmla="*/ 0 w 434082"/>
              <a:gd name="connsiteY5" fmla="*/ 4035218 h 4035218"/>
              <a:gd name="connsiteX6" fmla="*/ 0 w 434082"/>
              <a:gd name="connsiteY6" fmla="*/ 4035218 h 4035218"/>
              <a:gd name="connsiteX7" fmla="*/ 0 w 434082"/>
              <a:gd name="connsiteY7" fmla="*/ 72348 h 4035218"/>
              <a:gd name="connsiteX8" fmla="*/ 72348 w 434082"/>
              <a:gd name="connsiteY8" fmla="*/ 0 h 403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82" h="4035218">
                <a:moveTo>
                  <a:pt x="434082" y="672546"/>
                </a:moveTo>
                <a:lnTo>
                  <a:pt x="434082" y="3362672"/>
                </a:lnTo>
                <a:cubicBezTo>
                  <a:pt x="434082" y="3734112"/>
                  <a:pt x="430598" y="4035218"/>
                  <a:pt x="426299" y="4035218"/>
                </a:cubicBezTo>
                <a:lnTo>
                  <a:pt x="0" y="4035218"/>
                </a:lnTo>
                <a:lnTo>
                  <a:pt x="0" y="4035218"/>
                </a:lnTo>
                <a:lnTo>
                  <a:pt x="0" y="0"/>
                </a:lnTo>
                <a:lnTo>
                  <a:pt x="0" y="0"/>
                </a:lnTo>
                <a:lnTo>
                  <a:pt x="426299" y="0"/>
                </a:lnTo>
                <a:cubicBezTo>
                  <a:pt x="430598" y="0"/>
                  <a:pt x="434082" y="301106"/>
                  <a:pt x="434082" y="672546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99568" tIns="30080" rIns="30080" bIns="30081" numCol="1" spcCol="1270" anchor="ctr" anchorCtr="0">
            <a:noAutofit/>
          </a:bodyPr>
          <a:lstStyle/>
          <a:p>
            <a:pPr marL="114300" lvl="1" indent="-114300" algn="l" defTabSz="6223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kumimoji="0" lang="en-GB" sz="1400" b="0" i="0" u="none" strike="noStrike" kern="1200" cap="none" spc="0" normalizeH="0" baseline="0" noProof="0" dirty="0">
                <a:ln/>
                <a:effectLst/>
                <a:uLnTx/>
                <a:uFillTx/>
                <a:latin typeface="Cairo" panose="020B0604020202020204" charset="-78"/>
                <a:cs typeface="Cairo" panose="020B0604020202020204" charset="-78"/>
                <a:sym typeface="Symbol" pitchFamily="18" charset="2"/>
              </a:rPr>
              <a:t>Mixing strategy parameters by (intermediary) recombination on them</a:t>
            </a:r>
            <a:endParaRPr lang="en-US" sz="1400" kern="1200" dirty="0"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11A200-AD48-8382-DB02-9EE4ADD06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93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</a:t>
            </a:r>
            <a:endParaRPr dirty="0"/>
          </a:p>
        </p:txBody>
      </p:sp>
      <p:sp>
        <p:nvSpPr>
          <p:cNvPr id="1862" name="Google Shape;1862;p93"/>
          <p:cNvSpPr txBox="1">
            <a:spLocks noGrp="1"/>
          </p:cNvSpPr>
          <p:nvPr>
            <p:ph type="body" idx="2"/>
          </p:nvPr>
        </p:nvSpPr>
        <p:spPr>
          <a:xfrm>
            <a:off x="720025" y="1244800"/>
            <a:ext cx="7836544" cy="36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Bef>
                <a:spcPts val="1000"/>
              </a:spcBef>
              <a:spcAft>
                <a:spcPts val="1000"/>
              </a:spcAft>
            </a:pPr>
            <a:r>
              <a:rPr lang="en-US" sz="1100" dirty="0" err="1">
                <a:latin typeface="Cairo" panose="020B0604020202020204" charset="-78"/>
                <a:cs typeface="Cairo" panose="020B0604020202020204" charset="-78"/>
              </a:rPr>
              <a:t>Eiben</a:t>
            </a:r>
            <a:r>
              <a:rPr lang="en-US" sz="1100" dirty="0">
                <a:latin typeface="Cairo" panose="020B0604020202020204" charset="-78"/>
                <a:cs typeface="Cairo" panose="020B0604020202020204" charset="-78"/>
              </a:rPr>
              <a:t>, A. E., &amp; Smith, J. E. (2015). Parameter Control in Evolutionary Algorithms. In </a:t>
            </a:r>
            <a:r>
              <a:rPr lang="en-US" sz="1100" i="1" dirty="0">
                <a:latin typeface="Cairo" panose="020B0604020202020204" charset="-78"/>
                <a:cs typeface="Cairo" panose="020B0604020202020204" charset="-78"/>
              </a:rPr>
              <a:t>Introduction to evolutionary computing</a:t>
            </a:r>
            <a:r>
              <a:rPr lang="en-US" sz="1100" dirty="0">
                <a:latin typeface="Cairo" panose="020B0604020202020204" charset="-78"/>
                <a:cs typeface="Cairo" panose="020B0604020202020204" charset="-78"/>
              </a:rPr>
              <a:t> (2nd ed., pp. [131 - 146]). Springer. DOI:10.1007/978-3-662-44874-8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</a:pPr>
            <a:r>
              <a:rPr lang="en-US" sz="1100" dirty="0" err="1">
                <a:latin typeface="Cairo" panose="020B0604020202020204" charset="-78"/>
                <a:cs typeface="Cairo" panose="020B0604020202020204" charset="-78"/>
              </a:rPr>
              <a:t>Eiben</a:t>
            </a:r>
            <a:r>
              <a:rPr lang="en-US" sz="1100" dirty="0">
                <a:latin typeface="Cairo" panose="020B0604020202020204" charset="-78"/>
                <a:cs typeface="Cairo" panose="020B0604020202020204" charset="-78"/>
              </a:rPr>
              <a:t>, A. E., &amp; Smith, J. E. (2015). Evolutionary Strategies. In </a:t>
            </a:r>
            <a:r>
              <a:rPr lang="en-US" sz="1100" i="1" dirty="0">
                <a:latin typeface="Cairo" panose="020B0604020202020204" charset="-78"/>
                <a:cs typeface="Cairo" panose="020B0604020202020204" charset="-78"/>
              </a:rPr>
              <a:t>Introduction to evolutionary computing</a:t>
            </a:r>
            <a:r>
              <a:rPr lang="en-US" sz="1100" dirty="0">
                <a:latin typeface="Cairo" panose="020B0604020202020204" charset="-78"/>
                <a:cs typeface="Cairo" panose="020B0604020202020204" charset="-78"/>
              </a:rPr>
              <a:t> (2nd ed., pp. [101 - 103]). Springer. DOI:10.1007/978-3-662-44874-6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</a:pPr>
            <a:r>
              <a:rPr lang="en-US" sz="1100" dirty="0" err="1"/>
              <a:t>Eiben</a:t>
            </a:r>
            <a:r>
              <a:rPr lang="en-US" sz="1100" dirty="0"/>
              <a:t>, A. E., </a:t>
            </a:r>
            <a:r>
              <a:rPr lang="en-US" sz="1100" dirty="0" err="1"/>
              <a:t>Raue</a:t>
            </a:r>
            <a:r>
              <a:rPr lang="en-US" sz="1100" dirty="0"/>
              <a:t>, P.-E., &amp; </a:t>
            </a:r>
            <a:r>
              <a:rPr lang="en-US" sz="1100" dirty="0" err="1"/>
              <a:t>Ruttkay</a:t>
            </a:r>
            <a:r>
              <a:rPr lang="en-US" sz="1100" dirty="0"/>
              <a:t>, </a:t>
            </a:r>
            <a:r>
              <a:rPr lang="en-US" sz="1100" dirty="0" err="1"/>
              <a:t>Zs</a:t>
            </a:r>
            <a:r>
              <a:rPr lang="en-US" sz="1100" dirty="0"/>
              <a:t>. (1994). Genetic algorithms with multi-parent recombination. In Y. </a:t>
            </a:r>
            <a:r>
              <a:rPr lang="en-US" sz="1100" dirty="0" err="1"/>
              <a:t>Davidor</a:t>
            </a:r>
            <a:r>
              <a:rPr lang="en-US" sz="1100" dirty="0"/>
              <a:t>, H.-P. </a:t>
            </a:r>
            <a:r>
              <a:rPr lang="en-US" sz="1100" dirty="0" err="1"/>
              <a:t>Schwefel</a:t>
            </a:r>
            <a:r>
              <a:rPr lang="en-US" sz="1100" dirty="0"/>
              <a:t>, &amp; R. </a:t>
            </a:r>
            <a:r>
              <a:rPr lang="en-US" sz="1100" dirty="0" err="1"/>
              <a:t>Männer</a:t>
            </a:r>
            <a:r>
              <a:rPr lang="en-US" sz="1100" dirty="0"/>
              <a:t> (Eds.), </a:t>
            </a:r>
            <a:r>
              <a:rPr lang="en-US" sz="1100" i="1" dirty="0"/>
              <a:t>Parallel problem solving from nature—PPSN III</a:t>
            </a:r>
            <a:r>
              <a:rPr lang="en-US" sz="1100" dirty="0"/>
              <a:t> (pp. 78-87). Springer Berlin Heidelberg. https://doi.org/10.1007/3-540-58484-6_269</a:t>
            </a:r>
            <a:endParaRPr sz="1100" dirty="0">
              <a:latin typeface="Cairo" panose="020B0604020202020204" charset="-78"/>
              <a:cs typeface="Cairo" panose="020B0604020202020204" charset="-78"/>
            </a:endParaRPr>
          </a:p>
        </p:txBody>
      </p:sp>
      <p:grpSp>
        <p:nvGrpSpPr>
          <p:cNvPr id="1863" name="Google Shape;1863;p93"/>
          <p:cNvGrpSpPr/>
          <p:nvPr/>
        </p:nvGrpSpPr>
        <p:grpSpPr>
          <a:xfrm rot="-509994">
            <a:off x="6880865" y="20826"/>
            <a:ext cx="4780451" cy="5926648"/>
            <a:chOff x="3453675" y="959025"/>
            <a:chExt cx="2670400" cy="3310675"/>
          </a:xfrm>
        </p:grpSpPr>
        <p:sp>
          <p:nvSpPr>
            <p:cNvPr id="1864" name="Google Shape;1864;p93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93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93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93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93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93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93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93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93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93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93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93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93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93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93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93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93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93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93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93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93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93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93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87" name="Google Shape;1887;p93"/>
          <p:cNvCxnSpPr/>
          <p:nvPr/>
        </p:nvCxnSpPr>
        <p:spPr>
          <a:xfrm flipH="1">
            <a:off x="5378400" y="43150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grpSp>
        <p:nvGrpSpPr>
          <p:cNvPr id="1888" name="Google Shape;1888;p93"/>
          <p:cNvGrpSpPr/>
          <p:nvPr/>
        </p:nvGrpSpPr>
        <p:grpSpPr>
          <a:xfrm>
            <a:off x="6469125" y="3678646"/>
            <a:ext cx="613379" cy="610156"/>
            <a:chOff x="4705338" y="292646"/>
            <a:chExt cx="613379" cy="610156"/>
          </a:xfrm>
        </p:grpSpPr>
        <p:sp>
          <p:nvSpPr>
            <p:cNvPr id="1889" name="Google Shape;1889;p93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93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1" name="Google Shape;1891;p93"/>
          <p:cNvSpPr/>
          <p:nvPr/>
        </p:nvSpPr>
        <p:spPr>
          <a:xfrm>
            <a:off x="4725338" y="4421504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82C06F-951D-A2E9-54E4-89A1BAF6F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B68E6-880E-4DE1-ADBE-8F025A627F3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17651"/>
      </p:ext>
    </p:extLst>
  </p:cSld>
  <p:clrMapOvr>
    <a:masterClrMapping/>
  </p:clrMapOvr>
</p:sld>
</file>

<file path=ppt/theme/theme1.xml><?xml version="1.0" encoding="utf-8"?>
<a:theme xmlns:a="http://schemas.openxmlformats.org/drawingml/2006/main" name="Molecular Genetics - Science - 10th Grade by Slidesgo">
  <a:themeElements>
    <a:clrScheme name="Simple Light">
      <a:dk1>
        <a:srgbClr val="134F5C"/>
      </a:dk1>
      <a:lt1>
        <a:srgbClr val="FDFDF8"/>
      </a:lt1>
      <a:dk2>
        <a:srgbClr val="FFFFFF"/>
      </a:dk2>
      <a:lt2>
        <a:srgbClr val="11DFDF"/>
      </a:lt2>
      <a:accent1>
        <a:srgbClr val="EA9999"/>
      </a:accent1>
      <a:accent2>
        <a:srgbClr val="C2C2C2"/>
      </a:accent2>
      <a:accent3>
        <a:srgbClr val="434343"/>
      </a:accent3>
      <a:accent4>
        <a:srgbClr val="FFFFFF"/>
      </a:accent4>
      <a:accent5>
        <a:srgbClr val="FFFFFF"/>
      </a:accent5>
      <a:accent6>
        <a:srgbClr val="FFFFFF"/>
      </a:accent6>
      <a:hlink>
        <a:srgbClr val="134F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</TotalTime>
  <Words>2128</Words>
  <Application>Microsoft Office PowerPoint</Application>
  <PresentationFormat>On-screen Show (16:9)</PresentationFormat>
  <Paragraphs>481</Paragraphs>
  <Slides>43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Cairo Black</vt:lpstr>
      <vt:lpstr>Albert Sans</vt:lpstr>
      <vt:lpstr>Fredoka One</vt:lpstr>
      <vt:lpstr>Cairo</vt:lpstr>
      <vt:lpstr>Wingdings</vt:lpstr>
      <vt:lpstr>Cambria Math</vt:lpstr>
      <vt:lpstr>Roboto Condensed Light</vt:lpstr>
      <vt:lpstr>Chivo</vt:lpstr>
      <vt:lpstr>Symbol</vt:lpstr>
      <vt:lpstr>Courier New</vt:lpstr>
      <vt:lpstr>Abhaya Libre</vt:lpstr>
      <vt:lpstr>Arial</vt:lpstr>
      <vt:lpstr>Molecular Genetics - Science - 10th Grade by Slidesgo</vt:lpstr>
      <vt:lpstr>Evolutionary Strategy</vt:lpstr>
      <vt:lpstr>Brands of Evolutionary Algorithms</vt:lpstr>
      <vt:lpstr>Algorithm Flowchart</vt:lpstr>
      <vt:lpstr>ES Algorithm Flowchart</vt:lpstr>
      <vt:lpstr>The Big Difference Between ES and GA</vt:lpstr>
      <vt:lpstr>Generating Offspring</vt:lpstr>
      <vt:lpstr>Mutation</vt:lpstr>
      <vt:lpstr>What mutation do you propose?</vt:lpstr>
      <vt:lpstr>Problem with this type of Mutation</vt:lpstr>
      <vt:lpstr>Mutation Properties</vt:lpstr>
      <vt:lpstr>Mutation: Gaussian Perturbation</vt:lpstr>
      <vt:lpstr>Parameter Control</vt:lpstr>
      <vt:lpstr>1⁄5 success rule – Adaptive Mutation</vt:lpstr>
      <vt:lpstr>Self-Adaptation in ES Mutation</vt:lpstr>
      <vt:lpstr>Chromosome Representation in ES </vt:lpstr>
      <vt:lpstr>Different schemas</vt:lpstr>
      <vt:lpstr>Mutation Case 1: Uncorrelated mutation with one </vt:lpstr>
      <vt:lpstr>Mutation Case 1: Uncorrelated mutation with one </vt:lpstr>
      <vt:lpstr>Mutation Case 1: Uncorrelated mutation with one </vt:lpstr>
      <vt:lpstr>Mutation Case 1: Example</vt:lpstr>
      <vt:lpstr>Mutation Case 2: Uncorrelated mutation with n ’s </vt:lpstr>
      <vt:lpstr>Mutation Case 2: Uncorrelated mutation with n ’s </vt:lpstr>
      <vt:lpstr>Mutation Case 2: Example</vt:lpstr>
      <vt:lpstr>How do we measure whether we’re exploring or exploiting effectively?</vt:lpstr>
      <vt:lpstr>Mutate  : </vt:lpstr>
      <vt:lpstr>Mutate  : Maximization Example  </vt:lpstr>
      <vt:lpstr>Mutate  : Maximization Example  </vt:lpstr>
      <vt:lpstr>Recombination</vt:lpstr>
      <vt:lpstr>Recombination</vt:lpstr>
      <vt:lpstr>Multi-Parent Recombination</vt:lpstr>
      <vt:lpstr>Recombination:</vt:lpstr>
      <vt:lpstr>Intermediary Recombination</vt:lpstr>
      <vt:lpstr>Discrete Recombination</vt:lpstr>
      <vt:lpstr>Survival Selection</vt:lpstr>
      <vt:lpstr>Survival Selection</vt:lpstr>
      <vt:lpstr>Survival Selection</vt:lpstr>
      <vt:lpstr>Generational Survival Selection for ES</vt:lpstr>
      <vt:lpstr>Parent Selection</vt:lpstr>
      <vt:lpstr>Uniform Random Parent Selection</vt:lpstr>
      <vt:lpstr>Experiment</vt:lpstr>
      <vt:lpstr>Moving Optima Problem  (Dynamic Optimization Task)</vt:lpstr>
      <vt:lpstr>Conclusion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Strategy</dc:title>
  <dc:creator>atefe rajabi</dc:creator>
  <cp:lastModifiedBy>atefe rajabi</cp:lastModifiedBy>
  <cp:revision>83</cp:revision>
  <dcterms:modified xsi:type="dcterms:W3CDTF">2025-04-27T15:31:28Z</dcterms:modified>
</cp:coreProperties>
</file>
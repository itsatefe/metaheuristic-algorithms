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4" r:id="rId1"/>
  </p:sldMasterIdLst>
  <p:notesMasterIdLst>
    <p:notesMasterId r:id="rId31"/>
  </p:notesMasterIdLst>
  <p:handoutMasterIdLst>
    <p:handoutMasterId r:id="rId32"/>
  </p:handoutMasterIdLst>
  <p:sldIdLst>
    <p:sldId id="256" r:id="rId2"/>
    <p:sldId id="319" r:id="rId3"/>
    <p:sldId id="358" r:id="rId4"/>
    <p:sldId id="357" r:id="rId5"/>
    <p:sldId id="359" r:id="rId6"/>
    <p:sldId id="361" r:id="rId7"/>
    <p:sldId id="261" r:id="rId8"/>
    <p:sldId id="340" r:id="rId9"/>
    <p:sldId id="362" r:id="rId10"/>
    <p:sldId id="363" r:id="rId11"/>
    <p:sldId id="367" r:id="rId12"/>
    <p:sldId id="333" r:id="rId13"/>
    <p:sldId id="368" r:id="rId14"/>
    <p:sldId id="266" r:id="rId15"/>
    <p:sldId id="320" r:id="rId16"/>
    <p:sldId id="364" r:id="rId17"/>
    <p:sldId id="271" r:id="rId18"/>
    <p:sldId id="365" r:id="rId19"/>
    <p:sldId id="366" r:id="rId20"/>
    <p:sldId id="336" r:id="rId21"/>
    <p:sldId id="337" r:id="rId22"/>
    <p:sldId id="339" r:id="rId23"/>
    <p:sldId id="369" r:id="rId24"/>
    <p:sldId id="370" r:id="rId25"/>
    <p:sldId id="371" r:id="rId26"/>
    <p:sldId id="372" r:id="rId27"/>
    <p:sldId id="321" r:id="rId28"/>
    <p:sldId id="264" r:id="rId29"/>
    <p:sldId id="343" r:id="rId30"/>
  </p:sldIdLst>
  <p:sldSz cx="9144000" cy="5143500" type="screen16x9"/>
  <p:notesSz cx="6858000" cy="9144000"/>
  <p:embeddedFontLst>
    <p:embeddedFont>
      <p:font typeface="Abhaya Libre" panose="02000503000000000000" pitchFamily="2" charset="0"/>
      <p:regular r:id="rId33"/>
      <p:bold r:id="rId34"/>
    </p:embeddedFont>
    <p:embeddedFont>
      <p:font typeface="Albert Sans" pitchFamily="2" charset="0"/>
      <p:regular r:id="rId35"/>
      <p:bold r:id="rId36"/>
      <p:italic r:id="rId37"/>
      <p:boldItalic r:id="rId38"/>
    </p:embeddedFont>
    <p:embeddedFont>
      <p:font typeface="Cairo" pitchFamily="2" charset="-78"/>
      <p:regular r:id="rId39"/>
      <p:bold r:id="rId40"/>
    </p:embeddedFont>
    <p:embeddedFont>
      <p:font typeface="Cairo Black" pitchFamily="2" charset="-78"/>
      <p:bold r:id="rId41"/>
    </p:embeddedFont>
    <p:embeddedFont>
      <p:font typeface="Chivo" pitchFamily="2" charset="0"/>
      <p:regular r:id="rId42"/>
      <p:bold r:id="rId43"/>
      <p:italic r:id="rId44"/>
      <p:boldItalic r:id="rId45"/>
    </p:embeddedFont>
    <p:embeddedFont>
      <p:font typeface="Fredoka One" panose="02000000000000000000" pitchFamily="2" charset="0"/>
      <p:regular r:id="rId46"/>
    </p:embeddedFont>
    <p:embeddedFont>
      <p:font typeface="Roboto Condensed Light" panose="02000000000000000000" pitchFamily="2" charset="0"/>
      <p:regular r:id="rId47"/>
      <p: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rs iran" initials="pi" lastIdx="1" clrIdx="0">
    <p:extLst>
      <p:ext uri="{19B8F6BF-5375-455C-9EA6-DF929625EA0E}">
        <p15:presenceInfo xmlns:p15="http://schemas.microsoft.com/office/powerpoint/2012/main" userId="836587e06677be7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8"/>
    <a:srgbClr val="134F5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9BB4DD-7DBC-41CF-8C53-D7E3B3F673E1}">
  <a:tblStyle styleId="{6A9BB4DD-7DBC-41CF-8C53-D7E3B3F673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7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264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2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1A817B9-01D7-BA5B-D414-3AEB245089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8314C6-F987-7A72-932F-008505645B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C96A88-66D5-409C-AD14-8FF7EE099D3E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F010F0-BB15-E601-30C8-B2FA70CD5A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5C832E-AD08-4D20-0F8C-333DF41E95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4DB66-8674-46FE-9284-310379FD2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6477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2582fa11c66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2582fa11c66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152a7caf94b_1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152a7caf94b_1_4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258719f21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8" name="Google Shape;798;g258719f21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4321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157d03485c9_2_1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157d03485c9_2_1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6057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157d03485c9_2_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157d03485c9_2_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g1d69dc45ff8_1_88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2" name="Google Shape;1642;g1d69dc45ff8_1_88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0247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157d03485c9_2_9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157d03485c9_2_9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157d03485c9_2_1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157d03485c9_2_1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5003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152a7caf94b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152a7caf94b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91236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157d03485c9_2_1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157d03485c9_2_1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21763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6430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152a7caf94b_1_1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152a7caf94b_1_1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81581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152a7caf94b_1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152a7caf94b_1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g152a7caf94b_1_29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8" name="Google Shape;1858;g152a7caf94b_1_29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88676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 rot="-174">
            <a:off x="713225" y="1337524"/>
            <a:ext cx="5943600" cy="1986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 b="0">
                <a:latin typeface="Cairo Black"/>
                <a:ea typeface="Cairo Black"/>
                <a:cs typeface="Cairo Black"/>
                <a:sym typeface="Cairo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324225"/>
            <a:ext cx="3543300" cy="45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45275" y="-61949"/>
            <a:ext cx="936749" cy="936749"/>
            <a:chOff x="245275" y="-61949"/>
            <a:chExt cx="936749" cy="936749"/>
          </a:xfrm>
        </p:grpSpPr>
        <p:sp>
          <p:nvSpPr>
            <p:cNvPr id="12" name="Google Shape;12;p2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" name="Google Shape;13;p2"/>
            <p:cNvCxnSpPr>
              <a:stCxn id="12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/>
          <p:nvPr/>
        </p:nvSpPr>
        <p:spPr>
          <a:xfrm>
            <a:off x="3245325" y="34714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930450" y="444519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512CF1-F65F-1B8E-D71C-B3D2BE334C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2530325" y="2088250"/>
            <a:ext cx="4785600" cy="10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>
            <a:off x="2530325" y="955450"/>
            <a:ext cx="1413300" cy="1132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7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2530325" y="3148550"/>
            <a:ext cx="4785600" cy="418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cxnSp>
        <p:nvCxnSpPr>
          <p:cNvPr id="20" name="Google Shape;20;p3"/>
          <p:cNvCxnSpPr/>
          <p:nvPr/>
        </p:nvCxnSpPr>
        <p:spPr>
          <a:xfrm flipH="1">
            <a:off x="4471400" y="473945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8073475" y="73612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22" name="Google Shape;22;p3"/>
          <p:cNvSpPr/>
          <p:nvPr/>
        </p:nvSpPr>
        <p:spPr>
          <a:xfrm>
            <a:off x="8506900" y="494536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" name="Google Shape;23;p3"/>
          <p:cNvGrpSpPr/>
          <p:nvPr/>
        </p:nvGrpSpPr>
        <p:grpSpPr>
          <a:xfrm>
            <a:off x="7718463" y="-163654"/>
            <a:ext cx="613379" cy="610156"/>
            <a:chOff x="4705338" y="292646"/>
            <a:chExt cx="613379" cy="610156"/>
          </a:xfrm>
        </p:grpSpPr>
        <p:sp>
          <p:nvSpPr>
            <p:cNvPr id="24" name="Google Shape;24;p3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3"/>
          <p:cNvGrpSpPr/>
          <p:nvPr/>
        </p:nvGrpSpPr>
        <p:grpSpPr>
          <a:xfrm>
            <a:off x="7898650" y="3671826"/>
            <a:ext cx="936749" cy="936749"/>
            <a:chOff x="245275" y="-61949"/>
            <a:chExt cx="936749" cy="936749"/>
          </a:xfrm>
        </p:grpSpPr>
        <p:sp>
          <p:nvSpPr>
            <p:cNvPr id="27" name="Google Shape;27;p3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8" name="Google Shape;28;p3"/>
            <p:cNvCxnSpPr>
              <a:stCxn id="27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9" name="Google Shape;29;p3"/>
          <p:cNvSpPr/>
          <p:nvPr/>
        </p:nvSpPr>
        <p:spPr>
          <a:xfrm>
            <a:off x="6502550" y="-8403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" name="Google Shape;30;p3"/>
          <p:cNvCxnSpPr/>
          <p:nvPr/>
        </p:nvCxnSpPr>
        <p:spPr>
          <a:xfrm flipH="1">
            <a:off x="519275" y="14902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B0539C-8E86-27A9-392B-8A4E20338D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704150" y="1196575"/>
            <a:ext cx="444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704150" y="1870450"/>
            <a:ext cx="4449900" cy="20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hivo"/>
              <a:buChar char="●"/>
              <a:defRPr sz="1400"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○"/>
              <a:defRPr/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■"/>
              <a:defRPr/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●"/>
              <a:defRPr/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○"/>
              <a:defRPr/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■"/>
              <a:defRPr/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●"/>
              <a:defRPr/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○"/>
              <a:defRPr/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Roboto Condensed Light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>
            <a:spLocks noGrp="1"/>
          </p:cNvSpPr>
          <p:nvPr>
            <p:ph type="pic" idx="2"/>
          </p:nvPr>
        </p:nvSpPr>
        <p:spPr>
          <a:xfrm>
            <a:off x="5561850" y="950400"/>
            <a:ext cx="2868900" cy="32427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4"/>
          <p:cNvSpPr/>
          <p:nvPr/>
        </p:nvSpPr>
        <p:spPr>
          <a:xfrm>
            <a:off x="324800" y="21274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" name="Google Shape;36;p4"/>
          <p:cNvGrpSpPr/>
          <p:nvPr/>
        </p:nvGrpSpPr>
        <p:grpSpPr>
          <a:xfrm>
            <a:off x="4758213" y="256621"/>
            <a:ext cx="613379" cy="610156"/>
            <a:chOff x="4705338" y="292646"/>
            <a:chExt cx="613379" cy="610156"/>
          </a:xfrm>
        </p:grpSpPr>
        <p:sp>
          <p:nvSpPr>
            <p:cNvPr id="37" name="Google Shape;37;p4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4"/>
          <p:cNvSpPr/>
          <p:nvPr/>
        </p:nvSpPr>
        <p:spPr>
          <a:xfrm>
            <a:off x="294475" y="4325575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704350" y="410979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4"/>
          <p:cNvCxnSpPr/>
          <p:nvPr/>
        </p:nvCxnSpPr>
        <p:spPr>
          <a:xfrm flipH="1">
            <a:off x="8117250" y="-11387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42" name="Google Shape;42;p4"/>
          <p:cNvCxnSpPr/>
          <p:nvPr/>
        </p:nvCxnSpPr>
        <p:spPr>
          <a:xfrm flipH="1">
            <a:off x="699175" y="432557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BF3DA4-490E-2A72-CBC4-0383665112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>
            <a:spLocks noGrp="1"/>
          </p:cNvSpPr>
          <p:nvPr>
            <p:ph type="subTitle" idx="1"/>
          </p:nvPr>
        </p:nvSpPr>
        <p:spPr>
          <a:xfrm>
            <a:off x="1065975" y="2224250"/>
            <a:ext cx="3124800" cy="18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2"/>
          </p:nvPr>
        </p:nvSpPr>
        <p:spPr>
          <a:xfrm>
            <a:off x="4953225" y="2224259"/>
            <a:ext cx="3124800" cy="18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1065975" y="1778300"/>
            <a:ext cx="3124800" cy="445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title" idx="3"/>
          </p:nvPr>
        </p:nvSpPr>
        <p:spPr>
          <a:xfrm>
            <a:off x="4953226" y="1778300"/>
            <a:ext cx="3124800" cy="445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title" idx="4"/>
          </p:nvPr>
        </p:nvSpPr>
        <p:spPr>
          <a:xfrm>
            <a:off x="713225" y="539500"/>
            <a:ext cx="7717500" cy="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49" name="Google Shape;49;p5"/>
          <p:cNvCxnSpPr/>
          <p:nvPr/>
        </p:nvCxnSpPr>
        <p:spPr>
          <a:xfrm flipH="1">
            <a:off x="4106475" y="429312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50" name="Google Shape;50;p5"/>
          <p:cNvSpPr/>
          <p:nvPr/>
        </p:nvSpPr>
        <p:spPr>
          <a:xfrm>
            <a:off x="433000" y="148924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332288" y="372721"/>
            <a:ext cx="613379" cy="610156"/>
            <a:chOff x="4705338" y="292646"/>
            <a:chExt cx="613379" cy="610156"/>
          </a:xfrm>
        </p:grpSpPr>
        <p:sp>
          <p:nvSpPr>
            <p:cNvPr id="52" name="Google Shape;52;p5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" name="Google Shape;54;p5"/>
          <p:cNvGrpSpPr/>
          <p:nvPr/>
        </p:nvGrpSpPr>
        <p:grpSpPr>
          <a:xfrm>
            <a:off x="8140125" y="3943476"/>
            <a:ext cx="936749" cy="936749"/>
            <a:chOff x="245275" y="-61949"/>
            <a:chExt cx="936749" cy="936749"/>
          </a:xfrm>
        </p:grpSpPr>
        <p:sp>
          <p:nvSpPr>
            <p:cNvPr id="55" name="Google Shape;55;p5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6" name="Google Shape;56;p5"/>
            <p:cNvCxnSpPr>
              <a:stCxn id="55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7" name="Google Shape;57;p5"/>
          <p:cNvSpPr/>
          <p:nvPr/>
        </p:nvSpPr>
        <p:spPr>
          <a:xfrm>
            <a:off x="761500" y="455346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8664750" y="164800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E3E25E-E888-5B49-B31C-1696866138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8580250" y="34881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" name="Google Shape;62;p6"/>
          <p:cNvGrpSpPr/>
          <p:nvPr/>
        </p:nvGrpSpPr>
        <p:grpSpPr>
          <a:xfrm>
            <a:off x="3884013" y="4694896"/>
            <a:ext cx="613379" cy="610156"/>
            <a:chOff x="4705338" y="292646"/>
            <a:chExt cx="613379" cy="610156"/>
          </a:xfrm>
        </p:grpSpPr>
        <p:sp>
          <p:nvSpPr>
            <p:cNvPr id="63" name="Google Shape;63;p6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C8059D-DAA1-1CEF-D6C6-5E8835515F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 txBox="1">
            <a:spLocks noGrp="1"/>
          </p:cNvSpPr>
          <p:nvPr>
            <p:ph type="title"/>
          </p:nvPr>
        </p:nvSpPr>
        <p:spPr>
          <a:xfrm>
            <a:off x="1621275" y="1397525"/>
            <a:ext cx="4017000" cy="7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1" name="Google Shape;91;p9"/>
          <p:cNvSpPr txBox="1">
            <a:spLocks noGrp="1"/>
          </p:cNvSpPr>
          <p:nvPr>
            <p:ph type="subTitle" idx="1"/>
          </p:nvPr>
        </p:nvSpPr>
        <p:spPr>
          <a:xfrm>
            <a:off x="1621275" y="2310675"/>
            <a:ext cx="4017000" cy="15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92" name="Google Shape;92;p9"/>
          <p:cNvCxnSpPr/>
          <p:nvPr/>
        </p:nvCxnSpPr>
        <p:spPr>
          <a:xfrm flipH="1">
            <a:off x="827600" y="424982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grpSp>
        <p:nvGrpSpPr>
          <p:cNvPr id="93" name="Google Shape;93;p9"/>
          <p:cNvGrpSpPr/>
          <p:nvPr/>
        </p:nvGrpSpPr>
        <p:grpSpPr>
          <a:xfrm>
            <a:off x="141850" y="1445151"/>
            <a:ext cx="936749" cy="936749"/>
            <a:chOff x="245275" y="-61949"/>
            <a:chExt cx="936749" cy="936749"/>
          </a:xfrm>
        </p:grpSpPr>
        <p:sp>
          <p:nvSpPr>
            <p:cNvPr id="94" name="Google Shape;94;p9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5" name="Google Shape;95;p9"/>
            <p:cNvCxnSpPr>
              <a:stCxn id="94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6" name="Google Shape;96;p9"/>
          <p:cNvSpPr/>
          <p:nvPr/>
        </p:nvSpPr>
        <p:spPr>
          <a:xfrm>
            <a:off x="445975" y="446125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5264725" y="23939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A0C691-37F5-C399-E1BC-CB222B792E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EA746F-074C-B33F-C5A4-D6176A994D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>
            <a:spLocks noGrp="1"/>
          </p:cNvSpPr>
          <p:nvPr>
            <p:ph type="title"/>
          </p:nvPr>
        </p:nvSpPr>
        <p:spPr>
          <a:xfrm>
            <a:off x="713225" y="2198600"/>
            <a:ext cx="4731600" cy="10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42" name="Google Shape;142;p14"/>
          <p:cNvSpPr txBox="1">
            <a:spLocks noGrp="1"/>
          </p:cNvSpPr>
          <p:nvPr>
            <p:ph type="title" idx="2" hasCustomPrompt="1"/>
          </p:nvPr>
        </p:nvSpPr>
        <p:spPr>
          <a:xfrm>
            <a:off x="2416025" y="1065800"/>
            <a:ext cx="1326000" cy="1132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7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43" name="Google Shape;143;p14"/>
          <p:cNvSpPr txBox="1">
            <a:spLocks noGrp="1"/>
          </p:cNvSpPr>
          <p:nvPr>
            <p:ph type="subTitle" idx="1"/>
          </p:nvPr>
        </p:nvSpPr>
        <p:spPr>
          <a:xfrm>
            <a:off x="713225" y="3258575"/>
            <a:ext cx="4731600" cy="4188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grpSp>
        <p:nvGrpSpPr>
          <p:cNvPr id="144" name="Google Shape;144;p14"/>
          <p:cNvGrpSpPr/>
          <p:nvPr/>
        </p:nvGrpSpPr>
        <p:grpSpPr>
          <a:xfrm>
            <a:off x="6696713" y="455646"/>
            <a:ext cx="613379" cy="610156"/>
            <a:chOff x="4705338" y="292646"/>
            <a:chExt cx="613379" cy="610156"/>
          </a:xfrm>
        </p:grpSpPr>
        <p:sp>
          <p:nvSpPr>
            <p:cNvPr id="145" name="Google Shape;145;p14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7" name="Google Shape;147;p14"/>
          <p:cNvGrpSpPr/>
          <p:nvPr/>
        </p:nvGrpSpPr>
        <p:grpSpPr>
          <a:xfrm>
            <a:off x="8638025" y="3510526"/>
            <a:ext cx="936749" cy="936749"/>
            <a:chOff x="245275" y="-61949"/>
            <a:chExt cx="936749" cy="936749"/>
          </a:xfrm>
        </p:grpSpPr>
        <p:sp>
          <p:nvSpPr>
            <p:cNvPr id="148" name="Google Shape;148;p14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9" name="Google Shape;149;p14"/>
            <p:cNvCxnSpPr>
              <a:stCxn id="148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0" name="Google Shape;150;p14"/>
          <p:cNvSpPr/>
          <p:nvPr/>
        </p:nvSpPr>
        <p:spPr>
          <a:xfrm>
            <a:off x="503550" y="455650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4"/>
          <p:cNvSpPr/>
          <p:nvPr/>
        </p:nvSpPr>
        <p:spPr>
          <a:xfrm>
            <a:off x="436775" y="429311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2" name="Google Shape;152;p14"/>
          <p:cNvCxnSpPr/>
          <p:nvPr/>
        </p:nvCxnSpPr>
        <p:spPr>
          <a:xfrm flipH="1">
            <a:off x="503550" y="110912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53" name="Google Shape;153;p14"/>
          <p:cNvCxnSpPr/>
          <p:nvPr/>
        </p:nvCxnSpPr>
        <p:spPr>
          <a:xfrm flipH="1">
            <a:off x="4106475" y="429312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D9E4F9-3901-0D60-3A71-00DF3AAC7C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>
            <a:spLocks noGrp="1"/>
          </p:cNvSpPr>
          <p:nvPr>
            <p:ph type="title"/>
          </p:nvPr>
        </p:nvSpPr>
        <p:spPr>
          <a:xfrm>
            <a:off x="745675" y="2398600"/>
            <a:ext cx="4634400" cy="10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title" idx="2" hasCustomPrompt="1"/>
          </p:nvPr>
        </p:nvSpPr>
        <p:spPr>
          <a:xfrm>
            <a:off x="4144675" y="1265800"/>
            <a:ext cx="1235400" cy="1132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7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57" name="Google Shape;157;p15"/>
          <p:cNvSpPr txBox="1">
            <a:spLocks noGrp="1"/>
          </p:cNvSpPr>
          <p:nvPr>
            <p:ph type="subTitle" idx="1"/>
          </p:nvPr>
        </p:nvSpPr>
        <p:spPr>
          <a:xfrm>
            <a:off x="745675" y="3458900"/>
            <a:ext cx="4634400" cy="4188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grpSp>
        <p:nvGrpSpPr>
          <p:cNvPr id="158" name="Google Shape;158;p15"/>
          <p:cNvGrpSpPr/>
          <p:nvPr/>
        </p:nvGrpSpPr>
        <p:grpSpPr>
          <a:xfrm>
            <a:off x="6990388" y="4334946"/>
            <a:ext cx="613379" cy="610156"/>
            <a:chOff x="4705338" y="292646"/>
            <a:chExt cx="613379" cy="610156"/>
          </a:xfrm>
        </p:grpSpPr>
        <p:sp>
          <p:nvSpPr>
            <p:cNvPr id="159" name="Google Shape;159;p15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61" name="Google Shape;161;p15"/>
          <p:cNvCxnSpPr/>
          <p:nvPr/>
        </p:nvCxnSpPr>
        <p:spPr>
          <a:xfrm flipH="1">
            <a:off x="5491187" y="460857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15"/>
          <p:cNvCxnSpPr/>
          <p:nvPr/>
        </p:nvCxnSpPr>
        <p:spPr>
          <a:xfrm flipH="1">
            <a:off x="226313" y="102805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grpSp>
        <p:nvGrpSpPr>
          <p:cNvPr id="163" name="Google Shape;163;p15"/>
          <p:cNvGrpSpPr/>
          <p:nvPr/>
        </p:nvGrpSpPr>
        <p:grpSpPr>
          <a:xfrm>
            <a:off x="2665238" y="71126"/>
            <a:ext cx="936749" cy="936749"/>
            <a:chOff x="245275" y="-61949"/>
            <a:chExt cx="936749" cy="936749"/>
          </a:xfrm>
        </p:grpSpPr>
        <p:sp>
          <p:nvSpPr>
            <p:cNvPr id="164" name="Google Shape;164;p15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5" name="Google Shape;165;p15"/>
            <p:cNvCxnSpPr>
              <a:stCxn id="164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6" name="Google Shape;166;p15"/>
          <p:cNvSpPr/>
          <p:nvPr/>
        </p:nvSpPr>
        <p:spPr>
          <a:xfrm flipH="1">
            <a:off x="226314" y="37611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5"/>
          <p:cNvSpPr/>
          <p:nvPr/>
        </p:nvSpPr>
        <p:spPr>
          <a:xfrm flipH="1">
            <a:off x="355627" y="484081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5"/>
          <p:cNvSpPr/>
          <p:nvPr/>
        </p:nvSpPr>
        <p:spPr>
          <a:xfrm flipH="1">
            <a:off x="1249077" y="50564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15BBE2-2BB7-9AB7-E6B7-387B209EE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3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 txBox="1">
            <a:spLocks noGrp="1"/>
          </p:cNvSpPr>
          <p:nvPr>
            <p:ph type="title"/>
          </p:nvPr>
        </p:nvSpPr>
        <p:spPr>
          <a:xfrm>
            <a:off x="3154775" y="1776350"/>
            <a:ext cx="4725000" cy="10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71" name="Google Shape;171;p16"/>
          <p:cNvSpPr txBox="1">
            <a:spLocks noGrp="1"/>
          </p:cNvSpPr>
          <p:nvPr>
            <p:ph type="title" idx="2" hasCustomPrompt="1"/>
          </p:nvPr>
        </p:nvSpPr>
        <p:spPr>
          <a:xfrm>
            <a:off x="1408550" y="1776350"/>
            <a:ext cx="1332600" cy="1060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7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72" name="Google Shape;172;p16"/>
          <p:cNvSpPr txBox="1">
            <a:spLocks noGrp="1"/>
          </p:cNvSpPr>
          <p:nvPr>
            <p:ph type="subTitle" idx="1"/>
          </p:nvPr>
        </p:nvSpPr>
        <p:spPr>
          <a:xfrm>
            <a:off x="3154775" y="2836650"/>
            <a:ext cx="4725000" cy="4188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-165400" y="250446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4" name="Google Shape;174;p16"/>
          <p:cNvGrpSpPr/>
          <p:nvPr/>
        </p:nvGrpSpPr>
        <p:grpSpPr>
          <a:xfrm>
            <a:off x="6648563" y="193996"/>
            <a:ext cx="613379" cy="610156"/>
            <a:chOff x="4705338" y="292646"/>
            <a:chExt cx="613379" cy="610156"/>
          </a:xfrm>
        </p:grpSpPr>
        <p:sp>
          <p:nvSpPr>
            <p:cNvPr id="175" name="Google Shape;175;p16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7" name="Google Shape;177;p16"/>
          <p:cNvGrpSpPr/>
          <p:nvPr/>
        </p:nvGrpSpPr>
        <p:grpSpPr>
          <a:xfrm>
            <a:off x="854400" y="3795726"/>
            <a:ext cx="936749" cy="936749"/>
            <a:chOff x="245275" y="-61949"/>
            <a:chExt cx="936749" cy="936749"/>
          </a:xfrm>
        </p:grpSpPr>
        <p:sp>
          <p:nvSpPr>
            <p:cNvPr id="178" name="Google Shape;178;p16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9" name="Google Shape;179;p16"/>
            <p:cNvCxnSpPr>
              <a:stCxn id="178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0" name="Google Shape;180;p16"/>
          <p:cNvSpPr/>
          <p:nvPr/>
        </p:nvSpPr>
        <p:spPr>
          <a:xfrm>
            <a:off x="213138" y="-134500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3627200" y="37611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2" name="Google Shape;182;p16"/>
          <p:cNvCxnSpPr/>
          <p:nvPr/>
        </p:nvCxnSpPr>
        <p:spPr>
          <a:xfrm flipH="1">
            <a:off x="8759950" y="60860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54B19B-1F32-9941-E276-1321D2F71E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292" name="Google Shape;292;p24"/>
          <p:cNvCxnSpPr/>
          <p:nvPr/>
        </p:nvCxnSpPr>
        <p:spPr>
          <a:xfrm flipH="1">
            <a:off x="8370075" y="414537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293" name="Google Shape;293;p24"/>
          <p:cNvSpPr/>
          <p:nvPr/>
        </p:nvSpPr>
        <p:spPr>
          <a:xfrm>
            <a:off x="419150" y="67641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4" name="Google Shape;294;p24"/>
          <p:cNvGrpSpPr/>
          <p:nvPr/>
        </p:nvGrpSpPr>
        <p:grpSpPr>
          <a:xfrm>
            <a:off x="1211813" y="-182954"/>
            <a:ext cx="613379" cy="610156"/>
            <a:chOff x="4705338" y="292646"/>
            <a:chExt cx="613379" cy="610156"/>
          </a:xfrm>
        </p:grpSpPr>
        <p:sp>
          <p:nvSpPr>
            <p:cNvPr id="295" name="Google Shape;295;p24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4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7" name="Google Shape;297;p24"/>
          <p:cNvGrpSpPr/>
          <p:nvPr/>
        </p:nvGrpSpPr>
        <p:grpSpPr>
          <a:xfrm>
            <a:off x="192000" y="1694501"/>
            <a:ext cx="936749" cy="936749"/>
            <a:chOff x="245275" y="-61949"/>
            <a:chExt cx="936749" cy="936749"/>
          </a:xfrm>
        </p:grpSpPr>
        <p:sp>
          <p:nvSpPr>
            <p:cNvPr id="298" name="Google Shape;298;p24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99" name="Google Shape;299;p24"/>
            <p:cNvCxnSpPr>
              <a:stCxn id="298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0" name="Google Shape;300;p24"/>
          <p:cNvSpPr/>
          <p:nvPr/>
        </p:nvSpPr>
        <p:spPr>
          <a:xfrm>
            <a:off x="8472100" y="1640600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24"/>
          <p:cNvSpPr/>
          <p:nvPr/>
        </p:nvSpPr>
        <p:spPr>
          <a:xfrm>
            <a:off x="90650" y="451474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2" name="Google Shape;302;p24"/>
          <p:cNvGrpSpPr/>
          <p:nvPr/>
        </p:nvGrpSpPr>
        <p:grpSpPr>
          <a:xfrm>
            <a:off x="8595538" y="234421"/>
            <a:ext cx="613379" cy="610156"/>
            <a:chOff x="4705338" y="292646"/>
            <a:chExt cx="613379" cy="610156"/>
          </a:xfrm>
        </p:grpSpPr>
        <p:sp>
          <p:nvSpPr>
            <p:cNvPr id="303" name="Google Shape;303;p24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05" name="Google Shape;305;p24"/>
          <p:cNvCxnSpPr/>
          <p:nvPr/>
        </p:nvCxnSpPr>
        <p:spPr>
          <a:xfrm flipH="1">
            <a:off x="7731700" y="-15990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77D96C-1579-5F2D-E67B-C1BA38AD79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_ONLY_8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32"/>
          <p:cNvSpPr txBox="1">
            <a:spLocks noGrp="1"/>
          </p:cNvSpPr>
          <p:nvPr>
            <p:ph type="body" idx="1"/>
          </p:nvPr>
        </p:nvSpPr>
        <p:spPr>
          <a:xfrm>
            <a:off x="720025" y="1254600"/>
            <a:ext cx="6656400" cy="23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408" name="Google Shape;408;p32"/>
          <p:cNvGrpSpPr/>
          <p:nvPr/>
        </p:nvGrpSpPr>
        <p:grpSpPr>
          <a:xfrm rot="10800000">
            <a:off x="-192975" y="4009951"/>
            <a:ext cx="936749" cy="936749"/>
            <a:chOff x="245275" y="-61949"/>
            <a:chExt cx="936749" cy="936749"/>
          </a:xfrm>
        </p:grpSpPr>
        <p:sp>
          <p:nvSpPr>
            <p:cNvPr id="409" name="Google Shape;409;p32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10" name="Google Shape;410;p32"/>
            <p:cNvCxnSpPr>
              <a:stCxn id="409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411" name="Google Shape;411;p32"/>
          <p:cNvCxnSpPr/>
          <p:nvPr/>
        </p:nvCxnSpPr>
        <p:spPr>
          <a:xfrm flipH="1">
            <a:off x="8218725" y="24595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412" name="Google Shape;412;p32"/>
          <p:cNvSpPr/>
          <p:nvPr/>
        </p:nvSpPr>
        <p:spPr>
          <a:xfrm>
            <a:off x="930450" y="444519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3" name="Google Shape;413;p32"/>
          <p:cNvCxnSpPr/>
          <p:nvPr/>
        </p:nvCxnSpPr>
        <p:spPr>
          <a:xfrm flipH="1">
            <a:off x="-150225" y="21075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414" name="Google Shape;414;p32"/>
          <p:cNvSpPr/>
          <p:nvPr/>
        </p:nvSpPr>
        <p:spPr>
          <a:xfrm>
            <a:off x="8623525" y="125459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6FFC7A-1757-8E73-1DFB-BE0F8FF444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0_1_1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3"/>
          <p:cNvSpPr txBox="1">
            <a:spLocks noGrp="1"/>
          </p:cNvSpPr>
          <p:nvPr>
            <p:ph type="body" idx="1"/>
          </p:nvPr>
        </p:nvSpPr>
        <p:spPr>
          <a:xfrm>
            <a:off x="720025" y="1254600"/>
            <a:ext cx="6018000" cy="115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7" name="Google Shape;417;p33"/>
          <p:cNvSpPr txBox="1">
            <a:spLocks noGrp="1"/>
          </p:cNvSpPr>
          <p:nvPr>
            <p:ph type="title"/>
          </p:nvPr>
        </p:nvSpPr>
        <p:spPr>
          <a:xfrm>
            <a:off x="720025" y="5517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418" name="Google Shape;418;p33"/>
          <p:cNvGrpSpPr/>
          <p:nvPr/>
        </p:nvGrpSpPr>
        <p:grpSpPr>
          <a:xfrm rot="10800000">
            <a:off x="-165925" y="97026"/>
            <a:ext cx="936749" cy="936749"/>
            <a:chOff x="245275" y="-61949"/>
            <a:chExt cx="936749" cy="936749"/>
          </a:xfrm>
        </p:grpSpPr>
        <p:sp>
          <p:nvSpPr>
            <p:cNvPr id="419" name="Google Shape;419;p33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20" name="Google Shape;420;p33"/>
            <p:cNvCxnSpPr>
              <a:stCxn id="419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421" name="Google Shape;421;p33"/>
          <p:cNvCxnSpPr/>
          <p:nvPr/>
        </p:nvCxnSpPr>
        <p:spPr>
          <a:xfrm flipH="1">
            <a:off x="8556900" y="47757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422" name="Google Shape;422;p33"/>
          <p:cNvSpPr/>
          <p:nvPr/>
        </p:nvSpPr>
        <p:spPr>
          <a:xfrm>
            <a:off x="7998725" y="15081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3" name="Google Shape;423;p33"/>
          <p:cNvGrpSpPr/>
          <p:nvPr/>
        </p:nvGrpSpPr>
        <p:grpSpPr>
          <a:xfrm>
            <a:off x="6695338" y="-188604"/>
            <a:ext cx="613379" cy="610156"/>
            <a:chOff x="4705338" y="292646"/>
            <a:chExt cx="613379" cy="610156"/>
          </a:xfrm>
        </p:grpSpPr>
        <p:sp>
          <p:nvSpPr>
            <p:cNvPr id="424" name="Google Shape;424;p33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3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6" name="Google Shape;426;p33"/>
          <p:cNvSpPr/>
          <p:nvPr/>
        </p:nvSpPr>
        <p:spPr>
          <a:xfrm>
            <a:off x="220500" y="214089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33"/>
          <p:cNvSpPr/>
          <p:nvPr/>
        </p:nvSpPr>
        <p:spPr>
          <a:xfrm>
            <a:off x="-165925" y="466314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28" name="Google Shape;428;p33"/>
          <p:cNvCxnSpPr/>
          <p:nvPr/>
        </p:nvCxnSpPr>
        <p:spPr>
          <a:xfrm flipH="1">
            <a:off x="8327225" y="435427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85022A-C6AA-5286-5AAB-71B6FD6A13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23_1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5"/>
          <p:cNvSpPr txBox="1">
            <a:spLocks noGrp="1"/>
          </p:cNvSpPr>
          <p:nvPr>
            <p:ph type="body" idx="1"/>
          </p:nvPr>
        </p:nvSpPr>
        <p:spPr>
          <a:xfrm>
            <a:off x="4748375" y="1244800"/>
            <a:ext cx="3675600" cy="336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47" name="Google Shape;447;p35"/>
          <p:cNvSpPr txBox="1">
            <a:spLocks noGrp="1"/>
          </p:cNvSpPr>
          <p:nvPr>
            <p:ph type="body" idx="2"/>
          </p:nvPr>
        </p:nvSpPr>
        <p:spPr>
          <a:xfrm>
            <a:off x="720025" y="1244800"/>
            <a:ext cx="3675600" cy="336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Char char="●"/>
              <a:defRPr sz="1400"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48" name="Google Shape;448;p35"/>
          <p:cNvSpPr txBox="1">
            <a:spLocks noGrp="1"/>
          </p:cNvSpPr>
          <p:nvPr>
            <p:ph type="title"/>
          </p:nvPr>
        </p:nvSpPr>
        <p:spPr>
          <a:xfrm>
            <a:off x="720025" y="5517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35"/>
          <p:cNvSpPr/>
          <p:nvPr/>
        </p:nvSpPr>
        <p:spPr>
          <a:xfrm>
            <a:off x="-151450" y="162479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35"/>
          <p:cNvSpPr/>
          <p:nvPr/>
        </p:nvSpPr>
        <p:spPr>
          <a:xfrm>
            <a:off x="251000" y="223225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1" name="Google Shape;451;p35"/>
          <p:cNvGrpSpPr/>
          <p:nvPr/>
        </p:nvGrpSpPr>
        <p:grpSpPr>
          <a:xfrm>
            <a:off x="7760425" y="-291399"/>
            <a:ext cx="936749" cy="936749"/>
            <a:chOff x="245275" y="-61949"/>
            <a:chExt cx="936749" cy="936749"/>
          </a:xfrm>
        </p:grpSpPr>
        <p:sp>
          <p:nvSpPr>
            <p:cNvPr id="452" name="Google Shape;452;p35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53" name="Google Shape;453;p35"/>
            <p:cNvCxnSpPr>
              <a:stCxn id="452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29B9B4-4931-28F2-8005-DC950D88B8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4_1_1_1"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0" name="Google Shape;580;p42"/>
          <p:cNvSpPr txBox="1">
            <a:spLocks noGrp="1"/>
          </p:cNvSpPr>
          <p:nvPr>
            <p:ph type="subTitle" idx="1"/>
          </p:nvPr>
        </p:nvSpPr>
        <p:spPr>
          <a:xfrm>
            <a:off x="3352175" y="3107261"/>
            <a:ext cx="2439600" cy="3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  <p:sp>
        <p:nvSpPr>
          <p:cNvPr id="581" name="Google Shape;581;p42"/>
          <p:cNvSpPr txBox="1">
            <a:spLocks noGrp="1"/>
          </p:cNvSpPr>
          <p:nvPr>
            <p:ph type="subTitle" idx="2"/>
          </p:nvPr>
        </p:nvSpPr>
        <p:spPr>
          <a:xfrm>
            <a:off x="3352175" y="3422499"/>
            <a:ext cx="243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582" name="Google Shape;582;p42"/>
          <p:cNvSpPr txBox="1">
            <a:spLocks noGrp="1"/>
          </p:cNvSpPr>
          <p:nvPr>
            <p:ph type="subTitle" idx="3"/>
          </p:nvPr>
        </p:nvSpPr>
        <p:spPr>
          <a:xfrm>
            <a:off x="3352175" y="1678650"/>
            <a:ext cx="2439600" cy="3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  <p:sp>
        <p:nvSpPr>
          <p:cNvPr id="583" name="Google Shape;583;p42"/>
          <p:cNvSpPr txBox="1">
            <a:spLocks noGrp="1"/>
          </p:cNvSpPr>
          <p:nvPr>
            <p:ph type="subTitle" idx="4"/>
          </p:nvPr>
        </p:nvSpPr>
        <p:spPr>
          <a:xfrm>
            <a:off x="3352175" y="1993877"/>
            <a:ext cx="243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584" name="Google Shape;584;p42"/>
          <p:cNvSpPr txBox="1">
            <a:spLocks noGrp="1"/>
          </p:cNvSpPr>
          <p:nvPr>
            <p:ph type="subTitle" idx="5"/>
          </p:nvPr>
        </p:nvSpPr>
        <p:spPr>
          <a:xfrm>
            <a:off x="5991150" y="1678660"/>
            <a:ext cx="24396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  <p:sp>
        <p:nvSpPr>
          <p:cNvPr id="585" name="Google Shape;585;p42"/>
          <p:cNvSpPr txBox="1">
            <a:spLocks noGrp="1"/>
          </p:cNvSpPr>
          <p:nvPr>
            <p:ph type="subTitle" idx="6"/>
          </p:nvPr>
        </p:nvSpPr>
        <p:spPr>
          <a:xfrm>
            <a:off x="5991150" y="1993888"/>
            <a:ext cx="243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586" name="Google Shape;586;p42"/>
          <p:cNvSpPr txBox="1">
            <a:spLocks noGrp="1"/>
          </p:cNvSpPr>
          <p:nvPr>
            <p:ph type="subTitle" idx="7"/>
          </p:nvPr>
        </p:nvSpPr>
        <p:spPr>
          <a:xfrm>
            <a:off x="713200" y="1678650"/>
            <a:ext cx="2439600" cy="3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  <p:sp>
        <p:nvSpPr>
          <p:cNvPr id="587" name="Google Shape;587;p42"/>
          <p:cNvSpPr txBox="1">
            <a:spLocks noGrp="1"/>
          </p:cNvSpPr>
          <p:nvPr>
            <p:ph type="subTitle" idx="8"/>
          </p:nvPr>
        </p:nvSpPr>
        <p:spPr>
          <a:xfrm>
            <a:off x="713200" y="1993877"/>
            <a:ext cx="243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588" name="Google Shape;588;p42"/>
          <p:cNvSpPr txBox="1">
            <a:spLocks noGrp="1"/>
          </p:cNvSpPr>
          <p:nvPr>
            <p:ph type="subTitle" idx="9"/>
          </p:nvPr>
        </p:nvSpPr>
        <p:spPr>
          <a:xfrm>
            <a:off x="713200" y="3107261"/>
            <a:ext cx="2439600" cy="3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  <p:sp>
        <p:nvSpPr>
          <p:cNvPr id="589" name="Google Shape;589;p42"/>
          <p:cNvSpPr txBox="1">
            <a:spLocks noGrp="1"/>
          </p:cNvSpPr>
          <p:nvPr>
            <p:ph type="subTitle" idx="13"/>
          </p:nvPr>
        </p:nvSpPr>
        <p:spPr>
          <a:xfrm>
            <a:off x="713200" y="3422499"/>
            <a:ext cx="243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590" name="Google Shape;590;p42"/>
          <p:cNvSpPr txBox="1">
            <a:spLocks noGrp="1"/>
          </p:cNvSpPr>
          <p:nvPr>
            <p:ph type="subTitle" idx="14"/>
          </p:nvPr>
        </p:nvSpPr>
        <p:spPr>
          <a:xfrm>
            <a:off x="5991150" y="3107250"/>
            <a:ext cx="2439600" cy="3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200" b="1"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  <p:sp>
        <p:nvSpPr>
          <p:cNvPr id="591" name="Google Shape;591;p42"/>
          <p:cNvSpPr txBox="1">
            <a:spLocks noGrp="1"/>
          </p:cNvSpPr>
          <p:nvPr>
            <p:ph type="subTitle" idx="15"/>
          </p:nvPr>
        </p:nvSpPr>
        <p:spPr>
          <a:xfrm>
            <a:off x="5991150" y="3422475"/>
            <a:ext cx="243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592" name="Google Shape;592;p42"/>
          <p:cNvSpPr/>
          <p:nvPr/>
        </p:nvSpPr>
        <p:spPr>
          <a:xfrm>
            <a:off x="937625" y="4474850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3" name="Google Shape;593;p42"/>
          <p:cNvCxnSpPr/>
          <p:nvPr/>
        </p:nvCxnSpPr>
        <p:spPr>
          <a:xfrm flipH="1">
            <a:off x="4471400" y="473945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594" name="Google Shape;594;p42"/>
          <p:cNvCxnSpPr/>
          <p:nvPr/>
        </p:nvCxnSpPr>
        <p:spPr>
          <a:xfrm flipH="1">
            <a:off x="8749825" y="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595" name="Google Shape;595;p42"/>
          <p:cNvSpPr/>
          <p:nvPr/>
        </p:nvSpPr>
        <p:spPr>
          <a:xfrm>
            <a:off x="7949600" y="491831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6" name="Google Shape;596;p42"/>
          <p:cNvGrpSpPr/>
          <p:nvPr/>
        </p:nvGrpSpPr>
        <p:grpSpPr>
          <a:xfrm>
            <a:off x="-75237" y="4533346"/>
            <a:ext cx="613379" cy="610156"/>
            <a:chOff x="4705338" y="292646"/>
            <a:chExt cx="613379" cy="610156"/>
          </a:xfrm>
        </p:grpSpPr>
        <p:sp>
          <p:nvSpPr>
            <p:cNvPr id="597" name="Google Shape;597;p42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42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8475900" y="3538101"/>
            <a:ext cx="936749" cy="936749"/>
            <a:chOff x="245275" y="-61949"/>
            <a:chExt cx="936749" cy="936749"/>
          </a:xfrm>
        </p:grpSpPr>
        <p:sp>
          <p:nvSpPr>
            <p:cNvPr id="600" name="Google Shape;600;p42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01" name="Google Shape;601;p42"/>
            <p:cNvCxnSpPr>
              <a:stCxn id="600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602" name="Google Shape;602;p42"/>
          <p:cNvCxnSpPr/>
          <p:nvPr/>
        </p:nvCxnSpPr>
        <p:spPr>
          <a:xfrm rot="10800000" flipH="1">
            <a:off x="161150" y="14902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603" name="Google Shape;603;p42"/>
          <p:cNvSpPr/>
          <p:nvPr/>
        </p:nvSpPr>
        <p:spPr>
          <a:xfrm>
            <a:off x="8147400" y="21274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C55C5B-9799-7880-BFF7-319C06CA341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4"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8" name="Google Shape;618;p44"/>
          <p:cNvGrpSpPr/>
          <p:nvPr/>
        </p:nvGrpSpPr>
        <p:grpSpPr>
          <a:xfrm rot="-4218355">
            <a:off x="-1801268" y="705180"/>
            <a:ext cx="4780599" cy="5926831"/>
            <a:chOff x="3453675" y="959025"/>
            <a:chExt cx="2670400" cy="3310675"/>
          </a:xfrm>
        </p:grpSpPr>
        <p:sp>
          <p:nvSpPr>
            <p:cNvPr id="619" name="Google Shape;619;p44"/>
            <p:cNvSpPr/>
            <p:nvPr/>
          </p:nvSpPr>
          <p:spPr>
            <a:xfrm>
              <a:off x="3453675" y="3646400"/>
              <a:ext cx="440900" cy="236925"/>
            </a:xfrm>
            <a:custGeom>
              <a:avLst/>
              <a:gdLst/>
              <a:ahLst/>
              <a:cxnLst/>
              <a:rect l="l" t="t" r="r" b="b"/>
              <a:pathLst>
                <a:path w="17636" h="9477" extrusionOk="0">
                  <a:moveTo>
                    <a:pt x="15430" y="0"/>
                  </a:moveTo>
                  <a:lnTo>
                    <a:pt x="1" y="995"/>
                  </a:lnTo>
                  <a:lnTo>
                    <a:pt x="548" y="9477"/>
                  </a:lnTo>
                  <a:lnTo>
                    <a:pt x="17636" y="8374"/>
                  </a:lnTo>
                  <a:lnTo>
                    <a:pt x="15430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44"/>
            <p:cNvSpPr/>
            <p:nvPr/>
          </p:nvSpPr>
          <p:spPr>
            <a:xfrm>
              <a:off x="4055600" y="1387050"/>
              <a:ext cx="1466525" cy="2454825"/>
            </a:xfrm>
            <a:custGeom>
              <a:avLst/>
              <a:gdLst/>
              <a:ahLst/>
              <a:cxnLst/>
              <a:rect l="l" t="t" r="r" b="b"/>
              <a:pathLst>
                <a:path w="58661" h="98193" extrusionOk="0">
                  <a:moveTo>
                    <a:pt x="56455" y="1"/>
                  </a:moveTo>
                  <a:lnTo>
                    <a:pt x="47418" y="581"/>
                  </a:lnTo>
                  <a:cubicBezTo>
                    <a:pt x="38240" y="1178"/>
                    <a:pt x="30479" y="5257"/>
                    <a:pt x="25571" y="12073"/>
                  </a:cubicBezTo>
                  <a:cubicBezTo>
                    <a:pt x="20662" y="18888"/>
                    <a:pt x="19253" y="27536"/>
                    <a:pt x="21599" y="36432"/>
                  </a:cubicBezTo>
                  <a:lnTo>
                    <a:pt x="22661" y="40486"/>
                  </a:lnTo>
                  <a:lnTo>
                    <a:pt x="23904" y="45187"/>
                  </a:lnTo>
                  <a:lnTo>
                    <a:pt x="26110" y="53561"/>
                  </a:lnTo>
                  <a:lnTo>
                    <a:pt x="28846" y="63925"/>
                  </a:lnTo>
                  <a:cubicBezTo>
                    <a:pt x="29128" y="65020"/>
                    <a:pt x="29343" y="66098"/>
                    <a:pt x="29476" y="67167"/>
                  </a:cubicBezTo>
                  <a:lnTo>
                    <a:pt x="34558" y="70832"/>
                  </a:lnTo>
                  <a:cubicBezTo>
                    <a:pt x="34583" y="70848"/>
                    <a:pt x="34608" y="70865"/>
                    <a:pt x="34633" y="70882"/>
                  </a:cubicBezTo>
                  <a:cubicBezTo>
                    <a:pt x="34683" y="70923"/>
                    <a:pt x="34724" y="70965"/>
                    <a:pt x="34766" y="71006"/>
                  </a:cubicBezTo>
                  <a:cubicBezTo>
                    <a:pt x="34873" y="71114"/>
                    <a:pt x="34956" y="71238"/>
                    <a:pt x="35023" y="71371"/>
                  </a:cubicBezTo>
                  <a:cubicBezTo>
                    <a:pt x="35064" y="71445"/>
                    <a:pt x="35089" y="71528"/>
                    <a:pt x="35114" y="71611"/>
                  </a:cubicBezTo>
                  <a:cubicBezTo>
                    <a:pt x="35155" y="71752"/>
                    <a:pt x="35180" y="71893"/>
                    <a:pt x="35180" y="72034"/>
                  </a:cubicBezTo>
                  <a:cubicBezTo>
                    <a:pt x="35180" y="72341"/>
                    <a:pt x="35089" y="72639"/>
                    <a:pt x="34898" y="72905"/>
                  </a:cubicBezTo>
                  <a:cubicBezTo>
                    <a:pt x="34607" y="73307"/>
                    <a:pt x="34150" y="73520"/>
                    <a:pt x="33688" y="73520"/>
                  </a:cubicBezTo>
                  <a:cubicBezTo>
                    <a:pt x="33389" y="73520"/>
                    <a:pt x="33086" y="73430"/>
                    <a:pt x="32826" y="73245"/>
                  </a:cubicBezTo>
                  <a:lnTo>
                    <a:pt x="29642" y="70948"/>
                  </a:lnTo>
                  <a:cubicBezTo>
                    <a:pt x="29501" y="74198"/>
                    <a:pt x="28614" y="77241"/>
                    <a:pt x="27005" y="79911"/>
                  </a:cubicBezTo>
                  <a:lnTo>
                    <a:pt x="29551" y="81743"/>
                  </a:lnTo>
                  <a:cubicBezTo>
                    <a:pt x="30214" y="82216"/>
                    <a:pt x="30371" y="83144"/>
                    <a:pt x="29890" y="83816"/>
                  </a:cubicBezTo>
                  <a:cubicBezTo>
                    <a:pt x="29600" y="84214"/>
                    <a:pt x="29144" y="84429"/>
                    <a:pt x="28680" y="84429"/>
                  </a:cubicBezTo>
                  <a:cubicBezTo>
                    <a:pt x="28382" y="84429"/>
                    <a:pt x="28075" y="84338"/>
                    <a:pt x="27818" y="84156"/>
                  </a:cubicBezTo>
                  <a:lnTo>
                    <a:pt x="25272" y="82323"/>
                  </a:lnTo>
                  <a:cubicBezTo>
                    <a:pt x="23249" y="84686"/>
                    <a:pt x="20638" y="86486"/>
                    <a:pt x="17603" y="87655"/>
                  </a:cubicBezTo>
                  <a:lnTo>
                    <a:pt x="20787" y="89951"/>
                  </a:lnTo>
                  <a:cubicBezTo>
                    <a:pt x="21458" y="90424"/>
                    <a:pt x="21608" y="91352"/>
                    <a:pt x="21127" y="92024"/>
                  </a:cubicBezTo>
                  <a:lnTo>
                    <a:pt x="20505" y="92521"/>
                  </a:lnTo>
                  <a:cubicBezTo>
                    <a:pt x="20463" y="92538"/>
                    <a:pt x="20414" y="92555"/>
                    <a:pt x="20364" y="92571"/>
                  </a:cubicBezTo>
                  <a:lnTo>
                    <a:pt x="19916" y="92638"/>
                  </a:lnTo>
                  <a:cubicBezTo>
                    <a:pt x="19618" y="92638"/>
                    <a:pt x="19311" y="92546"/>
                    <a:pt x="19054" y="92356"/>
                  </a:cubicBezTo>
                  <a:lnTo>
                    <a:pt x="13972" y="88699"/>
                  </a:lnTo>
                  <a:lnTo>
                    <a:pt x="13963" y="88699"/>
                  </a:lnTo>
                  <a:cubicBezTo>
                    <a:pt x="12910" y="88907"/>
                    <a:pt x="11816" y="89047"/>
                    <a:pt x="10697" y="89122"/>
                  </a:cubicBezTo>
                  <a:lnTo>
                    <a:pt x="1" y="89810"/>
                  </a:lnTo>
                  <a:lnTo>
                    <a:pt x="2206" y="98193"/>
                  </a:lnTo>
                  <a:lnTo>
                    <a:pt x="11244" y="97604"/>
                  </a:lnTo>
                  <a:cubicBezTo>
                    <a:pt x="20422" y="97015"/>
                    <a:pt x="28174" y="92936"/>
                    <a:pt x="33091" y="86121"/>
                  </a:cubicBezTo>
                  <a:cubicBezTo>
                    <a:pt x="37999" y="79305"/>
                    <a:pt x="39409" y="70649"/>
                    <a:pt x="37062" y="61761"/>
                  </a:cubicBezTo>
                  <a:lnTo>
                    <a:pt x="35993" y="57699"/>
                  </a:lnTo>
                  <a:lnTo>
                    <a:pt x="34757" y="53006"/>
                  </a:lnTo>
                  <a:lnTo>
                    <a:pt x="32552" y="44624"/>
                  </a:lnTo>
                  <a:lnTo>
                    <a:pt x="29816" y="34260"/>
                  </a:lnTo>
                  <a:cubicBezTo>
                    <a:pt x="29526" y="33174"/>
                    <a:pt x="29318" y="32096"/>
                    <a:pt x="29186" y="31026"/>
                  </a:cubicBezTo>
                  <a:lnTo>
                    <a:pt x="24095" y="27361"/>
                  </a:lnTo>
                  <a:cubicBezTo>
                    <a:pt x="23432" y="26881"/>
                    <a:pt x="23282" y="25952"/>
                    <a:pt x="23755" y="25280"/>
                  </a:cubicBezTo>
                  <a:cubicBezTo>
                    <a:pt x="24045" y="24882"/>
                    <a:pt x="24501" y="24667"/>
                    <a:pt x="24966" y="24667"/>
                  </a:cubicBezTo>
                  <a:cubicBezTo>
                    <a:pt x="25264" y="24667"/>
                    <a:pt x="25571" y="24758"/>
                    <a:pt x="25836" y="24949"/>
                  </a:cubicBezTo>
                  <a:lnTo>
                    <a:pt x="29020" y="27245"/>
                  </a:lnTo>
                  <a:cubicBezTo>
                    <a:pt x="29161" y="23995"/>
                    <a:pt x="30048" y="20952"/>
                    <a:pt x="31648" y="18283"/>
                  </a:cubicBezTo>
                  <a:lnTo>
                    <a:pt x="29103" y="16450"/>
                  </a:lnTo>
                  <a:cubicBezTo>
                    <a:pt x="28440" y="15969"/>
                    <a:pt x="28290" y="15041"/>
                    <a:pt x="28771" y="14378"/>
                  </a:cubicBezTo>
                  <a:lnTo>
                    <a:pt x="29385" y="13880"/>
                  </a:lnTo>
                  <a:cubicBezTo>
                    <a:pt x="29434" y="13855"/>
                    <a:pt x="29484" y="13839"/>
                    <a:pt x="29534" y="13830"/>
                  </a:cubicBezTo>
                  <a:lnTo>
                    <a:pt x="29973" y="13756"/>
                  </a:lnTo>
                  <a:cubicBezTo>
                    <a:pt x="30280" y="13756"/>
                    <a:pt x="30579" y="13847"/>
                    <a:pt x="30844" y="14038"/>
                  </a:cubicBezTo>
                  <a:lnTo>
                    <a:pt x="33389" y="15870"/>
                  </a:lnTo>
                  <a:cubicBezTo>
                    <a:pt x="35412" y="13507"/>
                    <a:pt x="38016" y="11700"/>
                    <a:pt x="41050" y="10539"/>
                  </a:cubicBezTo>
                  <a:lnTo>
                    <a:pt x="37867" y="8242"/>
                  </a:lnTo>
                  <a:cubicBezTo>
                    <a:pt x="37469" y="7952"/>
                    <a:pt x="37253" y="7496"/>
                    <a:pt x="37253" y="7032"/>
                  </a:cubicBezTo>
                  <a:cubicBezTo>
                    <a:pt x="37253" y="6733"/>
                    <a:pt x="37344" y="6426"/>
                    <a:pt x="37535" y="6169"/>
                  </a:cubicBezTo>
                  <a:cubicBezTo>
                    <a:pt x="37821" y="5763"/>
                    <a:pt x="38274" y="5548"/>
                    <a:pt x="38736" y="5548"/>
                  </a:cubicBezTo>
                  <a:cubicBezTo>
                    <a:pt x="39037" y="5548"/>
                    <a:pt x="39342" y="5639"/>
                    <a:pt x="39608" y="5829"/>
                  </a:cubicBezTo>
                  <a:lnTo>
                    <a:pt x="44690" y="9494"/>
                  </a:lnTo>
                  <a:cubicBezTo>
                    <a:pt x="45751" y="9287"/>
                    <a:pt x="46838" y="9138"/>
                    <a:pt x="47965" y="9071"/>
                  </a:cubicBezTo>
                  <a:lnTo>
                    <a:pt x="58661" y="8375"/>
                  </a:lnTo>
                  <a:lnTo>
                    <a:pt x="5645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44"/>
            <p:cNvSpPr/>
            <p:nvPr/>
          </p:nvSpPr>
          <p:spPr>
            <a:xfrm>
              <a:off x="4637650" y="2003700"/>
              <a:ext cx="147600" cy="159025"/>
            </a:xfrm>
            <a:custGeom>
              <a:avLst/>
              <a:gdLst/>
              <a:ahLst/>
              <a:cxnLst/>
              <a:rect l="l" t="t" r="r" b="b"/>
              <a:pathLst>
                <a:path w="5904" h="6361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cubicBezTo>
                    <a:pt x="5738" y="5075"/>
                    <a:pt x="5680" y="3806"/>
                    <a:pt x="5738" y="2579"/>
                  </a:cubicBez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44"/>
            <p:cNvSpPr/>
            <p:nvPr/>
          </p:nvSpPr>
          <p:spPr>
            <a:xfrm>
              <a:off x="4762850" y="1730925"/>
              <a:ext cx="127500" cy="113200"/>
            </a:xfrm>
            <a:custGeom>
              <a:avLst/>
              <a:gdLst/>
              <a:ahLst/>
              <a:cxnLst/>
              <a:rect l="l" t="t" r="r" b="b"/>
              <a:pathLst>
                <a:path w="5100" h="4528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cubicBezTo>
                    <a:pt x="3615" y="4105"/>
                    <a:pt x="3889" y="3690"/>
                    <a:pt x="4179" y="3284"/>
                  </a:cubicBezTo>
                  <a:cubicBezTo>
                    <a:pt x="4469" y="2886"/>
                    <a:pt x="4776" y="2488"/>
                    <a:pt x="5099" y="2115"/>
                  </a:cubicBez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44"/>
            <p:cNvSpPr/>
            <p:nvPr/>
          </p:nvSpPr>
          <p:spPr>
            <a:xfrm>
              <a:off x="4986925" y="1525725"/>
              <a:ext cx="185950" cy="124800"/>
            </a:xfrm>
            <a:custGeom>
              <a:avLst/>
              <a:gdLst/>
              <a:ahLst/>
              <a:cxnLst/>
              <a:rect l="l" t="t" r="r" b="b"/>
              <a:pathLst>
                <a:path w="7438" h="4992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cubicBezTo>
                    <a:pt x="4950" y="4544"/>
                    <a:pt x="6169" y="4196"/>
                    <a:pt x="7437" y="3947"/>
                  </a:cubicBez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44"/>
            <p:cNvSpPr/>
            <p:nvPr/>
          </p:nvSpPr>
          <p:spPr>
            <a:xfrm>
              <a:off x="5682950" y="1345400"/>
              <a:ext cx="441125" cy="237150"/>
            </a:xfrm>
            <a:custGeom>
              <a:avLst/>
              <a:gdLst/>
              <a:ahLst/>
              <a:cxnLst/>
              <a:rect l="l" t="t" r="r" b="b"/>
              <a:pathLst>
                <a:path w="17645" h="9486" extrusionOk="0">
                  <a:moveTo>
                    <a:pt x="17097" y="0"/>
                  </a:moveTo>
                  <a:lnTo>
                    <a:pt x="1" y="1111"/>
                  </a:lnTo>
                  <a:lnTo>
                    <a:pt x="2214" y="9485"/>
                  </a:lnTo>
                  <a:lnTo>
                    <a:pt x="17644" y="8490"/>
                  </a:lnTo>
                  <a:lnTo>
                    <a:pt x="17097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44"/>
            <p:cNvSpPr/>
            <p:nvPr/>
          </p:nvSpPr>
          <p:spPr>
            <a:xfrm>
              <a:off x="4404875" y="3578400"/>
              <a:ext cx="190925" cy="124600"/>
            </a:xfrm>
            <a:custGeom>
              <a:avLst/>
              <a:gdLst/>
              <a:ahLst/>
              <a:cxnLst/>
              <a:rect l="l" t="t" r="r" b="b"/>
              <a:pathLst>
                <a:path w="7637" h="4984" extrusionOk="0">
                  <a:moveTo>
                    <a:pt x="3632" y="1"/>
                  </a:moveTo>
                  <a:cubicBezTo>
                    <a:pt x="2480" y="440"/>
                    <a:pt x="1269" y="788"/>
                    <a:pt x="1" y="1045"/>
                  </a:cubicBezTo>
                  <a:lnTo>
                    <a:pt x="5083" y="4710"/>
                  </a:lnTo>
                  <a:cubicBezTo>
                    <a:pt x="5340" y="4892"/>
                    <a:pt x="5647" y="4984"/>
                    <a:pt x="5945" y="4984"/>
                  </a:cubicBezTo>
                  <a:lnTo>
                    <a:pt x="6393" y="4917"/>
                  </a:lnTo>
                  <a:cubicBezTo>
                    <a:pt x="6443" y="4901"/>
                    <a:pt x="6492" y="4884"/>
                    <a:pt x="6534" y="4867"/>
                  </a:cubicBezTo>
                  <a:lnTo>
                    <a:pt x="7156" y="4370"/>
                  </a:lnTo>
                  <a:cubicBezTo>
                    <a:pt x="7637" y="3707"/>
                    <a:pt x="7487" y="2778"/>
                    <a:pt x="6816" y="2297"/>
                  </a:cubicBezTo>
                  <a:lnTo>
                    <a:pt x="3632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44"/>
            <p:cNvSpPr/>
            <p:nvPr/>
          </p:nvSpPr>
          <p:spPr>
            <a:xfrm>
              <a:off x="4687400" y="3384800"/>
              <a:ext cx="127500" cy="113000"/>
            </a:xfrm>
            <a:custGeom>
              <a:avLst/>
              <a:gdLst/>
              <a:ahLst/>
              <a:cxnLst/>
              <a:rect l="l" t="t" r="r" b="b"/>
              <a:pathLst>
                <a:path w="5100" h="4520" extrusionOk="0">
                  <a:moveTo>
                    <a:pt x="1733" y="1"/>
                  </a:moveTo>
                  <a:cubicBezTo>
                    <a:pt x="1484" y="423"/>
                    <a:pt x="1211" y="838"/>
                    <a:pt x="921" y="1236"/>
                  </a:cubicBezTo>
                  <a:cubicBezTo>
                    <a:pt x="622" y="1642"/>
                    <a:pt x="315" y="2032"/>
                    <a:pt x="0" y="2413"/>
                  </a:cubicBezTo>
                  <a:lnTo>
                    <a:pt x="2546" y="4246"/>
                  </a:lnTo>
                  <a:cubicBezTo>
                    <a:pt x="2803" y="4428"/>
                    <a:pt x="3110" y="4519"/>
                    <a:pt x="3408" y="4519"/>
                  </a:cubicBezTo>
                  <a:cubicBezTo>
                    <a:pt x="3872" y="4519"/>
                    <a:pt x="4328" y="4304"/>
                    <a:pt x="4618" y="3906"/>
                  </a:cubicBezTo>
                  <a:cubicBezTo>
                    <a:pt x="5099" y="3234"/>
                    <a:pt x="4942" y="2306"/>
                    <a:pt x="4279" y="183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4"/>
            <p:cNvSpPr/>
            <p:nvPr/>
          </p:nvSpPr>
          <p:spPr>
            <a:xfrm>
              <a:off x="4792475" y="3066225"/>
              <a:ext cx="142650" cy="158850"/>
            </a:xfrm>
            <a:custGeom>
              <a:avLst/>
              <a:gdLst/>
              <a:ahLst/>
              <a:cxnLst/>
              <a:rect l="l" t="t" r="r" b="b"/>
              <a:pathLst>
                <a:path w="5706" h="6354" extrusionOk="0">
                  <a:moveTo>
                    <a:pt x="1" y="0"/>
                  </a:moveTo>
                  <a:lnTo>
                    <a:pt x="1" y="0"/>
                  </a:lnTo>
                  <a:cubicBezTo>
                    <a:pt x="167" y="1285"/>
                    <a:pt x="217" y="2546"/>
                    <a:pt x="167" y="3781"/>
                  </a:cubicBezTo>
                  <a:lnTo>
                    <a:pt x="3351" y="6078"/>
                  </a:lnTo>
                  <a:cubicBezTo>
                    <a:pt x="3611" y="6263"/>
                    <a:pt x="3914" y="6353"/>
                    <a:pt x="4213" y="6353"/>
                  </a:cubicBezTo>
                  <a:cubicBezTo>
                    <a:pt x="4675" y="6353"/>
                    <a:pt x="5132" y="6140"/>
                    <a:pt x="5423" y="5738"/>
                  </a:cubicBezTo>
                  <a:cubicBezTo>
                    <a:pt x="5614" y="5472"/>
                    <a:pt x="5705" y="5174"/>
                    <a:pt x="5705" y="4867"/>
                  </a:cubicBezTo>
                  <a:cubicBezTo>
                    <a:pt x="5705" y="4726"/>
                    <a:pt x="5680" y="4585"/>
                    <a:pt x="5639" y="4444"/>
                  </a:cubicBezTo>
                  <a:cubicBezTo>
                    <a:pt x="5614" y="4361"/>
                    <a:pt x="5589" y="4278"/>
                    <a:pt x="5548" y="4204"/>
                  </a:cubicBezTo>
                  <a:cubicBezTo>
                    <a:pt x="5481" y="4071"/>
                    <a:pt x="5398" y="3947"/>
                    <a:pt x="5291" y="3839"/>
                  </a:cubicBezTo>
                  <a:cubicBezTo>
                    <a:pt x="5249" y="3798"/>
                    <a:pt x="5208" y="3756"/>
                    <a:pt x="5158" y="3715"/>
                  </a:cubicBezTo>
                  <a:cubicBezTo>
                    <a:pt x="5133" y="3698"/>
                    <a:pt x="5108" y="3681"/>
                    <a:pt x="5083" y="36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4"/>
            <p:cNvSpPr/>
            <p:nvPr/>
          </p:nvSpPr>
          <p:spPr>
            <a:xfrm>
              <a:off x="3723150" y="2516725"/>
              <a:ext cx="985200" cy="1752975"/>
            </a:xfrm>
            <a:custGeom>
              <a:avLst/>
              <a:gdLst/>
              <a:ahLst/>
              <a:cxnLst/>
              <a:rect l="l" t="t" r="r" b="b"/>
              <a:pathLst>
                <a:path w="39408" h="70119" extrusionOk="0">
                  <a:moveTo>
                    <a:pt x="37202" y="0"/>
                  </a:moveTo>
                  <a:lnTo>
                    <a:pt x="32352" y="315"/>
                  </a:lnTo>
                  <a:lnTo>
                    <a:pt x="28165" y="581"/>
                  </a:lnTo>
                  <a:cubicBezTo>
                    <a:pt x="18987" y="1178"/>
                    <a:pt x="11226" y="5257"/>
                    <a:pt x="6318" y="12072"/>
                  </a:cubicBezTo>
                  <a:cubicBezTo>
                    <a:pt x="1410" y="18888"/>
                    <a:pt x="0" y="27535"/>
                    <a:pt x="2346" y="36432"/>
                  </a:cubicBezTo>
                  <a:lnTo>
                    <a:pt x="4651" y="45187"/>
                  </a:lnTo>
                  <a:lnTo>
                    <a:pt x="6857" y="53561"/>
                  </a:lnTo>
                  <a:lnTo>
                    <a:pt x="11226" y="70118"/>
                  </a:lnTo>
                  <a:lnTo>
                    <a:pt x="19443" y="67954"/>
                  </a:lnTo>
                  <a:lnTo>
                    <a:pt x="15504" y="53006"/>
                  </a:lnTo>
                  <a:lnTo>
                    <a:pt x="13299" y="44632"/>
                  </a:lnTo>
                  <a:lnTo>
                    <a:pt x="10563" y="34268"/>
                  </a:lnTo>
                  <a:cubicBezTo>
                    <a:pt x="10273" y="33173"/>
                    <a:pt x="10065" y="32087"/>
                    <a:pt x="9933" y="31026"/>
                  </a:cubicBezTo>
                  <a:cubicBezTo>
                    <a:pt x="9767" y="29741"/>
                    <a:pt x="9717" y="28480"/>
                    <a:pt x="9767" y="27245"/>
                  </a:cubicBezTo>
                  <a:cubicBezTo>
                    <a:pt x="9908" y="23995"/>
                    <a:pt x="10795" y="20952"/>
                    <a:pt x="12395" y="18282"/>
                  </a:cubicBezTo>
                  <a:cubicBezTo>
                    <a:pt x="12652" y="17859"/>
                    <a:pt x="12926" y="17445"/>
                    <a:pt x="13216" y="17039"/>
                  </a:cubicBezTo>
                  <a:cubicBezTo>
                    <a:pt x="13506" y="16632"/>
                    <a:pt x="13813" y="16243"/>
                    <a:pt x="14136" y="15870"/>
                  </a:cubicBezTo>
                  <a:cubicBezTo>
                    <a:pt x="16159" y="13507"/>
                    <a:pt x="18763" y="11699"/>
                    <a:pt x="21797" y="10538"/>
                  </a:cubicBezTo>
                  <a:cubicBezTo>
                    <a:pt x="22958" y="10091"/>
                    <a:pt x="24169" y="9742"/>
                    <a:pt x="25437" y="9494"/>
                  </a:cubicBezTo>
                  <a:cubicBezTo>
                    <a:pt x="26498" y="9286"/>
                    <a:pt x="27593" y="9137"/>
                    <a:pt x="28712" y="9071"/>
                  </a:cubicBezTo>
                  <a:lnTo>
                    <a:pt x="39408" y="8374"/>
                  </a:lnTo>
                  <a:lnTo>
                    <a:pt x="372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4"/>
            <p:cNvSpPr/>
            <p:nvPr/>
          </p:nvSpPr>
          <p:spPr>
            <a:xfrm>
              <a:off x="4762850" y="1730925"/>
              <a:ext cx="781675" cy="584550"/>
            </a:xfrm>
            <a:custGeom>
              <a:avLst/>
              <a:gdLst/>
              <a:ahLst/>
              <a:cxnLst/>
              <a:rect l="l" t="t" r="r" b="b"/>
              <a:pathLst>
                <a:path w="31267" h="23382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29533" y="23382"/>
                  </a:lnTo>
                  <a:cubicBezTo>
                    <a:pt x="29848" y="23000"/>
                    <a:pt x="30155" y="22611"/>
                    <a:pt x="30445" y="22204"/>
                  </a:cubicBezTo>
                  <a:cubicBezTo>
                    <a:pt x="30744" y="21806"/>
                    <a:pt x="31009" y="21392"/>
                    <a:pt x="31266" y="20969"/>
                  </a:cubicBez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4"/>
            <p:cNvSpPr/>
            <p:nvPr/>
          </p:nvSpPr>
          <p:spPr>
            <a:xfrm>
              <a:off x="4762850" y="1730925"/>
              <a:ext cx="454575" cy="348875"/>
            </a:xfrm>
            <a:custGeom>
              <a:avLst/>
              <a:gdLst/>
              <a:ahLst/>
              <a:cxnLst/>
              <a:rect l="l" t="t" r="r" b="b"/>
              <a:pathLst>
                <a:path w="18183" h="13955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4"/>
            <p:cNvSpPr/>
            <p:nvPr/>
          </p:nvSpPr>
          <p:spPr>
            <a:xfrm>
              <a:off x="4986925" y="1525725"/>
              <a:ext cx="624750" cy="505375"/>
            </a:xfrm>
            <a:custGeom>
              <a:avLst/>
              <a:gdLst/>
              <a:ahLst/>
              <a:cxnLst/>
              <a:rect l="l" t="t" r="r" b="b"/>
              <a:pathLst>
                <a:path w="24990" h="20215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lnTo>
                    <a:pt x="14369" y="12603"/>
                  </a:lnTo>
                  <a:lnTo>
                    <a:pt x="24940" y="20214"/>
                  </a:lnTo>
                  <a:cubicBezTo>
                    <a:pt x="24989" y="18979"/>
                    <a:pt x="24940" y="17719"/>
                    <a:pt x="24774" y="16434"/>
                  </a:cubicBezTo>
                  <a:lnTo>
                    <a:pt x="16110" y="10190"/>
                  </a:lnTo>
                  <a:lnTo>
                    <a:pt x="7437" y="3947"/>
                  </a:ln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4"/>
            <p:cNvSpPr/>
            <p:nvPr/>
          </p:nvSpPr>
          <p:spPr>
            <a:xfrm>
              <a:off x="5346125" y="1780475"/>
              <a:ext cx="265550" cy="250625"/>
            </a:xfrm>
            <a:custGeom>
              <a:avLst/>
              <a:gdLst/>
              <a:ahLst/>
              <a:cxnLst/>
              <a:rect l="l" t="t" r="r" b="b"/>
              <a:pathLst>
                <a:path w="10622" h="10025" extrusionOk="0">
                  <a:moveTo>
                    <a:pt x="1742" y="0"/>
                  </a:moveTo>
                  <a:lnTo>
                    <a:pt x="1" y="2413"/>
                  </a:lnTo>
                  <a:lnTo>
                    <a:pt x="10572" y="10024"/>
                  </a:lnTo>
                  <a:cubicBezTo>
                    <a:pt x="10621" y="8789"/>
                    <a:pt x="10572" y="7529"/>
                    <a:pt x="10406" y="6244"/>
                  </a:cubicBezTo>
                  <a:lnTo>
                    <a:pt x="1742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44"/>
            <p:cNvSpPr/>
            <p:nvPr/>
          </p:nvSpPr>
          <p:spPr>
            <a:xfrm>
              <a:off x="4637650" y="2003700"/>
              <a:ext cx="671800" cy="471175"/>
            </a:xfrm>
            <a:custGeom>
              <a:avLst/>
              <a:gdLst/>
              <a:ahLst/>
              <a:cxnLst/>
              <a:rect l="l" t="t" r="r" b="b"/>
              <a:pathLst>
                <a:path w="26872" h="18847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lnTo>
                    <a:pt x="14568" y="12603"/>
                  </a:lnTo>
                  <a:lnTo>
                    <a:pt x="23232" y="18847"/>
                  </a:lnTo>
                  <a:cubicBezTo>
                    <a:pt x="24501" y="18590"/>
                    <a:pt x="25720" y="18241"/>
                    <a:pt x="26872" y="17802"/>
                  </a:cubicBezTo>
                  <a:lnTo>
                    <a:pt x="16309" y="10191"/>
                  </a:lnTo>
                  <a:lnTo>
                    <a:pt x="5738" y="2579"/>
                  </a:ln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44"/>
            <p:cNvSpPr/>
            <p:nvPr/>
          </p:nvSpPr>
          <p:spPr>
            <a:xfrm>
              <a:off x="5001825" y="2258450"/>
              <a:ext cx="307625" cy="216425"/>
            </a:xfrm>
            <a:custGeom>
              <a:avLst/>
              <a:gdLst/>
              <a:ahLst/>
              <a:cxnLst/>
              <a:rect l="l" t="t" r="r" b="b"/>
              <a:pathLst>
                <a:path w="12305" h="8657" extrusionOk="0">
                  <a:moveTo>
                    <a:pt x="1742" y="1"/>
                  </a:moveTo>
                  <a:lnTo>
                    <a:pt x="1" y="2413"/>
                  </a:lnTo>
                  <a:lnTo>
                    <a:pt x="8665" y="8657"/>
                  </a:lnTo>
                  <a:cubicBezTo>
                    <a:pt x="9934" y="8400"/>
                    <a:pt x="11153" y="8051"/>
                    <a:pt x="12305" y="7612"/>
                  </a:cubicBezTo>
                  <a:lnTo>
                    <a:pt x="174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44"/>
            <p:cNvSpPr/>
            <p:nvPr/>
          </p:nvSpPr>
          <p:spPr>
            <a:xfrm>
              <a:off x="4869375" y="959025"/>
              <a:ext cx="985225" cy="1753175"/>
            </a:xfrm>
            <a:custGeom>
              <a:avLst/>
              <a:gdLst/>
              <a:ahLst/>
              <a:cxnLst/>
              <a:rect l="l" t="t" r="r" b="b"/>
              <a:pathLst>
                <a:path w="39409" h="70127" extrusionOk="0">
                  <a:moveTo>
                    <a:pt x="28182" y="1"/>
                  </a:moveTo>
                  <a:lnTo>
                    <a:pt x="19958" y="2173"/>
                  </a:lnTo>
                  <a:lnTo>
                    <a:pt x="23904" y="17122"/>
                  </a:lnTo>
                  <a:lnTo>
                    <a:pt x="26110" y="25496"/>
                  </a:lnTo>
                  <a:lnTo>
                    <a:pt x="28846" y="35860"/>
                  </a:lnTo>
                  <a:cubicBezTo>
                    <a:pt x="29128" y="36954"/>
                    <a:pt x="29343" y="38032"/>
                    <a:pt x="29476" y="39102"/>
                  </a:cubicBezTo>
                  <a:cubicBezTo>
                    <a:pt x="29642" y="40387"/>
                    <a:pt x="29691" y="41647"/>
                    <a:pt x="29642" y="42882"/>
                  </a:cubicBezTo>
                  <a:cubicBezTo>
                    <a:pt x="29501" y="46132"/>
                    <a:pt x="28614" y="49175"/>
                    <a:pt x="27005" y="51845"/>
                  </a:cubicBezTo>
                  <a:cubicBezTo>
                    <a:pt x="26748" y="52268"/>
                    <a:pt x="26483" y="52682"/>
                    <a:pt x="26184" y="53080"/>
                  </a:cubicBezTo>
                  <a:cubicBezTo>
                    <a:pt x="25894" y="53487"/>
                    <a:pt x="25587" y="53876"/>
                    <a:pt x="25272" y="54258"/>
                  </a:cubicBezTo>
                  <a:cubicBezTo>
                    <a:pt x="23249" y="56621"/>
                    <a:pt x="20638" y="58428"/>
                    <a:pt x="17603" y="59589"/>
                  </a:cubicBezTo>
                  <a:cubicBezTo>
                    <a:pt x="16451" y="60028"/>
                    <a:pt x="15232" y="60377"/>
                    <a:pt x="13963" y="60634"/>
                  </a:cubicBezTo>
                  <a:cubicBezTo>
                    <a:pt x="12910" y="60841"/>
                    <a:pt x="11816" y="60982"/>
                    <a:pt x="10696" y="61056"/>
                  </a:cubicBezTo>
                  <a:lnTo>
                    <a:pt x="1" y="61745"/>
                  </a:lnTo>
                  <a:lnTo>
                    <a:pt x="2206" y="70127"/>
                  </a:lnTo>
                  <a:lnTo>
                    <a:pt x="7057" y="69812"/>
                  </a:lnTo>
                  <a:lnTo>
                    <a:pt x="11244" y="69538"/>
                  </a:lnTo>
                  <a:cubicBezTo>
                    <a:pt x="20422" y="68950"/>
                    <a:pt x="28174" y="64870"/>
                    <a:pt x="33083" y="58055"/>
                  </a:cubicBezTo>
                  <a:cubicBezTo>
                    <a:pt x="37999" y="51240"/>
                    <a:pt x="39409" y="42584"/>
                    <a:pt x="37062" y="33696"/>
                  </a:cubicBezTo>
                  <a:lnTo>
                    <a:pt x="34757" y="24940"/>
                  </a:lnTo>
                  <a:lnTo>
                    <a:pt x="32544" y="16558"/>
                  </a:lnTo>
                  <a:lnTo>
                    <a:pt x="281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44"/>
            <p:cNvSpPr/>
            <p:nvPr/>
          </p:nvSpPr>
          <p:spPr>
            <a:xfrm>
              <a:off x="4033025" y="2913450"/>
              <a:ext cx="781875" cy="584350"/>
            </a:xfrm>
            <a:custGeom>
              <a:avLst/>
              <a:gdLst/>
              <a:ahLst/>
              <a:cxnLst/>
              <a:rect l="l" t="t" r="r" b="b"/>
              <a:pathLst>
                <a:path w="31275" h="23374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26175" y="21267"/>
                  </a:lnTo>
                  <a:lnTo>
                    <a:pt x="28721" y="23100"/>
                  </a:lnTo>
                  <a:cubicBezTo>
                    <a:pt x="28978" y="23282"/>
                    <a:pt x="29285" y="23373"/>
                    <a:pt x="29583" y="23373"/>
                  </a:cubicBezTo>
                  <a:cubicBezTo>
                    <a:pt x="30047" y="23373"/>
                    <a:pt x="30503" y="23158"/>
                    <a:pt x="30793" y="22760"/>
                  </a:cubicBezTo>
                  <a:cubicBezTo>
                    <a:pt x="31274" y="22088"/>
                    <a:pt x="31117" y="21160"/>
                    <a:pt x="30454" y="20687"/>
                  </a:cubicBezTo>
                  <a:lnTo>
                    <a:pt x="27908" y="18855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44"/>
            <p:cNvSpPr/>
            <p:nvPr/>
          </p:nvSpPr>
          <p:spPr>
            <a:xfrm>
              <a:off x="4033025" y="2913450"/>
              <a:ext cx="370625" cy="296025"/>
            </a:xfrm>
            <a:custGeom>
              <a:avLst/>
              <a:gdLst/>
              <a:ahLst/>
              <a:cxnLst/>
              <a:rect l="l" t="t" r="r" b="b"/>
              <a:pathLst>
                <a:path w="14825" h="11841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44"/>
            <p:cNvSpPr/>
            <p:nvPr/>
          </p:nvSpPr>
          <p:spPr>
            <a:xfrm>
              <a:off x="4268075" y="2754050"/>
              <a:ext cx="667050" cy="471025"/>
            </a:xfrm>
            <a:custGeom>
              <a:avLst/>
              <a:gdLst/>
              <a:ahLst/>
              <a:cxnLst/>
              <a:rect l="l" t="t" r="r" b="b"/>
              <a:pathLst>
                <a:path w="26682" h="18841" extrusionOk="0">
                  <a:moveTo>
                    <a:pt x="3640" y="1"/>
                  </a:moveTo>
                  <a:cubicBezTo>
                    <a:pt x="2372" y="249"/>
                    <a:pt x="1161" y="598"/>
                    <a:pt x="0" y="1045"/>
                  </a:cubicBezTo>
                  <a:lnTo>
                    <a:pt x="10572" y="8657"/>
                  </a:lnTo>
                  <a:lnTo>
                    <a:pt x="21143" y="16268"/>
                  </a:lnTo>
                  <a:lnTo>
                    <a:pt x="24327" y="18565"/>
                  </a:lnTo>
                  <a:cubicBezTo>
                    <a:pt x="24587" y="18750"/>
                    <a:pt x="24890" y="18840"/>
                    <a:pt x="25189" y="18840"/>
                  </a:cubicBezTo>
                  <a:cubicBezTo>
                    <a:pt x="25651" y="18840"/>
                    <a:pt x="26108" y="18627"/>
                    <a:pt x="26399" y="18225"/>
                  </a:cubicBezTo>
                  <a:cubicBezTo>
                    <a:pt x="26590" y="17959"/>
                    <a:pt x="26681" y="17661"/>
                    <a:pt x="26681" y="17354"/>
                  </a:cubicBezTo>
                  <a:cubicBezTo>
                    <a:pt x="26681" y="17213"/>
                    <a:pt x="26656" y="17072"/>
                    <a:pt x="26615" y="16931"/>
                  </a:cubicBezTo>
                  <a:cubicBezTo>
                    <a:pt x="26590" y="16848"/>
                    <a:pt x="26565" y="16765"/>
                    <a:pt x="26524" y="16691"/>
                  </a:cubicBezTo>
                  <a:cubicBezTo>
                    <a:pt x="26457" y="16558"/>
                    <a:pt x="26374" y="16434"/>
                    <a:pt x="26267" y="16326"/>
                  </a:cubicBezTo>
                  <a:cubicBezTo>
                    <a:pt x="26225" y="16285"/>
                    <a:pt x="26184" y="16243"/>
                    <a:pt x="26134" y="16202"/>
                  </a:cubicBezTo>
                  <a:cubicBezTo>
                    <a:pt x="26109" y="16185"/>
                    <a:pt x="26084" y="16168"/>
                    <a:pt x="26059" y="16152"/>
                  </a:cubicBezTo>
                  <a:lnTo>
                    <a:pt x="20977" y="12487"/>
                  </a:lnTo>
                  <a:lnTo>
                    <a:pt x="12313" y="6244"/>
                  </a:lnTo>
                  <a:lnTo>
                    <a:pt x="364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44"/>
            <p:cNvSpPr/>
            <p:nvPr/>
          </p:nvSpPr>
          <p:spPr>
            <a:xfrm>
              <a:off x="4532350" y="2910125"/>
              <a:ext cx="402775" cy="314950"/>
            </a:xfrm>
            <a:custGeom>
              <a:avLst/>
              <a:gdLst/>
              <a:ahLst/>
              <a:cxnLst/>
              <a:rect l="l" t="t" r="r" b="b"/>
              <a:pathLst>
                <a:path w="16111" h="12598" extrusionOk="0">
                  <a:moveTo>
                    <a:pt x="1742" y="1"/>
                  </a:moveTo>
                  <a:lnTo>
                    <a:pt x="1" y="2414"/>
                  </a:lnTo>
                  <a:lnTo>
                    <a:pt x="10572" y="10025"/>
                  </a:lnTo>
                  <a:lnTo>
                    <a:pt x="13756" y="12322"/>
                  </a:lnTo>
                  <a:cubicBezTo>
                    <a:pt x="14016" y="12507"/>
                    <a:pt x="14319" y="12597"/>
                    <a:pt x="14618" y="12597"/>
                  </a:cubicBezTo>
                  <a:cubicBezTo>
                    <a:pt x="15080" y="12597"/>
                    <a:pt x="15537" y="12384"/>
                    <a:pt x="15828" y="11982"/>
                  </a:cubicBezTo>
                  <a:cubicBezTo>
                    <a:pt x="16019" y="11716"/>
                    <a:pt x="16110" y="11418"/>
                    <a:pt x="16110" y="11111"/>
                  </a:cubicBezTo>
                  <a:cubicBezTo>
                    <a:pt x="16110" y="10970"/>
                    <a:pt x="16085" y="10829"/>
                    <a:pt x="16044" y="10688"/>
                  </a:cubicBezTo>
                  <a:cubicBezTo>
                    <a:pt x="16019" y="10605"/>
                    <a:pt x="15994" y="10522"/>
                    <a:pt x="15953" y="10448"/>
                  </a:cubicBezTo>
                  <a:cubicBezTo>
                    <a:pt x="15886" y="10315"/>
                    <a:pt x="15803" y="10191"/>
                    <a:pt x="15696" y="10083"/>
                  </a:cubicBezTo>
                  <a:cubicBezTo>
                    <a:pt x="15654" y="10042"/>
                    <a:pt x="15613" y="10000"/>
                    <a:pt x="15563" y="9959"/>
                  </a:cubicBezTo>
                  <a:cubicBezTo>
                    <a:pt x="15538" y="9942"/>
                    <a:pt x="15513" y="9925"/>
                    <a:pt x="15488" y="9909"/>
                  </a:cubicBezTo>
                  <a:lnTo>
                    <a:pt x="10406" y="624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4"/>
            <p:cNvSpPr/>
            <p:nvPr/>
          </p:nvSpPr>
          <p:spPr>
            <a:xfrm>
              <a:off x="3966075" y="3197850"/>
              <a:ext cx="629725" cy="505150"/>
            </a:xfrm>
            <a:custGeom>
              <a:avLst/>
              <a:gdLst/>
              <a:ahLst/>
              <a:cxnLst/>
              <a:rect l="l" t="t" r="r" b="b"/>
              <a:pathLst>
                <a:path w="25189" h="20206" extrusionOk="0">
                  <a:moveTo>
                    <a:pt x="50" y="0"/>
                  </a:moveTo>
                  <a:lnTo>
                    <a:pt x="50" y="0"/>
                  </a:lnTo>
                  <a:cubicBezTo>
                    <a:pt x="0" y="1235"/>
                    <a:pt x="50" y="2496"/>
                    <a:pt x="216" y="3781"/>
                  </a:cubicBezTo>
                  <a:lnTo>
                    <a:pt x="8880" y="10024"/>
                  </a:lnTo>
                  <a:lnTo>
                    <a:pt x="17544" y="16267"/>
                  </a:lnTo>
                  <a:lnTo>
                    <a:pt x="17553" y="16267"/>
                  </a:lnTo>
                  <a:lnTo>
                    <a:pt x="22635" y="19932"/>
                  </a:lnTo>
                  <a:cubicBezTo>
                    <a:pt x="22892" y="20114"/>
                    <a:pt x="23199" y="20206"/>
                    <a:pt x="23497" y="20206"/>
                  </a:cubicBezTo>
                  <a:lnTo>
                    <a:pt x="23945" y="20139"/>
                  </a:lnTo>
                  <a:cubicBezTo>
                    <a:pt x="23995" y="20123"/>
                    <a:pt x="24044" y="20106"/>
                    <a:pt x="24086" y="20089"/>
                  </a:cubicBezTo>
                  <a:lnTo>
                    <a:pt x="24708" y="19592"/>
                  </a:lnTo>
                  <a:cubicBezTo>
                    <a:pt x="25189" y="18929"/>
                    <a:pt x="25039" y="18000"/>
                    <a:pt x="24368" y="17519"/>
                  </a:cubicBezTo>
                  <a:lnTo>
                    <a:pt x="21184" y="15223"/>
                  </a:lnTo>
                  <a:lnTo>
                    <a:pt x="10621" y="76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4"/>
            <p:cNvSpPr/>
            <p:nvPr/>
          </p:nvSpPr>
          <p:spPr>
            <a:xfrm>
              <a:off x="4188075" y="3388125"/>
              <a:ext cx="407725" cy="314875"/>
            </a:xfrm>
            <a:custGeom>
              <a:avLst/>
              <a:gdLst/>
              <a:ahLst/>
              <a:cxnLst/>
              <a:rect l="l" t="t" r="r" b="b"/>
              <a:pathLst>
                <a:path w="16309" h="12595" extrusionOk="0">
                  <a:moveTo>
                    <a:pt x="1741" y="0"/>
                  </a:moveTo>
                  <a:lnTo>
                    <a:pt x="0" y="2413"/>
                  </a:lnTo>
                  <a:lnTo>
                    <a:pt x="8664" y="8656"/>
                  </a:lnTo>
                  <a:lnTo>
                    <a:pt x="8673" y="8656"/>
                  </a:lnTo>
                  <a:lnTo>
                    <a:pt x="13755" y="12321"/>
                  </a:lnTo>
                  <a:cubicBezTo>
                    <a:pt x="14012" y="12503"/>
                    <a:pt x="14319" y="12595"/>
                    <a:pt x="14617" y="12595"/>
                  </a:cubicBezTo>
                  <a:lnTo>
                    <a:pt x="15065" y="12528"/>
                  </a:lnTo>
                  <a:cubicBezTo>
                    <a:pt x="15115" y="12512"/>
                    <a:pt x="15164" y="12495"/>
                    <a:pt x="15206" y="12478"/>
                  </a:cubicBezTo>
                  <a:lnTo>
                    <a:pt x="15828" y="11981"/>
                  </a:lnTo>
                  <a:cubicBezTo>
                    <a:pt x="16309" y="11318"/>
                    <a:pt x="16159" y="10389"/>
                    <a:pt x="15488" y="9908"/>
                  </a:cubicBezTo>
                  <a:lnTo>
                    <a:pt x="12304" y="7612"/>
                  </a:lnTo>
                  <a:lnTo>
                    <a:pt x="174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2" name="Google Shape;642;p44"/>
          <p:cNvSpPr/>
          <p:nvPr/>
        </p:nvSpPr>
        <p:spPr>
          <a:xfrm>
            <a:off x="4054150" y="4280075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43" name="Google Shape;643;p44"/>
          <p:cNvCxnSpPr/>
          <p:nvPr/>
        </p:nvCxnSpPr>
        <p:spPr>
          <a:xfrm flipH="1">
            <a:off x="4471400" y="473945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644" name="Google Shape;644;p44"/>
          <p:cNvCxnSpPr/>
          <p:nvPr/>
        </p:nvCxnSpPr>
        <p:spPr>
          <a:xfrm flipH="1">
            <a:off x="7843675" y="-19992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645" name="Google Shape;645;p44"/>
          <p:cNvSpPr/>
          <p:nvPr/>
        </p:nvSpPr>
        <p:spPr>
          <a:xfrm>
            <a:off x="8506900" y="494536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6" name="Google Shape;646;p44"/>
          <p:cNvGrpSpPr/>
          <p:nvPr/>
        </p:nvGrpSpPr>
        <p:grpSpPr>
          <a:xfrm>
            <a:off x="7383013" y="736121"/>
            <a:ext cx="613379" cy="610156"/>
            <a:chOff x="4705338" y="292646"/>
            <a:chExt cx="613379" cy="610156"/>
          </a:xfrm>
        </p:grpSpPr>
        <p:sp>
          <p:nvSpPr>
            <p:cNvPr id="647" name="Google Shape;647;p44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4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9" name="Google Shape;649;p44"/>
          <p:cNvGrpSpPr/>
          <p:nvPr/>
        </p:nvGrpSpPr>
        <p:grpSpPr>
          <a:xfrm>
            <a:off x="7898650" y="3671826"/>
            <a:ext cx="936749" cy="936749"/>
            <a:chOff x="245275" y="-61949"/>
            <a:chExt cx="936749" cy="936749"/>
          </a:xfrm>
        </p:grpSpPr>
        <p:sp>
          <p:nvSpPr>
            <p:cNvPr id="650" name="Google Shape;650;p44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51" name="Google Shape;651;p44"/>
            <p:cNvCxnSpPr>
              <a:stCxn id="650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52" name="Google Shape;652;p44"/>
          <p:cNvSpPr/>
          <p:nvPr/>
        </p:nvSpPr>
        <p:spPr>
          <a:xfrm>
            <a:off x="6448450" y="-2196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3" name="Google Shape;653;p44"/>
          <p:cNvCxnSpPr/>
          <p:nvPr/>
        </p:nvCxnSpPr>
        <p:spPr>
          <a:xfrm flipH="1">
            <a:off x="519275" y="14902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EAA713-5505-DEEF-0256-DC08A65FB7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5"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5"/>
          <p:cNvSpPr/>
          <p:nvPr/>
        </p:nvSpPr>
        <p:spPr>
          <a:xfrm>
            <a:off x="1900200" y="4444325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6" name="Google Shape;656;p45"/>
          <p:cNvCxnSpPr/>
          <p:nvPr/>
        </p:nvCxnSpPr>
        <p:spPr>
          <a:xfrm flipH="1">
            <a:off x="2912750" y="494537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657" name="Google Shape;657;p45"/>
          <p:cNvCxnSpPr/>
          <p:nvPr/>
        </p:nvCxnSpPr>
        <p:spPr>
          <a:xfrm flipH="1">
            <a:off x="8556900" y="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658" name="Google Shape;658;p45"/>
          <p:cNvSpPr/>
          <p:nvPr/>
        </p:nvSpPr>
        <p:spPr>
          <a:xfrm>
            <a:off x="8430775" y="137349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9" name="Google Shape;659;p45"/>
          <p:cNvGrpSpPr/>
          <p:nvPr/>
        </p:nvGrpSpPr>
        <p:grpSpPr>
          <a:xfrm>
            <a:off x="406525" y="4187546"/>
            <a:ext cx="613379" cy="610156"/>
            <a:chOff x="4705338" y="292646"/>
            <a:chExt cx="613379" cy="610156"/>
          </a:xfrm>
        </p:grpSpPr>
        <p:sp>
          <p:nvSpPr>
            <p:cNvPr id="660" name="Google Shape;660;p45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5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2" name="Google Shape;662;p45"/>
          <p:cNvGrpSpPr/>
          <p:nvPr/>
        </p:nvGrpSpPr>
        <p:grpSpPr>
          <a:xfrm>
            <a:off x="244850" y="386476"/>
            <a:ext cx="936749" cy="936749"/>
            <a:chOff x="245275" y="-61949"/>
            <a:chExt cx="936749" cy="936749"/>
          </a:xfrm>
        </p:grpSpPr>
        <p:sp>
          <p:nvSpPr>
            <p:cNvPr id="663" name="Google Shape;663;p45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64" name="Google Shape;664;p45"/>
            <p:cNvCxnSpPr>
              <a:stCxn id="663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65" name="Google Shape;665;p45"/>
          <p:cNvSpPr/>
          <p:nvPr/>
        </p:nvSpPr>
        <p:spPr>
          <a:xfrm>
            <a:off x="7606600" y="376115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66" name="Google Shape;666;p45"/>
          <p:cNvCxnSpPr/>
          <p:nvPr/>
        </p:nvCxnSpPr>
        <p:spPr>
          <a:xfrm flipH="1">
            <a:off x="7727600" y="431502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667" name="Google Shape;667;p45"/>
          <p:cNvSpPr/>
          <p:nvPr/>
        </p:nvSpPr>
        <p:spPr>
          <a:xfrm>
            <a:off x="1634250" y="-13016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1573FB-7E2B-D7AA-38D7-3CD6936500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iro"/>
              <a:buNone/>
              <a:defRPr sz="28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iro"/>
              <a:buNone/>
              <a:defRPr sz="28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iro"/>
              <a:buNone/>
              <a:defRPr sz="28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iro"/>
              <a:buNone/>
              <a:defRPr sz="28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iro"/>
              <a:buNone/>
              <a:defRPr sz="28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iro"/>
              <a:buNone/>
              <a:defRPr sz="28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iro"/>
              <a:buNone/>
              <a:defRPr sz="28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iro"/>
              <a:buNone/>
              <a:defRPr sz="28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iro"/>
              <a:buNone/>
              <a:defRPr sz="2800" b="1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46950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Char char="●"/>
              <a:defRPr sz="18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0C1FED-BC9B-0363-2612-978DFCD866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5A521-E5CA-4625-97A6-C520B261F1CB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5" r:id="rId6"/>
    <p:sldLayoutId id="2147483658" r:id="rId7"/>
    <p:sldLayoutId id="2147483660" r:id="rId8"/>
    <p:sldLayoutId id="2147483661" r:id="rId9"/>
    <p:sldLayoutId id="2147483662" r:id="rId10"/>
    <p:sldLayoutId id="2147483670" r:id="rId11"/>
    <p:sldLayoutId id="2147483678" r:id="rId12"/>
    <p:sldLayoutId id="2147483679" r:id="rId13"/>
    <p:sldLayoutId id="2147483681" r:id="rId14"/>
    <p:sldLayoutId id="2147483688" r:id="rId15"/>
    <p:sldLayoutId id="2147483690" r:id="rId16"/>
    <p:sldLayoutId id="2147483691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9"/>
          <p:cNvSpPr txBox="1">
            <a:spLocks noGrp="1"/>
          </p:cNvSpPr>
          <p:nvPr>
            <p:ph type="ctrTitle"/>
          </p:nvPr>
        </p:nvSpPr>
        <p:spPr>
          <a:xfrm rot="-174">
            <a:off x="713224" y="1337509"/>
            <a:ext cx="6555027" cy="198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Genetic Programming</a:t>
            </a:r>
            <a:endParaRPr dirty="0"/>
          </a:p>
        </p:txBody>
      </p:sp>
      <p:sp>
        <p:nvSpPr>
          <p:cNvPr id="679" name="Google Shape;679;p49"/>
          <p:cNvSpPr txBox="1">
            <a:spLocks noGrp="1"/>
          </p:cNvSpPr>
          <p:nvPr>
            <p:ph type="subTitle" idx="1"/>
          </p:nvPr>
        </p:nvSpPr>
        <p:spPr>
          <a:xfrm>
            <a:off x="858342" y="2692732"/>
            <a:ext cx="1900761" cy="45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Advanced Algorithm</a:t>
            </a:r>
            <a:endParaRPr dirty="0"/>
          </a:p>
        </p:txBody>
      </p:sp>
      <p:grpSp>
        <p:nvGrpSpPr>
          <p:cNvPr id="680" name="Google Shape;680;p49"/>
          <p:cNvGrpSpPr/>
          <p:nvPr/>
        </p:nvGrpSpPr>
        <p:grpSpPr>
          <a:xfrm>
            <a:off x="5832080" y="629557"/>
            <a:ext cx="4780550" cy="5926770"/>
            <a:chOff x="3453675" y="959025"/>
            <a:chExt cx="2670400" cy="3310675"/>
          </a:xfrm>
        </p:grpSpPr>
        <p:sp>
          <p:nvSpPr>
            <p:cNvPr id="681" name="Google Shape;681;p49"/>
            <p:cNvSpPr/>
            <p:nvPr/>
          </p:nvSpPr>
          <p:spPr>
            <a:xfrm>
              <a:off x="3453675" y="3646400"/>
              <a:ext cx="440900" cy="236925"/>
            </a:xfrm>
            <a:custGeom>
              <a:avLst/>
              <a:gdLst/>
              <a:ahLst/>
              <a:cxnLst/>
              <a:rect l="l" t="t" r="r" b="b"/>
              <a:pathLst>
                <a:path w="17636" h="9477" extrusionOk="0">
                  <a:moveTo>
                    <a:pt x="15430" y="0"/>
                  </a:moveTo>
                  <a:lnTo>
                    <a:pt x="1" y="995"/>
                  </a:lnTo>
                  <a:lnTo>
                    <a:pt x="548" y="9477"/>
                  </a:lnTo>
                  <a:lnTo>
                    <a:pt x="17636" y="8374"/>
                  </a:lnTo>
                  <a:lnTo>
                    <a:pt x="15430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9"/>
            <p:cNvSpPr/>
            <p:nvPr/>
          </p:nvSpPr>
          <p:spPr>
            <a:xfrm>
              <a:off x="4055600" y="1387050"/>
              <a:ext cx="1466525" cy="2454825"/>
            </a:xfrm>
            <a:custGeom>
              <a:avLst/>
              <a:gdLst/>
              <a:ahLst/>
              <a:cxnLst/>
              <a:rect l="l" t="t" r="r" b="b"/>
              <a:pathLst>
                <a:path w="58661" h="98193" extrusionOk="0">
                  <a:moveTo>
                    <a:pt x="56455" y="1"/>
                  </a:moveTo>
                  <a:lnTo>
                    <a:pt x="47418" y="581"/>
                  </a:lnTo>
                  <a:cubicBezTo>
                    <a:pt x="38240" y="1178"/>
                    <a:pt x="30479" y="5257"/>
                    <a:pt x="25571" y="12073"/>
                  </a:cubicBezTo>
                  <a:cubicBezTo>
                    <a:pt x="20662" y="18888"/>
                    <a:pt x="19253" y="27536"/>
                    <a:pt x="21599" y="36432"/>
                  </a:cubicBezTo>
                  <a:lnTo>
                    <a:pt x="22661" y="40486"/>
                  </a:lnTo>
                  <a:lnTo>
                    <a:pt x="23904" y="45187"/>
                  </a:lnTo>
                  <a:lnTo>
                    <a:pt x="26110" y="53561"/>
                  </a:lnTo>
                  <a:lnTo>
                    <a:pt x="28846" y="63925"/>
                  </a:lnTo>
                  <a:cubicBezTo>
                    <a:pt x="29128" y="65020"/>
                    <a:pt x="29343" y="66098"/>
                    <a:pt x="29476" y="67167"/>
                  </a:cubicBezTo>
                  <a:lnTo>
                    <a:pt x="34558" y="70832"/>
                  </a:lnTo>
                  <a:cubicBezTo>
                    <a:pt x="34583" y="70848"/>
                    <a:pt x="34608" y="70865"/>
                    <a:pt x="34633" y="70882"/>
                  </a:cubicBezTo>
                  <a:cubicBezTo>
                    <a:pt x="34683" y="70923"/>
                    <a:pt x="34724" y="70965"/>
                    <a:pt x="34766" y="71006"/>
                  </a:cubicBezTo>
                  <a:cubicBezTo>
                    <a:pt x="34873" y="71114"/>
                    <a:pt x="34956" y="71238"/>
                    <a:pt x="35023" y="71371"/>
                  </a:cubicBezTo>
                  <a:cubicBezTo>
                    <a:pt x="35064" y="71445"/>
                    <a:pt x="35089" y="71528"/>
                    <a:pt x="35114" y="71611"/>
                  </a:cubicBezTo>
                  <a:cubicBezTo>
                    <a:pt x="35155" y="71752"/>
                    <a:pt x="35180" y="71893"/>
                    <a:pt x="35180" y="72034"/>
                  </a:cubicBezTo>
                  <a:cubicBezTo>
                    <a:pt x="35180" y="72341"/>
                    <a:pt x="35089" y="72639"/>
                    <a:pt x="34898" y="72905"/>
                  </a:cubicBezTo>
                  <a:cubicBezTo>
                    <a:pt x="34607" y="73307"/>
                    <a:pt x="34150" y="73520"/>
                    <a:pt x="33688" y="73520"/>
                  </a:cubicBezTo>
                  <a:cubicBezTo>
                    <a:pt x="33389" y="73520"/>
                    <a:pt x="33086" y="73430"/>
                    <a:pt x="32826" y="73245"/>
                  </a:cubicBezTo>
                  <a:lnTo>
                    <a:pt x="29642" y="70948"/>
                  </a:lnTo>
                  <a:cubicBezTo>
                    <a:pt x="29501" y="74198"/>
                    <a:pt x="28614" y="77241"/>
                    <a:pt x="27005" y="79911"/>
                  </a:cubicBezTo>
                  <a:lnTo>
                    <a:pt x="29551" y="81743"/>
                  </a:lnTo>
                  <a:cubicBezTo>
                    <a:pt x="30214" y="82216"/>
                    <a:pt x="30371" y="83144"/>
                    <a:pt x="29890" y="83816"/>
                  </a:cubicBezTo>
                  <a:cubicBezTo>
                    <a:pt x="29600" y="84214"/>
                    <a:pt x="29144" y="84429"/>
                    <a:pt x="28680" y="84429"/>
                  </a:cubicBezTo>
                  <a:cubicBezTo>
                    <a:pt x="28382" y="84429"/>
                    <a:pt x="28075" y="84338"/>
                    <a:pt x="27818" y="84156"/>
                  </a:cubicBezTo>
                  <a:lnTo>
                    <a:pt x="25272" y="82323"/>
                  </a:lnTo>
                  <a:cubicBezTo>
                    <a:pt x="23249" y="84686"/>
                    <a:pt x="20638" y="86486"/>
                    <a:pt x="17603" y="87655"/>
                  </a:cubicBezTo>
                  <a:lnTo>
                    <a:pt x="20787" y="89951"/>
                  </a:lnTo>
                  <a:cubicBezTo>
                    <a:pt x="21458" y="90424"/>
                    <a:pt x="21608" y="91352"/>
                    <a:pt x="21127" y="92024"/>
                  </a:cubicBezTo>
                  <a:lnTo>
                    <a:pt x="20505" y="92521"/>
                  </a:lnTo>
                  <a:cubicBezTo>
                    <a:pt x="20463" y="92538"/>
                    <a:pt x="20414" y="92555"/>
                    <a:pt x="20364" y="92571"/>
                  </a:cubicBezTo>
                  <a:lnTo>
                    <a:pt x="19916" y="92638"/>
                  </a:lnTo>
                  <a:cubicBezTo>
                    <a:pt x="19618" y="92638"/>
                    <a:pt x="19311" y="92546"/>
                    <a:pt x="19054" y="92356"/>
                  </a:cubicBezTo>
                  <a:lnTo>
                    <a:pt x="13972" y="88699"/>
                  </a:lnTo>
                  <a:lnTo>
                    <a:pt x="13963" y="88699"/>
                  </a:lnTo>
                  <a:cubicBezTo>
                    <a:pt x="12910" y="88907"/>
                    <a:pt x="11816" y="89047"/>
                    <a:pt x="10697" y="89122"/>
                  </a:cubicBezTo>
                  <a:lnTo>
                    <a:pt x="1" y="89810"/>
                  </a:lnTo>
                  <a:lnTo>
                    <a:pt x="2206" y="98193"/>
                  </a:lnTo>
                  <a:lnTo>
                    <a:pt x="11244" y="97604"/>
                  </a:lnTo>
                  <a:cubicBezTo>
                    <a:pt x="20422" y="97015"/>
                    <a:pt x="28174" y="92936"/>
                    <a:pt x="33091" y="86121"/>
                  </a:cubicBezTo>
                  <a:cubicBezTo>
                    <a:pt x="37999" y="79305"/>
                    <a:pt x="39409" y="70649"/>
                    <a:pt x="37062" y="61761"/>
                  </a:cubicBezTo>
                  <a:lnTo>
                    <a:pt x="35993" y="57699"/>
                  </a:lnTo>
                  <a:lnTo>
                    <a:pt x="34757" y="53006"/>
                  </a:lnTo>
                  <a:lnTo>
                    <a:pt x="32552" y="44624"/>
                  </a:lnTo>
                  <a:lnTo>
                    <a:pt x="29816" y="34260"/>
                  </a:lnTo>
                  <a:cubicBezTo>
                    <a:pt x="29526" y="33174"/>
                    <a:pt x="29318" y="32096"/>
                    <a:pt x="29186" y="31026"/>
                  </a:cubicBezTo>
                  <a:lnTo>
                    <a:pt x="24095" y="27361"/>
                  </a:lnTo>
                  <a:cubicBezTo>
                    <a:pt x="23432" y="26881"/>
                    <a:pt x="23282" y="25952"/>
                    <a:pt x="23755" y="25280"/>
                  </a:cubicBezTo>
                  <a:cubicBezTo>
                    <a:pt x="24045" y="24882"/>
                    <a:pt x="24501" y="24667"/>
                    <a:pt x="24966" y="24667"/>
                  </a:cubicBezTo>
                  <a:cubicBezTo>
                    <a:pt x="25264" y="24667"/>
                    <a:pt x="25571" y="24758"/>
                    <a:pt x="25836" y="24949"/>
                  </a:cubicBezTo>
                  <a:lnTo>
                    <a:pt x="29020" y="27245"/>
                  </a:lnTo>
                  <a:cubicBezTo>
                    <a:pt x="29161" y="23995"/>
                    <a:pt x="30048" y="20952"/>
                    <a:pt x="31648" y="18283"/>
                  </a:cubicBezTo>
                  <a:lnTo>
                    <a:pt x="29103" y="16450"/>
                  </a:lnTo>
                  <a:cubicBezTo>
                    <a:pt x="28440" y="15969"/>
                    <a:pt x="28290" y="15041"/>
                    <a:pt x="28771" y="14378"/>
                  </a:cubicBezTo>
                  <a:lnTo>
                    <a:pt x="29385" y="13880"/>
                  </a:lnTo>
                  <a:cubicBezTo>
                    <a:pt x="29434" y="13855"/>
                    <a:pt x="29484" y="13839"/>
                    <a:pt x="29534" y="13830"/>
                  </a:cubicBezTo>
                  <a:lnTo>
                    <a:pt x="29973" y="13756"/>
                  </a:lnTo>
                  <a:cubicBezTo>
                    <a:pt x="30280" y="13756"/>
                    <a:pt x="30579" y="13847"/>
                    <a:pt x="30844" y="14038"/>
                  </a:cubicBezTo>
                  <a:lnTo>
                    <a:pt x="33389" y="15870"/>
                  </a:lnTo>
                  <a:cubicBezTo>
                    <a:pt x="35412" y="13507"/>
                    <a:pt x="38016" y="11700"/>
                    <a:pt x="41050" y="10539"/>
                  </a:cubicBezTo>
                  <a:lnTo>
                    <a:pt x="37867" y="8242"/>
                  </a:lnTo>
                  <a:cubicBezTo>
                    <a:pt x="37469" y="7952"/>
                    <a:pt x="37253" y="7496"/>
                    <a:pt x="37253" y="7032"/>
                  </a:cubicBezTo>
                  <a:cubicBezTo>
                    <a:pt x="37253" y="6733"/>
                    <a:pt x="37344" y="6426"/>
                    <a:pt x="37535" y="6169"/>
                  </a:cubicBezTo>
                  <a:cubicBezTo>
                    <a:pt x="37821" y="5763"/>
                    <a:pt x="38274" y="5548"/>
                    <a:pt x="38736" y="5548"/>
                  </a:cubicBezTo>
                  <a:cubicBezTo>
                    <a:pt x="39037" y="5548"/>
                    <a:pt x="39342" y="5639"/>
                    <a:pt x="39608" y="5829"/>
                  </a:cubicBezTo>
                  <a:lnTo>
                    <a:pt x="44690" y="9494"/>
                  </a:lnTo>
                  <a:cubicBezTo>
                    <a:pt x="45751" y="9287"/>
                    <a:pt x="46838" y="9138"/>
                    <a:pt x="47965" y="9071"/>
                  </a:cubicBezTo>
                  <a:lnTo>
                    <a:pt x="58661" y="8375"/>
                  </a:lnTo>
                  <a:lnTo>
                    <a:pt x="5645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9"/>
            <p:cNvSpPr/>
            <p:nvPr/>
          </p:nvSpPr>
          <p:spPr>
            <a:xfrm>
              <a:off x="4637650" y="2003700"/>
              <a:ext cx="147600" cy="159025"/>
            </a:xfrm>
            <a:custGeom>
              <a:avLst/>
              <a:gdLst/>
              <a:ahLst/>
              <a:cxnLst/>
              <a:rect l="l" t="t" r="r" b="b"/>
              <a:pathLst>
                <a:path w="5904" h="6361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cubicBezTo>
                    <a:pt x="5738" y="5075"/>
                    <a:pt x="5680" y="3806"/>
                    <a:pt x="5738" y="2579"/>
                  </a:cubicBez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9"/>
            <p:cNvSpPr/>
            <p:nvPr/>
          </p:nvSpPr>
          <p:spPr>
            <a:xfrm>
              <a:off x="4762850" y="1730925"/>
              <a:ext cx="127500" cy="113200"/>
            </a:xfrm>
            <a:custGeom>
              <a:avLst/>
              <a:gdLst/>
              <a:ahLst/>
              <a:cxnLst/>
              <a:rect l="l" t="t" r="r" b="b"/>
              <a:pathLst>
                <a:path w="5100" h="4528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cubicBezTo>
                    <a:pt x="3615" y="4105"/>
                    <a:pt x="3889" y="3690"/>
                    <a:pt x="4179" y="3284"/>
                  </a:cubicBezTo>
                  <a:cubicBezTo>
                    <a:pt x="4469" y="2886"/>
                    <a:pt x="4776" y="2488"/>
                    <a:pt x="5099" y="2115"/>
                  </a:cubicBez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9"/>
            <p:cNvSpPr/>
            <p:nvPr/>
          </p:nvSpPr>
          <p:spPr>
            <a:xfrm>
              <a:off x="4986925" y="1525725"/>
              <a:ext cx="185950" cy="124800"/>
            </a:xfrm>
            <a:custGeom>
              <a:avLst/>
              <a:gdLst/>
              <a:ahLst/>
              <a:cxnLst/>
              <a:rect l="l" t="t" r="r" b="b"/>
              <a:pathLst>
                <a:path w="7438" h="4992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cubicBezTo>
                    <a:pt x="4950" y="4544"/>
                    <a:pt x="6169" y="4196"/>
                    <a:pt x="7437" y="3947"/>
                  </a:cubicBez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9"/>
            <p:cNvSpPr/>
            <p:nvPr/>
          </p:nvSpPr>
          <p:spPr>
            <a:xfrm>
              <a:off x="5682950" y="1345400"/>
              <a:ext cx="441125" cy="237150"/>
            </a:xfrm>
            <a:custGeom>
              <a:avLst/>
              <a:gdLst/>
              <a:ahLst/>
              <a:cxnLst/>
              <a:rect l="l" t="t" r="r" b="b"/>
              <a:pathLst>
                <a:path w="17645" h="9486" extrusionOk="0">
                  <a:moveTo>
                    <a:pt x="17097" y="0"/>
                  </a:moveTo>
                  <a:lnTo>
                    <a:pt x="1" y="1111"/>
                  </a:lnTo>
                  <a:lnTo>
                    <a:pt x="2214" y="9485"/>
                  </a:lnTo>
                  <a:lnTo>
                    <a:pt x="17644" y="8490"/>
                  </a:lnTo>
                  <a:lnTo>
                    <a:pt x="17097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9"/>
            <p:cNvSpPr/>
            <p:nvPr/>
          </p:nvSpPr>
          <p:spPr>
            <a:xfrm>
              <a:off x="4404875" y="3578400"/>
              <a:ext cx="190925" cy="124600"/>
            </a:xfrm>
            <a:custGeom>
              <a:avLst/>
              <a:gdLst/>
              <a:ahLst/>
              <a:cxnLst/>
              <a:rect l="l" t="t" r="r" b="b"/>
              <a:pathLst>
                <a:path w="7637" h="4984" extrusionOk="0">
                  <a:moveTo>
                    <a:pt x="3632" y="1"/>
                  </a:moveTo>
                  <a:cubicBezTo>
                    <a:pt x="2480" y="440"/>
                    <a:pt x="1269" y="788"/>
                    <a:pt x="1" y="1045"/>
                  </a:cubicBezTo>
                  <a:lnTo>
                    <a:pt x="5083" y="4710"/>
                  </a:lnTo>
                  <a:cubicBezTo>
                    <a:pt x="5340" y="4892"/>
                    <a:pt x="5647" y="4984"/>
                    <a:pt x="5945" y="4984"/>
                  </a:cubicBezTo>
                  <a:lnTo>
                    <a:pt x="6393" y="4917"/>
                  </a:lnTo>
                  <a:cubicBezTo>
                    <a:pt x="6443" y="4901"/>
                    <a:pt x="6492" y="4884"/>
                    <a:pt x="6534" y="4867"/>
                  </a:cubicBezTo>
                  <a:lnTo>
                    <a:pt x="7156" y="4370"/>
                  </a:lnTo>
                  <a:cubicBezTo>
                    <a:pt x="7637" y="3707"/>
                    <a:pt x="7487" y="2778"/>
                    <a:pt x="6816" y="2297"/>
                  </a:cubicBezTo>
                  <a:lnTo>
                    <a:pt x="3632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9"/>
            <p:cNvSpPr/>
            <p:nvPr/>
          </p:nvSpPr>
          <p:spPr>
            <a:xfrm>
              <a:off x="4687400" y="3384800"/>
              <a:ext cx="127500" cy="113000"/>
            </a:xfrm>
            <a:custGeom>
              <a:avLst/>
              <a:gdLst/>
              <a:ahLst/>
              <a:cxnLst/>
              <a:rect l="l" t="t" r="r" b="b"/>
              <a:pathLst>
                <a:path w="5100" h="4520" extrusionOk="0">
                  <a:moveTo>
                    <a:pt x="1733" y="1"/>
                  </a:moveTo>
                  <a:cubicBezTo>
                    <a:pt x="1484" y="423"/>
                    <a:pt x="1211" y="838"/>
                    <a:pt x="921" y="1236"/>
                  </a:cubicBezTo>
                  <a:cubicBezTo>
                    <a:pt x="622" y="1642"/>
                    <a:pt x="315" y="2032"/>
                    <a:pt x="0" y="2413"/>
                  </a:cubicBezTo>
                  <a:lnTo>
                    <a:pt x="2546" y="4246"/>
                  </a:lnTo>
                  <a:cubicBezTo>
                    <a:pt x="2803" y="4428"/>
                    <a:pt x="3110" y="4519"/>
                    <a:pt x="3408" y="4519"/>
                  </a:cubicBezTo>
                  <a:cubicBezTo>
                    <a:pt x="3872" y="4519"/>
                    <a:pt x="4328" y="4304"/>
                    <a:pt x="4618" y="3906"/>
                  </a:cubicBezTo>
                  <a:cubicBezTo>
                    <a:pt x="5099" y="3234"/>
                    <a:pt x="4942" y="2306"/>
                    <a:pt x="4279" y="183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9"/>
            <p:cNvSpPr/>
            <p:nvPr/>
          </p:nvSpPr>
          <p:spPr>
            <a:xfrm>
              <a:off x="4792475" y="3066225"/>
              <a:ext cx="142650" cy="158850"/>
            </a:xfrm>
            <a:custGeom>
              <a:avLst/>
              <a:gdLst/>
              <a:ahLst/>
              <a:cxnLst/>
              <a:rect l="l" t="t" r="r" b="b"/>
              <a:pathLst>
                <a:path w="5706" h="6354" extrusionOk="0">
                  <a:moveTo>
                    <a:pt x="1" y="0"/>
                  </a:moveTo>
                  <a:lnTo>
                    <a:pt x="1" y="0"/>
                  </a:lnTo>
                  <a:cubicBezTo>
                    <a:pt x="167" y="1285"/>
                    <a:pt x="217" y="2546"/>
                    <a:pt x="167" y="3781"/>
                  </a:cubicBezTo>
                  <a:lnTo>
                    <a:pt x="3351" y="6078"/>
                  </a:lnTo>
                  <a:cubicBezTo>
                    <a:pt x="3611" y="6263"/>
                    <a:pt x="3914" y="6353"/>
                    <a:pt x="4213" y="6353"/>
                  </a:cubicBezTo>
                  <a:cubicBezTo>
                    <a:pt x="4675" y="6353"/>
                    <a:pt x="5132" y="6140"/>
                    <a:pt x="5423" y="5738"/>
                  </a:cubicBezTo>
                  <a:cubicBezTo>
                    <a:pt x="5614" y="5472"/>
                    <a:pt x="5705" y="5174"/>
                    <a:pt x="5705" y="4867"/>
                  </a:cubicBezTo>
                  <a:cubicBezTo>
                    <a:pt x="5705" y="4726"/>
                    <a:pt x="5680" y="4585"/>
                    <a:pt x="5639" y="4444"/>
                  </a:cubicBezTo>
                  <a:cubicBezTo>
                    <a:pt x="5614" y="4361"/>
                    <a:pt x="5589" y="4278"/>
                    <a:pt x="5548" y="4204"/>
                  </a:cubicBezTo>
                  <a:cubicBezTo>
                    <a:pt x="5481" y="4071"/>
                    <a:pt x="5398" y="3947"/>
                    <a:pt x="5291" y="3839"/>
                  </a:cubicBezTo>
                  <a:cubicBezTo>
                    <a:pt x="5249" y="3798"/>
                    <a:pt x="5208" y="3756"/>
                    <a:pt x="5158" y="3715"/>
                  </a:cubicBezTo>
                  <a:cubicBezTo>
                    <a:pt x="5133" y="3698"/>
                    <a:pt x="5108" y="3681"/>
                    <a:pt x="5083" y="36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9"/>
            <p:cNvSpPr/>
            <p:nvPr/>
          </p:nvSpPr>
          <p:spPr>
            <a:xfrm>
              <a:off x="3723150" y="2516725"/>
              <a:ext cx="985200" cy="1752975"/>
            </a:xfrm>
            <a:custGeom>
              <a:avLst/>
              <a:gdLst/>
              <a:ahLst/>
              <a:cxnLst/>
              <a:rect l="l" t="t" r="r" b="b"/>
              <a:pathLst>
                <a:path w="39408" h="70119" extrusionOk="0">
                  <a:moveTo>
                    <a:pt x="37202" y="0"/>
                  </a:moveTo>
                  <a:lnTo>
                    <a:pt x="32352" y="315"/>
                  </a:lnTo>
                  <a:lnTo>
                    <a:pt x="28165" y="581"/>
                  </a:lnTo>
                  <a:cubicBezTo>
                    <a:pt x="18987" y="1178"/>
                    <a:pt x="11226" y="5257"/>
                    <a:pt x="6318" y="12072"/>
                  </a:cubicBezTo>
                  <a:cubicBezTo>
                    <a:pt x="1410" y="18888"/>
                    <a:pt x="0" y="27535"/>
                    <a:pt x="2346" y="36432"/>
                  </a:cubicBezTo>
                  <a:lnTo>
                    <a:pt x="4651" y="45187"/>
                  </a:lnTo>
                  <a:lnTo>
                    <a:pt x="6857" y="53561"/>
                  </a:lnTo>
                  <a:lnTo>
                    <a:pt x="11226" y="70118"/>
                  </a:lnTo>
                  <a:lnTo>
                    <a:pt x="19443" y="67954"/>
                  </a:lnTo>
                  <a:lnTo>
                    <a:pt x="15504" y="53006"/>
                  </a:lnTo>
                  <a:lnTo>
                    <a:pt x="13299" y="44632"/>
                  </a:lnTo>
                  <a:lnTo>
                    <a:pt x="10563" y="34268"/>
                  </a:lnTo>
                  <a:cubicBezTo>
                    <a:pt x="10273" y="33173"/>
                    <a:pt x="10065" y="32087"/>
                    <a:pt x="9933" y="31026"/>
                  </a:cubicBezTo>
                  <a:cubicBezTo>
                    <a:pt x="9767" y="29741"/>
                    <a:pt x="9717" y="28480"/>
                    <a:pt x="9767" y="27245"/>
                  </a:cubicBezTo>
                  <a:cubicBezTo>
                    <a:pt x="9908" y="23995"/>
                    <a:pt x="10795" y="20952"/>
                    <a:pt x="12395" y="18282"/>
                  </a:cubicBezTo>
                  <a:cubicBezTo>
                    <a:pt x="12652" y="17859"/>
                    <a:pt x="12926" y="17445"/>
                    <a:pt x="13216" y="17039"/>
                  </a:cubicBezTo>
                  <a:cubicBezTo>
                    <a:pt x="13506" y="16632"/>
                    <a:pt x="13813" y="16243"/>
                    <a:pt x="14136" y="15870"/>
                  </a:cubicBezTo>
                  <a:cubicBezTo>
                    <a:pt x="16159" y="13507"/>
                    <a:pt x="18763" y="11699"/>
                    <a:pt x="21797" y="10538"/>
                  </a:cubicBezTo>
                  <a:cubicBezTo>
                    <a:pt x="22958" y="10091"/>
                    <a:pt x="24169" y="9742"/>
                    <a:pt x="25437" y="9494"/>
                  </a:cubicBezTo>
                  <a:cubicBezTo>
                    <a:pt x="26498" y="9286"/>
                    <a:pt x="27593" y="9137"/>
                    <a:pt x="28712" y="9071"/>
                  </a:cubicBezTo>
                  <a:lnTo>
                    <a:pt x="39408" y="8374"/>
                  </a:lnTo>
                  <a:lnTo>
                    <a:pt x="372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9"/>
            <p:cNvSpPr/>
            <p:nvPr/>
          </p:nvSpPr>
          <p:spPr>
            <a:xfrm>
              <a:off x="4762850" y="1730925"/>
              <a:ext cx="781675" cy="584550"/>
            </a:xfrm>
            <a:custGeom>
              <a:avLst/>
              <a:gdLst/>
              <a:ahLst/>
              <a:cxnLst/>
              <a:rect l="l" t="t" r="r" b="b"/>
              <a:pathLst>
                <a:path w="31267" h="23382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29533" y="23382"/>
                  </a:lnTo>
                  <a:cubicBezTo>
                    <a:pt x="29848" y="23000"/>
                    <a:pt x="30155" y="22611"/>
                    <a:pt x="30445" y="22204"/>
                  </a:cubicBezTo>
                  <a:cubicBezTo>
                    <a:pt x="30744" y="21806"/>
                    <a:pt x="31009" y="21392"/>
                    <a:pt x="31266" y="20969"/>
                  </a:cubicBez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9"/>
            <p:cNvSpPr/>
            <p:nvPr/>
          </p:nvSpPr>
          <p:spPr>
            <a:xfrm>
              <a:off x="4762850" y="1730925"/>
              <a:ext cx="454575" cy="348875"/>
            </a:xfrm>
            <a:custGeom>
              <a:avLst/>
              <a:gdLst/>
              <a:ahLst/>
              <a:cxnLst/>
              <a:rect l="l" t="t" r="r" b="b"/>
              <a:pathLst>
                <a:path w="18183" h="13955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9"/>
            <p:cNvSpPr/>
            <p:nvPr/>
          </p:nvSpPr>
          <p:spPr>
            <a:xfrm>
              <a:off x="4986925" y="1525725"/>
              <a:ext cx="624750" cy="505375"/>
            </a:xfrm>
            <a:custGeom>
              <a:avLst/>
              <a:gdLst/>
              <a:ahLst/>
              <a:cxnLst/>
              <a:rect l="l" t="t" r="r" b="b"/>
              <a:pathLst>
                <a:path w="24990" h="20215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lnTo>
                    <a:pt x="14369" y="12603"/>
                  </a:lnTo>
                  <a:lnTo>
                    <a:pt x="24940" y="20214"/>
                  </a:lnTo>
                  <a:cubicBezTo>
                    <a:pt x="24989" y="18979"/>
                    <a:pt x="24940" y="17719"/>
                    <a:pt x="24774" y="16434"/>
                  </a:cubicBezTo>
                  <a:lnTo>
                    <a:pt x="16110" y="10190"/>
                  </a:lnTo>
                  <a:lnTo>
                    <a:pt x="7437" y="3947"/>
                  </a:ln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9"/>
            <p:cNvSpPr/>
            <p:nvPr/>
          </p:nvSpPr>
          <p:spPr>
            <a:xfrm>
              <a:off x="5346125" y="1780475"/>
              <a:ext cx="265550" cy="250625"/>
            </a:xfrm>
            <a:custGeom>
              <a:avLst/>
              <a:gdLst/>
              <a:ahLst/>
              <a:cxnLst/>
              <a:rect l="l" t="t" r="r" b="b"/>
              <a:pathLst>
                <a:path w="10622" h="10025" extrusionOk="0">
                  <a:moveTo>
                    <a:pt x="1742" y="0"/>
                  </a:moveTo>
                  <a:lnTo>
                    <a:pt x="1" y="2413"/>
                  </a:lnTo>
                  <a:lnTo>
                    <a:pt x="10572" y="10024"/>
                  </a:lnTo>
                  <a:cubicBezTo>
                    <a:pt x="10621" y="8789"/>
                    <a:pt x="10572" y="7529"/>
                    <a:pt x="10406" y="6244"/>
                  </a:cubicBezTo>
                  <a:lnTo>
                    <a:pt x="1742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9"/>
            <p:cNvSpPr/>
            <p:nvPr/>
          </p:nvSpPr>
          <p:spPr>
            <a:xfrm>
              <a:off x="4637650" y="2003700"/>
              <a:ext cx="671800" cy="471175"/>
            </a:xfrm>
            <a:custGeom>
              <a:avLst/>
              <a:gdLst/>
              <a:ahLst/>
              <a:cxnLst/>
              <a:rect l="l" t="t" r="r" b="b"/>
              <a:pathLst>
                <a:path w="26872" h="18847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lnTo>
                    <a:pt x="14568" y="12603"/>
                  </a:lnTo>
                  <a:lnTo>
                    <a:pt x="23232" y="18847"/>
                  </a:lnTo>
                  <a:cubicBezTo>
                    <a:pt x="24501" y="18590"/>
                    <a:pt x="25720" y="18241"/>
                    <a:pt x="26872" y="17802"/>
                  </a:cubicBezTo>
                  <a:lnTo>
                    <a:pt x="16309" y="10191"/>
                  </a:lnTo>
                  <a:lnTo>
                    <a:pt x="5738" y="2579"/>
                  </a:ln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9"/>
            <p:cNvSpPr/>
            <p:nvPr/>
          </p:nvSpPr>
          <p:spPr>
            <a:xfrm>
              <a:off x="5001825" y="2258450"/>
              <a:ext cx="307625" cy="216425"/>
            </a:xfrm>
            <a:custGeom>
              <a:avLst/>
              <a:gdLst/>
              <a:ahLst/>
              <a:cxnLst/>
              <a:rect l="l" t="t" r="r" b="b"/>
              <a:pathLst>
                <a:path w="12305" h="8657" extrusionOk="0">
                  <a:moveTo>
                    <a:pt x="1742" y="1"/>
                  </a:moveTo>
                  <a:lnTo>
                    <a:pt x="1" y="2413"/>
                  </a:lnTo>
                  <a:lnTo>
                    <a:pt x="8665" y="8657"/>
                  </a:lnTo>
                  <a:cubicBezTo>
                    <a:pt x="9934" y="8400"/>
                    <a:pt x="11153" y="8051"/>
                    <a:pt x="12305" y="7612"/>
                  </a:cubicBezTo>
                  <a:lnTo>
                    <a:pt x="174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9"/>
            <p:cNvSpPr/>
            <p:nvPr/>
          </p:nvSpPr>
          <p:spPr>
            <a:xfrm>
              <a:off x="4869375" y="959025"/>
              <a:ext cx="985225" cy="1753175"/>
            </a:xfrm>
            <a:custGeom>
              <a:avLst/>
              <a:gdLst/>
              <a:ahLst/>
              <a:cxnLst/>
              <a:rect l="l" t="t" r="r" b="b"/>
              <a:pathLst>
                <a:path w="39409" h="70127" extrusionOk="0">
                  <a:moveTo>
                    <a:pt x="28182" y="1"/>
                  </a:moveTo>
                  <a:lnTo>
                    <a:pt x="19958" y="2173"/>
                  </a:lnTo>
                  <a:lnTo>
                    <a:pt x="23904" y="17122"/>
                  </a:lnTo>
                  <a:lnTo>
                    <a:pt x="26110" y="25496"/>
                  </a:lnTo>
                  <a:lnTo>
                    <a:pt x="28846" y="35860"/>
                  </a:lnTo>
                  <a:cubicBezTo>
                    <a:pt x="29128" y="36954"/>
                    <a:pt x="29343" y="38032"/>
                    <a:pt x="29476" y="39102"/>
                  </a:cubicBezTo>
                  <a:cubicBezTo>
                    <a:pt x="29642" y="40387"/>
                    <a:pt x="29691" y="41647"/>
                    <a:pt x="29642" y="42882"/>
                  </a:cubicBezTo>
                  <a:cubicBezTo>
                    <a:pt x="29501" y="46132"/>
                    <a:pt x="28614" y="49175"/>
                    <a:pt x="27005" y="51845"/>
                  </a:cubicBezTo>
                  <a:cubicBezTo>
                    <a:pt x="26748" y="52268"/>
                    <a:pt x="26483" y="52682"/>
                    <a:pt x="26184" y="53080"/>
                  </a:cubicBezTo>
                  <a:cubicBezTo>
                    <a:pt x="25894" y="53487"/>
                    <a:pt x="25587" y="53876"/>
                    <a:pt x="25272" y="54258"/>
                  </a:cubicBezTo>
                  <a:cubicBezTo>
                    <a:pt x="23249" y="56621"/>
                    <a:pt x="20638" y="58428"/>
                    <a:pt x="17603" y="59589"/>
                  </a:cubicBezTo>
                  <a:cubicBezTo>
                    <a:pt x="16451" y="60028"/>
                    <a:pt x="15232" y="60377"/>
                    <a:pt x="13963" y="60634"/>
                  </a:cubicBezTo>
                  <a:cubicBezTo>
                    <a:pt x="12910" y="60841"/>
                    <a:pt x="11816" y="60982"/>
                    <a:pt x="10696" y="61056"/>
                  </a:cubicBezTo>
                  <a:lnTo>
                    <a:pt x="1" y="61745"/>
                  </a:lnTo>
                  <a:lnTo>
                    <a:pt x="2206" y="70127"/>
                  </a:lnTo>
                  <a:lnTo>
                    <a:pt x="7057" y="69812"/>
                  </a:lnTo>
                  <a:lnTo>
                    <a:pt x="11244" y="69538"/>
                  </a:lnTo>
                  <a:cubicBezTo>
                    <a:pt x="20422" y="68950"/>
                    <a:pt x="28174" y="64870"/>
                    <a:pt x="33083" y="58055"/>
                  </a:cubicBezTo>
                  <a:cubicBezTo>
                    <a:pt x="37999" y="51240"/>
                    <a:pt x="39409" y="42584"/>
                    <a:pt x="37062" y="33696"/>
                  </a:cubicBezTo>
                  <a:lnTo>
                    <a:pt x="34757" y="24940"/>
                  </a:lnTo>
                  <a:lnTo>
                    <a:pt x="32544" y="16558"/>
                  </a:lnTo>
                  <a:lnTo>
                    <a:pt x="281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9"/>
            <p:cNvSpPr/>
            <p:nvPr/>
          </p:nvSpPr>
          <p:spPr>
            <a:xfrm>
              <a:off x="4033025" y="2913450"/>
              <a:ext cx="781875" cy="584350"/>
            </a:xfrm>
            <a:custGeom>
              <a:avLst/>
              <a:gdLst/>
              <a:ahLst/>
              <a:cxnLst/>
              <a:rect l="l" t="t" r="r" b="b"/>
              <a:pathLst>
                <a:path w="31275" h="23374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26175" y="21267"/>
                  </a:lnTo>
                  <a:lnTo>
                    <a:pt x="28721" y="23100"/>
                  </a:lnTo>
                  <a:cubicBezTo>
                    <a:pt x="28978" y="23282"/>
                    <a:pt x="29285" y="23373"/>
                    <a:pt x="29583" y="23373"/>
                  </a:cubicBezTo>
                  <a:cubicBezTo>
                    <a:pt x="30047" y="23373"/>
                    <a:pt x="30503" y="23158"/>
                    <a:pt x="30793" y="22760"/>
                  </a:cubicBezTo>
                  <a:cubicBezTo>
                    <a:pt x="31274" y="22088"/>
                    <a:pt x="31117" y="21160"/>
                    <a:pt x="30454" y="20687"/>
                  </a:cubicBezTo>
                  <a:lnTo>
                    <a:pt x="27908" y="18855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9"/>
            <p:cNvSpPr/>
            <p:nvPr/>
          </p:nvSpPr>
          <p:spPr>
            <a:xfrm>
              <a:off x="4033025" y="2913450"/>
              <a:ext cx="370625" cy="296025"/>
            </a:xfrm>
            <a:custGeom>
              <a:avLst/>
              <a:gdLst/>
              <a:ahLst/>
              <a:cxnLst/>
              <a:rect l="l" t="t" r="r" b="b"/>
              <a:pathLst>
                <a:path w="14825" h="11841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9"/>
            <p:cNvSpPr/>
            <p:nvPr/>
          </p:nvSpPr>
          <p:spPr>
            <a:xfrm>
              <a:off x="4268075" y="2754050"/>
              <a:ext cx="667050" cy="471025"/>
            </a:xfrm>
            <a:custGeom>
              <a:avLst/>
              <a:gdLst/>
              <a:ahLst/>
              <a:cxnLst/>
              <a:rect l="l" t="t" r="r" b="b"/>
              <a:pathLst>
                <a:path w="26682" h="18841" extrusionOk="0">
                  <a:moveTo>
                    <a:pt x="3640" y="1"/>
                  </a:moveTo>
                  <a:cubicBezTo>
                    <a:pt x="2372" y="249"/>
                    <a:pt x="1161" y="598"/>
                    <a:pt x="0" y="1045"/>
                  </a:cubicBezTo>
                  <a:lnTo>
                    <a:pt x="10572" y="8657"/>
                  </a:lnTo>
                  <a:lnTo>
                    <a:pt x="21143" y="16268"/>
                  </a:lnTo>
                  <a:lnTo>
                    <a:pt x="24327" y="18565"/>
                  </a:lnTo>
                  <a:cubicBezTo>
                    <a:pt x="24587" y="18750"/>
                    <a:pt x="24890" y="18840"/>
                    <a:pt x="25189" y="18840"/>
                  </a:cubicBezTo>
                  <a:cubicBezTo>
                    <a:pt x="25651" y="18840"/>
                    <a:pt x="26108" y="18627"/>
                    <a:pt x="26399" y="18225"/>
                  </a:cubicBezTo>
                  <a:cubicBezTo>
                    <a:pt x="26590" y="17959"/>
                    <a:pt x="26681" y="17661"/>
                    <a:pt x="26681" y="17354"/>
                  </a:cubicBezTo>
                  <a:cubicBezTo>
                    <a:pt x="26681" y="17213"/>
                    <a:pt x="26656" y="17072"/>
                    <a:pt x="26615" y="16931"/>
                  </a:cubicBezTo>
                  <a:cubicBezTo>
                    <a:pt x="26590" y="16848"/>
                    <a:pt x="26565" y="16765"/>
                    <a:pt x="26524" y="16691"/>
                  </a:cubicBezTo>
                  <a:cubicBezTo>
                    <a:pt x="26457" y="16558"/>
                    <a:pt x="26374" y="16434"/>
                    <a:pt x="26267" y="16326"/>
                  </a:cubicBezTo>
                  <a:cubicBezTo>
                    <a:pt x="26225" y="16285"/>
                    <a:pt x="26184" y="16243"/>
                    <a:pt x="26134" y="16202"/>
                  </a:cubicBezTo>
                  <a:cubicBezTo>
                    <a:pt x="26109" y="16185"/>
                    <a:pt x="26084" y="16168"/>
                    <a:pt x="26059" y="16152"/>
                  </a:cubicBezTo>
                  <a:lnTo>
                    <a:pt x="20977" y="12487"/>
                  </a:lnTo>
                  <a:lnTo>
                    <a:pt x="12313" y="6244"/>
                  </a:lnTo>
                  <a:lnTo>
                    <a:pt x="364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9"/>
            <p:cNvSpPr/>
            <p:nvPr/>
          </p:nvSpPr>
          <p:spPr>
            <a:xfrm>
              <a:off x="4532350" y="2910125"/>
              <a:ext cx="402775" cy="314950"/>
            </a:xfrm>
            <a:custGeom>
              <a:avLst/>
              <a:gdLst/>
              <a:ahLst/>
              <a:cxnLst/>
              <a:rect l="l" t="t" r="r" b="b"/>
              <a:pathLst>
                <a:path w="16111" h="12598" extrusionOk="0">
                  <a:moveTo>
                    <a:pt x="1742" y="1"/>
                  </a:moveTo>
                  <a:lnTo>
                    <a:pt x="1" y="2414"/>
                  </a:lnTo>
                  <a:lnTo>
                    <a:pt x="10572" y="10025"/>
                  </a:lnTo>
                  <a:lnTo>
                    <a:pt x="13756" y="12322"/>
                  </a:lnTo>
                  <a:cubicBezTo>
                    <a:pt x="14016" y="12507"/>
                    <a:pt x="14319" y="12597"/>
                    <a:pt x="14618" y="12597"/>
                  </a:cubicBezTo>
                  <a:cubicBezTo>
                    <a:pt x="15080" y="12597"/>
                    <a:pt x="15537" y="12384"/>
                    <a:pt x="15828" y="11982"/>
                  </a:cubicBezTo>
                  <a:cubicBezTo>
                    <a:pt x="16019" y="11716"/>
                    <a:pt x="16110" y="11418"/>
                    <a:pt x="16110" y="11111"/>
                  </a:cubicBezTo>
                  <a:cubicBezTo>
                    <a:pt x="16110" y="10970"/>
                    <a:pt x="16085" y="10829"/>
                    <a:pt x="16044" y="10688"/>
                  </a:cubicBezTo>
                  <a:cubicBezTo>
                    <a:pt x="16019" y="10605"/>
                    <a:pt x="15994" y="10522"/>
                    <a:pt x="15953" y="10448"/>
                  </a:cubicBezTo>
                  <a:cubicBezTo>
                    <a:pt x="15886" y="10315"/>
                    <a:pt x="15803" y="10191"/>
                    <a:pt x="15696" y="10083"/>
                  </a:cubicBezTo>
                  <a:cubicBezTo>
                    <a:pt x="15654" y="10042"/>
                    <a:pt x="15613" y="10000"/>
                    <a:pt x="15563" y="9959"/>
                  </a:cubicBezTo>
                  <a:cubicBezTo>
                    <a:pt x="15538" y="9942"/>
                    <a:pt x="15513" y="9925"/>
                    <a:pt x="15488" y="9909"/>
                  </a:cubicBezTo>
                  <a:lnTo>
                    <a:pt x="10406" y="624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9"/>
            <p:cNvSpPr/>
            <p:nvPr/>
          </p:nvSpPr>
          <p:spPr>
            <a:xfrm>
              <a:off x="3966075" y="3197850"/>
              <a:ext cx="629725" cy="505150"/>
            </a:xfrm>
            <a:custGeom>
              <a:avLst/>
              <a:gdLst/>
              <a:ahLst/>
              <a:cxnLst/>
              <a:rect l="l" t="t" r="r" b="b"/>
              <a:pathLst>
                <a:path w="25189" h="20206" extrusionOk="0">
                  <a:moveTo>
                    <a:pt x="50" y="0"/>
                  </a:moveTo>
                  <a:lnTo>
                    <a:pt x="50" y="0"/>
                  </a:lnTo>
                  <a:cubicBezTo>
                    <a:pt x="0" y="1235"/>
                    <a:pt x="50" y="2496"/>
                    <a:pt x="216" y="3781"/>
                  </a:cubicBezTo>
                  <a:lnTo>
                    <a:pt x="8880" y="10024"/>
                  </a:lnTo>
                  <a:lnTo>
                    <a:pt x="17544" y="16267"/>
                  </a:lnTo>
                  <a:lnTo>
                    <a:pt x="17553" y="16267"/>
                  </a:lnTo>
                  <a:lnTo>
                    <a:pt x="22635" y="19932"/>
                  </a:lnTo>
                  <a:cubicBezTo>
                    <a:pt x="22892" y="20114"/>
                    <a:pt x="23199" y="20206"/>
                    <a:pt x="23497" y="20206"/>
                  </a:cubicBezTo>
                  <a:lnTo>
                    <a:pt x="23945" y="20139"/>
                  </a:lnTo>
                  <a:cubicBezTo>
                    <a:pt x="23995" y="20123"/>
                    <a:pt x="24044" y="20106"/>
                    <a:pt x="24086" y="20089"/>
                  </a:cubicBezTo>
                  <a:lnTo>
                    <a:pt x="24708" y="19592"/>
                  </a:lnTo>
                  <a:cubicBezTo>
                    <a:pt x="25189" y="18929"/>
                    <a:pt x="25039" y="18000"/>
                    <a:pt x="24368" y="17519"/>
                  </a:cubicBezTo>
                  <a:lnTo>
                    <a:pt x="21184" y="15223"/>
                  </a:lnTo>
                  <a:lnTo>
                    <a:pt x="10621" y="76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9"/>
            <p:cNvSpPr/>
            <p:nvPr/>
          </p:nvSpPr>
          <p:spPr>
            <a:xfrm>
              <a:off x="4188075" y="3388125"/>
              <a:ext cx="407725" cy="314875"/>
            </a:xfrm>
            <a:custGeom>
              <a:avLst/>
              <a:gdLst/>
              <a:ahLst/>
              <a:cxnLst/>
              <a:rect l="l" t="t" r="r" b="b"/>
              <a:pathLst>
                <a:path w="16309" h="12595" extrusionOk="0">
                  <a:moveTo>
                    <a:pt x="1741" y="0"/>
                  </a:moveTo>
                  <a:lnTo>
                    <a:pt x="0" y="2413"/>
                  </a:lnTo>
                  <a:lnTo>
                    <a:pt x="8664" y="8656"/>
                  </a:lnTo>
                  <a:lnTo>
                    <a:pt x="8673" y="8656"/>
                  </a:lnTo>
                  <a:lnTo>
                    <a:pt x="13755" y="12321"/>
                  </a:lnTo>
                  <a:cubicBezTo>
                    <a:pt x="14012" y="12503"/>
                    <a:pt x="14319" y="12595"/>
                    <a:pt x="14617" y="12595"/>
                  </a:cubicBezTo>
                  <a:lnTo>
                    <a:pt x="15065" y="12528"/>
                  </a:lnTo>
                  <a:cubicBezTo>
                    <a:pt x="15115" y="12512"/>
                    <a:pt x="15164" y="12495"/>
                    <a:pt x="15206" y="12478"/>
                  </a:cubicBezTo>
                  <a:lnTo>
                    <a:pt x="15828" y="11981"/>
                  </a:lnTo>
                  <a:cubicBezTo>
                    <a:pt x="16309" y="11318"/>
                    <a:pt x="16159" y="10389"/>
                    <a:pt x="15488" y="9908"/>
                  </a:cubicBezTo>
                  <a:lnTo>
                    <a:pt x="12304" y="7612"/>
                  </a:lnTo>
                  <a:lnTo>
                    <a:pt x="174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04" name="Google Shape;704;p49"/>
          <p:cNvCxnSpPr/>
          <p:nvPr/>
        </p:nvCxnSpPr>
        <p:spPr>
          <a:xfrm flipH="1">
            <a:off x="4696400" y="402147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dot"/>
            <a:round/>
            <a:headEnd type="none" w="med" len="med"/>
            <a:tailEnd type="oval" w="med" len="med"/>
          </a:ln>
        </p:spPr>
      </p:cxnSp>
      <p:grpSp>
        <p:nvGrpSpPr>
          <p:cNvPr id="705" name="Google Shape;705;p49"/>
          <p:cNvGrpSpPr/>
          <p:nvPr/>
        </p:nvGrpSpPr>
        <p:grpSpPr>
          <a:xfrm>
            <a:off x="7125813" y="1337371"/>
            <a:ext cx="613379" cy="610156"/>
            <a:chOff x="4705338" y="292646"/>
            <a:chExt cx="613379" cy="610156"/>
          </a:xfrm>
        </p:grpSpPr>
        <p:sp>
          <p:nvSpPr>
            <p:cNvPr id="706" name="Google Shape;706;p49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9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632" y="112459"/>
            <a:ext cx="1009896" cy="100989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3CD867-6D52-77C7-3E2C-0AC6BCC90E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Brands of Evolutionary Algorithms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221" y="1096600"/>
            <a:ext cx="3914504" cy="2689264"/>
          </a:xfrm>
          <a:prstGeom prst="rect">
            <a:avLst/>
          </a:prstGeom>
        </p:spPr>
      </p:pic>
      <p:grpSp>
        <p:nvGrpSpPr>
          <p:cNvPr id="4" name="Google Shape;718;p50"/>
          <p:cNvGrpSpPr/>
          <p:nvPr/>
        </p:nvGrpSpPr>
        <p:grpSpPr>
          <a:xfrm rot="2443841">
            <a:off x="3923733" y="2988584"/>
            <a:ext cx="723096" cy="632860"/>
            <a:chOff x="245275" y="-61949"/>
            <a:chExt cx="936749" cy="936749"/>
          </a:xfrm>
        </p:grpSpPr>
        <p:sp>
          <p:nvSpPr>
            <p:cNvPr id="5" name="Google Shape;719;p50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" name="Google Shape;720;p50"/>
            <p:cNvCxnSpPr>
              <a:stCxn id="5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" name="TextBox 7"/>
          <p:cNvSpPr txBox="1"/>
          <p:nvPr/>
        </p:nvSpPr>
        <p:spPr>
          <a:xfrm>
            <a:off x="1728235" y="2878197"/>
            <a:ext cx="210346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Variable Length</a:t>
            </a:r>
          </a:p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Large population size</a:t>
            </a:r>
          </a:p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Hierarchal representation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D5061B-B552-8A17-DD75-F8BBC9C15E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736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AE253-7676-F494-380A-1947DF558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EB8AD-CE16-6E72-8343-C06D60D968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Parse trees are well-suited for representing </a:t>
            </a:r>
            <a:r>
              <a:rPr lang="en-US" b="1" dirty="0"/>
              <a:t>hierarchically structured data</a:t>
            </a:r>
            <a:r>
              <a:rPr lang="en-US" dirty="0"/>
              <a:t> that arises from </a:t>
            </a:r>
            <a:r>
              <a:rPr lang="en-US" b="1" dirty="0"/>
              <a:t>grammar-based systems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F273B0-4245-4255-DC83-5C1F82049ADE}"/>
              </a:ext>
            </a:extLst>
          </p:cNvPr>
          <p:cNvSpPr txBox="1"/>
          <p:nvPr/>
        </p:nvSpPr>
        <p:spPr>
          <a:xfrm>
            <a:off x="891740" y="3765631"/>
            <a:ext cx="1352227" cy="1169551"/>
          </a:xfrm>
          <a:prstGeom prst="rect">
            <a:avLst/>
          </a:prstGeom>
          <a:solidFill>
            <a:srgbClr val="FDFDF8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nn-NO" dirty="0">
                <a:solidFill>
                  <a:schemeClr val="tx1"/>
                </a:solidFill>
              </a:rPr>
              <a:t>i=1; </a:t>
            </a:r>
          </a:p>
          <a:p>
            <a:r>
              <a:rPr lang="nn-NO" dirty="0">
                <a:solidFill>
                  <a:schemeClr val="tx1"/>
                </a:solidFill>
              </a:rPr>
              <a:t>while (i &lt; 20)</a:t>
            </a:r>
          </a:p>
          <a:p>
            <a:r>
              <a:rPr lang="nn-NO" dirty="0">
                <a:solidFill>
                  <a:schemeClr val="tx1"/>
                </a:solidFill>
              </a:rPr>
              <a:t> { </a:t>
            </a:r>
          </a:p>
          <a:p>
            <a:r>
              <a:rPr lang="nn-NO" dirty="0">
                <a:solidFill>
                  <a:schemeClr val="tx1"/>
                </a:solidFill>
              </a:rPr>
              <a:t>     i = i+1;</a:t>
            </a:r>
          </a:p>
          <a:p>
            <a:r>
              <a:rPr lang="nn-NO" dirty="0">
                <a:solidFill>
                  <a:schemeClr val="tx1"/>
                </a:solidFill>
              </a:rPr>
              <a:t> }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DE5E87E-56E2-241C-8143-EA4C80EB131F}"/>
              </a:ext>
            </a:extLst>
          </p:cNvPr>
          <p:cNvGrpSpPr/>
          <p:nvPr/>
        </p:nvGrpSpPr>
        <p:grpSpPr>
          <a:xfrm>
            <a:off x="808789" y="1782232"/>
            <a:ext cx="8085672" cy="2386274"/>
            <a:chOff x="808789" y="1875220"/>
            <a:chExt cx="8085672" cy="238627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22004AB-816B-77B9-EC70-F46E0D7C5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8789" y="1986973"/>
              <a:ext cx="2649506" cy="2162767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CEFB25A-4A74-FE5F-F19F-2D6B9C7A2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50391" y="1875220"/>
              <a:ext cx="5844070" cy="2386274"/>
            </a:xfrm>
            <a:prstGeom prst="rect">
              <a:avLst/>
            </a:prstGeom>
          </p:spPr>
        </p:pic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9956DFD-DDB4-8535-98B2-774F6042FC2C}"/>
              </a:ext>
            </a:extLst>
          </p:cNvPr>
          <p:cNvSpPr txBox="1"/>
          <p:nvPr/>
        </p:nvSpPr>
        <p:spPr>
          <a:xfrm>
            <a:off x="6397038" y="4350406"/>
            <a:ext cx="2497423" cy="307777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(x ∧true) → ((</a:t>
            </a:r>
            <a:r>
              <a:rPr lang="en-US" dirty="0" err="1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x∨y</a:t>
            </a: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)∨(z ↔ (</a:t>
            </a:r>
            <a:r>
              <a:rPr lang="en-US" dirty="0" err="1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x∧y</a:t>
            </a: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)))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67676CB-26A6-3B21-0B12-3E6799B6D6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599" y="4350406"/>
            <a:ext cx="2086801" cy="3800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2E9E2-BE7B-EBC7-B5EC-2FF7EE64A5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014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E64812C4-A6C8-3F30-79EB-F9B48CA1E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 Algorithm Flowchart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2CA861-E9F6-6EF0-96AB-D26983B63507}"/>
              </a:ext>
            </a:extLst>
          </p:cNvPr>
          <p:cNvSpPr txBox="1"/>
          <p:nvPr/>
        </p:nvSpPr>
        <p:spPr>
          <a:xfrm>
            <a:off x="713225" y="1096600"/>
            <a:ext cx="45720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Start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Initialize Population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Fitness Evaluation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While Stopping Criteria Met:</a:t>
            </a:r>
          </a:p>
          <a:p>
            <a:pPr lvl="8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While </a:t>
            </a:r>
            <a:r>
              <a:rPr lang="en-US" dirty="0" err="1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 &lt; </a:t>
            </a:r>
            <a:r>
              <a:rPr lang="en-US" dirty="0" err="1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population_size</a:t>
            </a: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:</a:t>
            </a:r>
          </a:p>
          <a:p>
            <a:pPr lvl="4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       if not </a:t>
            </a:r>
            <a:r>
              <a:rPr lang="en-US" dirty="0" err="1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p_m</a:t>
            </a: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:</a:t>
            </a:r>
          </a:p>
          <a:p>
            <a:pPr lvl="8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             1. Two Parents Selection</a:t>
            </a:r>
          </a:p>
          <a:p>
            <a:pPr lvl="8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             2. Recombination</a:t>
            </a:r>
          </a:p>
          <a:p>
            <a:pPr lvl="8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             3. </a:t>
            </a:r>
            <a:r>
              <a:rPr lang="en-US" dirty="0" err="1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 += 2</a:t>
            </a:r>
          </a:p>
          <a:p>
            <a:pPr lvl="8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       else:</a:t>
            </a:r>
          </a:p>
          <a:p>
            <a:pPr lvl="8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             1. One Parent Selection</a:t>
            </a:r>
          </a:p>
          <a:p>
            <a:pPr lvl="8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             2. Mutation</a:t>
            </a:r>
          </a:p>
          <a:p>
            <a:pPr lvl="8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             3. </a:t>
            </a:r>
            <a:r>
              <a:rPr lang="en-US" dirty="0" err="1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i</a:t>
            </a: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 += 1</a:t>
            </a:r>
          </a:p>
          <a:p>
            <a:pPr lvl="6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Fitness Evaluation</a:t>
            </a:r>
          </a:p>
          <a:p>
            <a:pPr lvl="6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Survival Selection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Return Best Candidate</a:t>
            </a:r>
          </a:p>
          <a:p>
            <a:endParaRPr lang="en-US" dirty="0">
              <a:solidFill>
                <a:schemeClr val="tx1"/>
              </a:solidFill>
              <a:latin typeface="Abhaya Libre" panose="02000503000000000000" pitchFamily="2" charset="0"/>
              <a:cs typeface="Abhaya Libre" panose="02000503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C4CA38-CBBE-1B88-75D8-0AB8E09811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27"/>
          <a:stretch/>
        </p:blipFill>
        <p:spPr>
          <a:xfrm>
            <a:off x="5860629" y="0"/>
            <a:ext cx="2413196" cy="498270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920C4-C9E5-AE9E-CE82-100F479140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326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83FD0-04DE-70E5-1474-B97E9C80D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to Use GP?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AD74C4-598E-0FC1-A1E4-D817F0FFFEB2}"/>
              </a:ext>
            </a:extLst>
          </p:cNvPr>
          <p:cNvSpPr txBox="1"/>
          <p:nvPr/>
        </p:nvSpPr>
        <p:spPr>
          <a:xfrm>
            <a:off x="713225" y="1227760"/>
            <a:ext cx="484553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Unlike black-box models (e.g., neural networks), the output of GP is a symbolic expression or source code, which can be </a:t>
            </a:r>
            <a:r>
              <a:rPr lang="en-US" b="1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analyzed, validated, or modified</a:t>
            </a: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 by humans.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bhaya Libre" panose="02000503000000000000" pitchFamily="2" charset="0"/>
              <a:cs typeface="Abhaya Libre" panose="02000503000000000000" pitchFamily="2" charset="0"/>
            </a:endParaRP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GP can represent and evolve solutions as:</a:t>
            </a:r>
          </a:p>
          <a:p>
            <a:pPr lvl="7">
              <a:buClr>
                <a:schemeClr val="accent1"/>
              </a:buClr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Symbolic expressions</a:t>
            </a:r>
          </a:p>
          <a:p>
            <a:pPr lvl="8">
              <a:buClr>
                <a:schemeClr val="accent1"/>
              </a:buClr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Program trees</a:t>
            </a:r>
          </a:p>
          <a:p>
            <a:pPr lvl="8">
              <a:buClr>
                <a:schemeClr val="accent1"/>
              </a:buClr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Decision rules</a:t>
            </a:r>
          </a:p>
          <a:p>
            <a:pPr lvl="8">
              <a:buClr>
                <a:schemeClr val="accent1"/>
              </a:buClr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Mathematical models</a:t>
            </a: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bhaya Libre" panose="02000503000000000000" pitchFamily="2" charset="0"/>
              <a:cs typeface="Abhaya Libre" panose="02000503000000000000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3ECE11-5DE4-B273-77A2-C342E8CB88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955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283BB-5814-015D-4C68-BE65F250F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Regression</a:t>
            </a:r>
            <a:br>
              <a:rPr lang="en-US" dirty="0"/>
            </a:br>
            <a:r>
              <a:rPr lang="en-US" sz="2000" b="0" dirty="0"/>
              <a:t>sample problem for GP</a:t>
            </a:r>
            <a:endParaRPr lang="en-US" b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0A1405-1FAE-7463-322F-4A1342DEC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427" y="1697066"/>
            <a:ext cx="3402759" cy="4920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2863CA-B5E2-6C79-F9CE-2F8B6AE3DC92}"/>
              </a:ext>
            </a:extLst>
          </p:cNvPr>
          <p:cNvSpPr txBox="1"/>
          <p:nvPr/>
        </p:nvSpPr>
        <p:spPr>
          <a:xfrm>
            <a:off x="3935688" y="1389289"/>
            <a:ext cx="13612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Target Formula: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A9639FA-8B0F-08CB-3FE5-C59BAA72C8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326614"/>
              </p:ext>
            </p:extLst>
          </p:nvPr>
        </p:nvGraphicFramePr>
        <p:xfrm>
          <a:off x="821274" y="1441464"/>
          <a:ext cx="2805328" cy="3352800"/>
        </p:xfrm>
        <a:graphic>
          <a:graphicData uri="http://schemas.openxmlformats.org/drawingml/2006/table">
            <a:tbl>
              <a:tblPr/>
              <a:tblGrid>
                <a:gridCol w="701332">
                  <a:extLst>
                    <a:ext uri="{9D8B030D-6E8A-4147-A177-3AD203B41FA5}">
                      <a16:colId xmlns:a16="http://schemas.microsoft.com/office/drawing/2014/main" val="4148226672"/>
                    </a:ext>
                  </a:extLst>
                </a:gridCol>
                <a:gridCol w="701332">
                  <a:extLst>
                    <a:ext uri="{9D8B030D-6E8A-4147-A177-3AD203B41FA5}">
                      <a16:colId xmlns:a16="http://schemas.microsoft.com/office/drawing/2014/main" val="2591276002"/>
                    </a:ext>
                  </a:extLst>
                </a:gridCol>
                <a:gridCol w="701332">
                  <a:extLst>
                    <a:ext uri="{9D8B030D-6E8A-4147-A177-3AD203B41FA5}">
                      <a16:colId xmlns:a16="http://schemas.microsoft.com/office/drawing/2014/main" val="1122357664"/>
                    </a:ext>
                  </a:extLst>
                </a:gridCol>
                <a:gridCol w="701332">
                  <a:extLst>
                    <a:ext uri="{9D8B030D-6E8A-4147-A177-3AD203B41FA5}">
                      <a16:colId xmlns:a16="http://schemas.microsoft.com/office/drawing/2014/main" val="166035242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x₁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x₂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x₃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175852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0.83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86787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3.78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70507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-1.0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-0.5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0.10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22803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3.0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-0.56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31990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1.5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-1.0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1.39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19252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-2.0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2.5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3.0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3.21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12204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1.5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0.17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43700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-1.5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1.84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01515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3.0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-2.0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2.5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6.83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76194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2.5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2.0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1.5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5.89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7700339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56B4A189-D194-A5FF-F707-3FA6683EA7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784" t="42562" r="20657" b="4934"/>
          <a:stretch/>
        </p:blipFill>
        <p:spPr>
          <a:xfrm>
            <a:off x="7284197" y="1096600"/>
            <a:ext cx="1790060" cy="27005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972F77A-FC40-D306-AB25-6AA08C47ADF9}"/>
              </a:ext>
            </a:extLst>
          </p:cNvPr>
          <p:cNvSpPr txBox="1"/>
          <p:nvPr/>
        </p:nvSpPr>
        <p:spPr>
          <a:xfrm>
            <a:off x="3749635" y="3797159"/>
            <a:ext cx="468109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What can be considered a proper fitness function?</a:t>
            </a:r>
            <a:b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</a:br>
            <a:endParaRPr lang="en-US" dirty="0">
              <a:solidFill>
                <a:schemeClr val="tx1"/>
              </a:solidFill>
              <a:latin typeface="Abhaya Libre" panose="02000503000000000000" pitchFamily="2" charset="0"/>
              <a:cs typeface="Abhaya Libre" panose="02000503000000000000" pitchFamily="2" charset="0"/>
            </a:endParaRP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What else is important besides accurate value prediction?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17E836-E87B-9FD3-2013-EB614474129A}"/>
              </a:ext>
            </a:extLst>
          </p:cNvPr>
          <p:cNvSpPr txBox="1"/>
          <p:nvPr/>
        </p:nvSpPr>
        <p:spPr>
          <a:xfrm>
            <a:off x="4035055" y="398147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1"/>
              </a:buClr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MSE, RMSE, and similar metrics are common choices.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99A899-7498-784D-9A76-A5574EA7E5C0}"/>
              </a:ext>
            </a:extLst>
          </p:cNvPr>
          <p:cNvSpPr txBox="1"/>
          <p:nvPr/>
        </p:nvSpPr>
        <p:spPr>
          <a:xfrm>
            <a:off x="4035055" y="444734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Formula complexity—simpler formulas are generally better.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D66FD3-3701-782A-0BCF-40710A82BD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658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54"/>
          <p:cNvSpPr txBox="1">
            <a:spLocks noGrp="1"/>
          </p:cNvSpPr>
          <p:nvPr>
            <p:ph type="title"/>
          </p:nvPr>
        </p:nvSpPr>
        <p:spPr>
          <a:xfrm>
            <a:off x="747486" y="1561275"/>
            <a:ext cx="6578308" cy="7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/>
              <a:t>How to evaluate Programs Generated?</a:t>
            </a:r>
            <a:endParaRPr sz="2400" dirty="0"/>
          </a:p>
        </p:txBody>
      </p:sp>
      <p:grpSp>
        <p:nvGrpSpPr>
          <p:cNvPr id="834" name="Google Shape;834;p54"/>
          <p:cNvGrpSpPr/>
          <p:nvPr/>
        </p:nvGrpSpPr>
        <p:grpSpPr>
          <a:xfrm rot="-4218355">
            <a:off x="5956697" y="-2044912"/>
            <a:ext cx="4780599" cy="5926831"/>
            <a:chOff x="3453675" y="959025"/>
            <a:chExt cx="2670400" cy="3310675"/>
          </a:xfrm>
        </p:grpSpPr>
        <p:sp>
          <p:nvSpPr>
            <p:cNvPr id="835" name="Google Shape;835;p54"/>
            <p:cNvSpPr/>
            <p:nvPr/>
          </p:nvSpPr>
          <p:spPr>
            <a:xfrm>
              <a:off x="3453675" y="3646400"/>
              <a:ext cx="440900" cy="236925"/>
            </a:xfrm>
            <a:custGeom>
              <a:avLst/>
              <a:gdLst/>
              <a:ahLst/>
              <a:cxnLst/>
              <a:rect l="l" t="t" r="r" b="b"/>
              <a:pathLst>
                <a:path w="17636" h="9477" extrusionOk="0">
                  <a:moveTo>
                    <a:pt x="15430" y="0"/>
                  </a:moveTo>
                  <a:lnTo>
                    <a:pt x="1" y="995"/>
                  </a:lnTo>
                  <a:lnTo>
                    <a:pt x="548" y="9477"/>
                  </a:lnTo>
                  <a:lnTo>
                    <a:pt x="17636" y="8374"/>
                  </a:lnTo>
                  <a:lnTo>
                    <a:pt x="15430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54"/>
            <p:cNvSpPr/>
            <p:nvPr/>
          </p:nvSpPr>
          <p:spPr>
            <a:xfrm>
              <a:off x="4055600" y="1387050"/>
              <a:ext cx="1466525" cy="2454825"/>
            </a:xfrm>
            <a:custGeom>
              <a:avLst/>
              <a:gdLst/>
              <a:ahLst/>
              <a:cxnLst/>
              <a:rect l="l" t="t" r="r" b="b"/>
              <a:pathLst>
                <a:path w="58661" h="98193" extrusionOk="0">
                  <a:moveTo>
                    <a:pt x="56455" y="1"/>
                  </a:moveTo>
                  <a:lnTo>
                    <a:pt x="47418" y="581"/>
                  </a:lnTo>
                  <a:cubicBezTo>
                    <a:pt x="38240" y="1178"/>
                    <a:pt x="30479" y="5257"/>
                    <a:pt x="25571" y="12073"/>
                  </a:cubicBezTo>
                  <a:cubicBezTo>
                    <a:pt x="20662" y="18888"/>
                    <a:pt x="19253" y="27536"/>
                    <a:pt x="21599" y="36432"/>
                  </a:cubicBezTo>
                  <a:lnTo>
                    <a:pt x="22661" y="40486"/>
                  </a:lnTo>
                  <a:lnTo>
                    <a:pt x="23904" y="45187"/>
                  </a:lnTo>
                  <a:lnTo>
                    <a:pt x="26110" y="53561"/>
                  </a:lnTo>
                  <a:lnTo>
                    <a:pt x="28846" y="63925"/>
                  </a:lnTo>
                  <a:cubicBezTo>
                    <a:pt x="29128" y="65020"/>
                    <a:pt x="29343" y="66098"/>
                    <a:pt x="29476" y="67167"/>
                  </a:cubicBezTo>
                  <a:lnTo>
                    <a:pt x="34558" y="70832"/>
                  </a:lnTo>
                  <a:cubicBezTo>
                    <a:pt x="34583" y="70848"/>
                    <a:pt x="34608" y="70865"/>
                    <a:pt x="34633" y="70882"/>
                  </a:cubicBezTo>
                  <a:cubicBezTo>
                    <a:pt x="34683" y="70923"/>
                    <a:pt x="34724" y="70965"/>
                    <a:pt x="34766" y="71006"/>
                  </a:cubicBezTo>
                  <a:cubicBezTo>
                    <a:pt x="34873" y="71114"/>
                    <a:pt x="34956" y="71238"/>
                    <a:pt x="35023" y="71371"/>
                  </a:cubicBezTo>
                  <a:cubicBezTo>
                    <a:pt x="35064" y="71445"/>
                    <a:pt x="35089" y="71528"/>
                    <a:pt x="35114" y="71611"/>
                  </a:cubicBezTo>
                  <a:cubicBezTo>
                    <a:pt x="35155" y="71752"/>
                    <a:pt x="35180" y="71893"/>
                    <a:pt x="35180" y="72034"/>
                  </a:cubicBezTo>
                  <a:cubicBezTo>
                    <a:pt x="35180" y="72341"/>
                    <a:pt x="35089" y="72639"/>
                    <a:pt x="34898" y="72905"/>
                  </a:cubicBezTo>
                  <a:cubicBezTo>
                    <a:pt x="34607" y="73307"/>
                    <a:pt x="34150" y="73520"/>
                    <a:pt x="33688" y="73520"/>
                  </a:cubicBezTo>
                  <a:cubicBezTo>
                    <a:pt x="33389" y="73520"/>
                    <a:pt x="33086" y="73430"/>
                    <a:pt x="32826" y="73245"/>
                  </a:cubicBezTo>
                  <a:lnTo>
                    <a:pt x="29642" y="70948"/>
                  </a:lnTo>
                  <a:cubicBezTo>
                    <a:pt x="29501" y="74198"/>
                    <a:pt x="28614" y="77241"/>
                    <a:pt x="27005" y="79911"/>
                  </a:cubicBezTo>
                  <a:lnTo>
                    <a:pt x="29551" y="81743"/>
                  </a:lnTo>
                  <a:cubicBezTo>
                    <a:pt x="30214" y="82216"/>
                    <a:pt x="30371" y="83144"/>
                    <a:pt x="29890" y="83816"/>
                  </a:cubicBezTo>
                  <a:cubicBezTo>
                    <a:pt x="29600" y="84214"/>
                    <a:pt x="29144" y="84429"/>
                    <a:pt x="28680" y="84429"/>
                  </a:cubicBezTo>
                  <a:cubicBezTo>
                    <a:pt x="28382" y="84429"/>
                    <a:pt x="28075" y="84338"/>
                    <a:pt x="27818" y="84156"/>
                  </a:cubicBezTo>
                  <a:lnTo>
                    <a:pt x="25272" y="82323"/>
                  </a:lnTo>
                  <a:cubicBezTo>
                    <a:pt x="23249" y="84686"/>
                    <a:pt x="20638" y="86486"/>
                    <a:pt x="17603" y="87655"/>
                  </a:cubicBezTo>
                  <a:lnTo>
                    <a:pt x="20787" y="89951"/>
                  </a:lnTo>
                  <a:cubicBezTo>
                    <a:pt x="21458" y="90424"/>
                    <a:pt x="21608" y="91352"/>
                    <a:pt x="21127" y="92024"/>
                  </a:cubicBezTo>
                  <a:lnTo>
                    <a:pt x="20505" y="92521"/>
                  </a:lnTo>
                  <a:cubicBezTo>
                    <a:pt x="20463" y="92538"/>
                    <a:pt x="20414" y="92555"/>
                    <a:pt x="20364" y="92571"/>
                  </a:cubicBezTo>
                  <a:lnTo>
                    <a:pt x="19916" y="92638"/>
                  </a:lnTo>
                  <a:cubicBezTo>
                    <a:pt x="19618" y="92638"/>
                    <a:pt x="19311" y="92546"/>
                    <a:pt x="19054" y="92356"/>
                  </a:cubicBezTo>
                  <a:lnTo>
                    <a:pt x="13972" y="88699"/>
                  </a:lnTo>
                  <a:lnTo>
                    <a:pt x="13963" y="88699"/>
                  </a:lnTo>
                  <a:cubicBezTo>
                    <a:pt x="12910" y="88907"/>
                    <a:pt x="11816" y="89047"/>
                    <a:pt x="10697" y="89122"/>
                  </a:cubicBezTo>
                  <a:lnTo>
                    <a:pt x="1" y="89810"/>
                  </a:lnTo>
                  <a:lnTo>
                    <a:pt x="2206" y="98193"/>
                  </a:lnTo>
                  <a:lnTo>
                    <a:pt x="11244" y="97604"/>
                  </a:lnTo>
                  <a:cubicBezTo>
                    <a:pt x="20422" y="97015"/>
                    <a:pt x="28174" y="92936"/>
                    <a:pt x="33091" y="86121"/>
                  </a:cubicBezTo>
                  <a:cubicBezTo>
                    <a:pt x="37999" y="79305"/>
                    <a:pt x="39409" y="70649"/>
                    <a:pt x="37062" y="61761"/>
                  </a:cubicBezTo>
                  <a:lnTo>
                    <a:pt x="35993" y="57699"/>
                  </a:lnTo>
                  <a:lnTo>
                    <a:pt x="34757" y="53006"/>
                  </a:lnTo>
                  <a:lnTo>
                    <a:pt x="32552" y="44624"/>
                  </a:lnTo>
                  <a:lnTo>
                    <a:pt x="29816" y="34260"/>
                  </a:lnTo>
                  <a:cubicBezTo>
                    <a:pt x="29526" y="33174"/>
                    <a:pt x="29318" y="32096"/>
                    <a:pt x="29186" y="31026"/>
                  </a:cubicBezTo>
                  <a:lnTo>
                    <a:pt x="24095" y="27361"/>
                  </a:lnTo>
                  <a:cubicBezTo>
                    <a:pt x="23432" y="26881"/>
                    <a:pt x="23282" y="25952"/>
                    <a:pt x="23755" y="25280"/>
                  </a:cubicBezTo>
                  <a:cubicBezTo>
                    <a:pt x="24045" y="24882"/>
                    <a:pt x="24501" y="24667"/>
                    <a:pt x="24966" y="24667"/>
                  </a:cubicBezTo>
                  <a:cubicBezTo>
                    <a:pt x="25264" y="24667"/>
                    <a:pt x="25571" y="24758"/>
                    <a:pt x="25836" y="24949"/>
                  </a:cubicBezTo>
                  <a:lnTo>
                    <a:pt x="29020" y="27245"/>
                  </a:lnTo>
                  <a:cubicBezTo>
                    <a:pt x="29161" y="23995"/>
                    <a:pt x="30048" y="20952"/>
                    <a:pt x="31648" y="18283"/>
                  </a:cubicBezTo>
                  <a:lnTo>
                    <a:pt x="29103" y="16450"/>
                  </a:lnTo>
                  <a:cubicBezTo>
                    <a:pt x="28440" y="15969"/>
                    <a:pt x="28290" y="15041"/>
                    <a:pt x="28771" y="14378"/>
                  </a:cubicBezTo>
                  <a:lnTo>
                    <a:pt x="29385" y="13880"/>
                  </a:lnTo>
                  <a:cubicBezTo>
                    <a:pt x="29434" y="13855"/>
                    <a:pt x="29484" y="13839"/>
                    <a:pt x="29534" y="13830"/>
                  </a:cubicBezTo>
                  <a:lnTo>
                    <a:pt x="29973" y="13756"/>
                  </a:lnTo>
                  <a:cubicBezTo>
                    <a:pt x="30280" y="13756"/>
                    <a:pt x="30579" y="13847"/>
                    <a:pt x="30844" y="14038"/>
                  </a:cubicBezTo>
                  <a:lnTo>
                    <a:pt x="33389" y="15870"/>
                  </a:lnTo>
                  <a:cubicBezTo>
                    <a:pt x="35412" y="13507"/>
                    <a:pt x="38016" y="11700"/>
                    <a:pt x="41050" y="10539"/>
                  </a:cubicBezTo>
                  <a:lnTo>
                    <a:pt x="37867" y="8242"/>
                  </a:lnTo>
                  <a:cubicBezTo>
                    <a:pt x="37469" y="7952"/>
                    <a:pt x="37253" y="7496"/>
                    <a:pt x="37253" y="7032"/>
                  </a:cubicBezTo>
                  <a:cubicBezTo>
                    <a:pt x="37253" y="6733"/>
                    <a:pt x="37344" y="6426"/>
                    <a:pt x="37535" y="6169"/>
                  </a:cubicBezTo>
                  <a:cubicBezTo>
                    <a:pt x="37821" y="5763"/>
                    <a:pt x="38274" y="5548"/>
                    <a:pt x="38736" y="5548"/>
                  </a:cubicBezTo>
                  <a:cubicBezTo>
                    <a:pt x="39037" y="5548"/>
                    <a:pt x="39342" y="5639"/>
                    <a:pt x="39608" y="5829"/>
                  </a:cubicBezTo>
                  <a:lnTo>
                    <a:pt x="44690" y="9494"/>
                  </a:lnTo>
                  <a:cubicBezTo>
                    <a:pt x="45751" y="9287"/>
                    <a:pt x="46838" y="9138"/>
                    <a:pt x="47965" y="9071"/>
                  </a:cubicBezTo>
                  <a:lnTo>
                    <a:pt x="58661" y="8375"/>
                  </a:lnTo>
                  <a:lnTo>
                    <a:pt x="5645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54"/>
            <p:cNvSpPr/>
            <p:nvPr/>
          </p:nvSpPr>
          <p:spPr>
            <a:xfrm>
              <a:off x="4637650" y="2003700"/>
              <a:ext cx="147600" cy="159025"/>
            </a:xfrm>
            <a:custGeom>
              <a:avLst/>
              <a:gdLst/>
              <a:ahLst/>
              <a:cxnLst/>
              <a:rect l="l" t="t" r="r" b="b"/>
              <a:pathLst>
                <a:path w="5904" h="6361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cubicBezTo>
                    <a:pt x="5738" y="5075"/>
                    <a:pt x="5680" y="3806"/>
                    <a:pt x="5738" y="2579"/>
                  </a:cubicBez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54"/>
            <p:cNvSpPr/>
            <p:nvPr/>
          </p:nvSpPr>
          <p:spPr>
            <a:xfrm>
              <a:off x="4762850" y="1730925"/>
              <a:ext cx="127500" cy="113200"/>
            </a:xfrm>
            <a:custGeom>
              <a:avLst/>
              <a:gdLst/>
              <a:ahLst/>
              <a:cxnLst/>
              <a:rect l="l" t="t" r="r" b="b"/>
              <a:pathLst>
                <a:path w="5100" h="4528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cubicBezTo>
                    <a:pt x="3615" y="4105"/>
                    <a:pt x="3889" y="3690"/>
                    <a:pt x="4179" y="3284"/>
                  </a:cubicBezTo>
                  <a:cubicBezTo>
                    <a:pt x="4469" y="2886"/>
                    <a:pt x="4776" y="2488"/>
                    <a:pt x="5099" y="2115"/>
                  </a:cubicBez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54"/>
            <p:cNvSpPr/>
            <p:nvPr/>
          </p:nvSpPr>
          <p:spPr>
            <a:xfrm>
              <a:off x="4986925" y="1525725"/>
              <a:ext cx="185950" cy="124800"/>
            </a:xfrm>
            <a:custGeom>
              <a:avLst/>
              <a:gdLst/>
              <a:ahLst/>
              <a:cxnLst/>
              <a:rect l="l" t="t" r="r" b="b"/>
              <a:pathLst>
                <a:path w="7438" h="4992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cubicBezTo>
                    <a:pt x="4950" y="4544"/>
                    <a:pt x="6169" y="4196"/>
                    <a:pt x="7437" y="3947"/>
                  </a:cubicBez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54"/>
            <p:cNvSpPr/>
            <p:nvPr/>
          </p:nvSpPr>
          <p:spPr>
            <a:xfrm>
              <a:off x="5682950" y="1345400"/>
              <a:ext cx="441125" cy="237150"/>
            </a:xfrm>
            <a:custGeom>
              <a:avLst/>
              <a:gdLst/>
              <a:ahLst/>
              <a:cxnLst/>
              <a:rect l="l" t="t" r="r" b="b"/>
              <a:pathLst>
                <a:path w="17645" h="9486" extrusionOk="0">
                  <a:moveTo>
                    <a:pt x="17097" y="0"/>
                  </a:moveTo>
                  <a:lnTo>
                    <a:pt x="1" y="1111"/>
                  </a:lnTo>
                  <a:lnTo>
                    <a:pt x="2214" y="9485"/>
                  </a:lnTo>
                  <a:lnTo>
                    <a:pt x="17644" y="8490"/>
                  </a:lnTo>
                  <a:lnTo>
                    <a:pt x="17097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54"/>
            <p:cNvSpPr/>
            <p:nvPr/>
          </p:nvSpPr>
          <p:spPr>
            <a:xfrm>
              <a:off x="4404875" y="3578400"/>
              <a:ext cx="190925" cy="124600"/>
            </a:xfrm>
            <a:custGeom>
              <a:avLst/>
              <a:gdLst/>
              <a:ahLst/>
              <a:cxnLst/>
              <a:rect l="l" t="t" r="r" b="b"/>
              <a:pathLst>
                <a:path w="7637" h="4984" extrusionOk="0">
                  <a:moveTo>
                    <a:pt x="3632" y="1"/>
                  </a:moveTo>
                  <a:cubicBezTo>
                    <a:pt x="2480" y="440"/>
                    <a:pt x="1269" y="788"/>
                    <a:pt x="1" y="1045"/>
                  </a:cubicBezTo>
                  <a:lnTo>
                    <a:pt x="5083" y="4710"/>
                  </a:lnTo>
                  <a:cubicBezTo>
                    <a:pt x="5340" y="4892"/>
                    <a:pt x="5647" y="4984"/>
                    <a:pt x="5945" y="4984"/>
                  </a:cubicBezTo>
                  <a:lnTo>
                    <a:pt x="6393" y="4917"/>
                  </a:lnTo>
                  <a:cubicBezTo>
                    <a:pt x="6443" y="4901"/>
                    <a:pt x="6492" y="4884"/>
                    <a:pt x="6534" y="4867"/>
                  </a:cubicBezTo>
                  <a:lnTo>
                    <a:pt x="7156" y="4370"/>
                  </a:lnTo>
                  <a:cubicBezTo>
                    <a:pt x="7637" y="3707"/>
                    <a:pt x="7487" y="2778"/>
                    <a:pt x="6816" y="2297"/>
                  </a:cubicBezTo>
                  <a:lnTo>
                    <a:pt x="3632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54"/>
            <p:cNvSpPr/>
            <p:nvPr/>
          </p:nvSpPr>
          <p:spPr>
            <a:xfrm>
              <a:off x="4687400" y="3384800"/>
              <a:ext cx="127500" cy="113000"/>
            </a:xfrm>
            <a:custGeom>
              <a:avLst/>
              <a:gdLst/>
              <a:ahLst/>
              <a:cxnLst/>
              <a:rect l="l" t="t" r="r" b="b"/>
              <a:pathLst>
                <a:path w="5100" h="4520" extrusionOk="0">
                  <a:moveTo>
                    <a:pt x="1733" y="1"/>
                  </a:moveTo>
                  <a:cubicBezTo>
                    <a:pt x="1484" y="423"/>
                    <a:pt x="1211" y="838"/>
                    <a:pt x="921" y="1236"/>
                  </a:cubicBezTo>
                  <a:cubicBezTo>
                    <a:pt x="622" y="1642"/>
                    <a:pt x="315" y="2032"/>
                    <a:pt x="0" y="2413"/>
                  </a:cubicBezTo>
                  <a:lnTo>
                    <a:pt x="2546" y="4246"/>
                  </a:lnTo>
                  <a:cubicBezTo>
                    <a:pt x="2803" y="4428"/>
                    <a:pt x="3110" y="4519"/>
                    <a:pt x="3408" y="4519"/>
                  </a:cubicBezTo>
                  <a:cubicBezTo>
                    <a:pt x="3872" y="4519"/>
                    <a:pt x="4328" y="4304"/>
                    <a:pt x="4618" y="3906"/>
                  </a:cubicBezTo>
                  <a:cubicBezTo>
                    <a:pt x="5099" y="3234"/>
                    <a:pt x="4942" y="2306"/>
                    <a:pt x="4279" y="183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54"/>
            <p:cNvSpPr/>
            <p:nvPr/>
          </p:nvSpPr>
          <p:spPr>
            <a:xfrm>
              <a:off x="4792475" y="3066225"/>
              <a:ext cx="142650" cy="158850"/>
            </a:xfrm>
            <a:custGeom>
              <a:avLst/>
              <a:gdLst/>
              <a:ahLst/>
              <a:cxnLst/>
              <a:rect l="l" t="t" r="r" b="b"/>
              <a:pathLst>
                <a:path w="5706" h="6354" extrusionOk="0">
                  <a:moveTo>
                    <a:pt x="1" y="0"/>
                  </a:moveTo>
                  <a:lnTo>
                    <a:pt x="1" y="0"/>
                  </a:lnTo>
                  <a:cubicBezTo>
                    <a:pt x="167" y="1285"/>
                    <a:pt x="217" y="2546"/>
                    <a:pt x="167" y="3781"/>
                  </a:cubicBezTo>
                  <a:lnTo>
                    <a:pt x="3351" y="6078"/>
                  </a:lnTo>
                  <a:cubicBezTo>
                    <a:pt x="3611" y="6263"/>
                    <a:pt x="3914" y="6353"/>
                    <a:pt x="4213" y="6353"/>
                  </a:cubicBezTo>
                  <a:cubicBezTo>
                    <a:pt x="4675" y="6353"/>
                    <a:pt x="5132" y="6140"/>
                    <a:pt x="5423" y="5738"/>
                  </a:cubicBezTo>
                  <a:cubicBezTo>
                    <a:pt x="5614" y="5472"/>
                    <a:pt x="5705" y="5174"/>
                    <a:pt x="5705" y="4867"/>
                  </a:cubicBezTo>
                  <a:cubicBezTo>
                    <a:pt x="5705" y="4726"/>
                    <a:pt x="5680" y="4585"/>
                    <a:pt x="5639" y="4444"/>
                  </a:cubicBezTo>
                  <a:cubicBezTo>
                    <a:pt x="5614" y="4361"/>
                    <a:pt x="5589" y="4278"/>
                    <a:pt x="5548" y="4204"/>
                  </a:cubicBezTo>
                  <a:cubicBezTo>
                    <a:pt x="5481" y="4071"/>
                    <a:pt x="5398" y="3947"/>
                    <a:pt x="5291" y="3839"/>
                  </a:cubicBezTo>
                  <a:cubicBezTo>
                    <a:pt x="5249" y="3798"/>
                    <a:pt x="5208" y="3756"/>
                    <a:pt x="5158" y="3715"/>
                  </a:cubicBezTo>
                  <a:cubicBezTo>
                    <a:pt x="5133" y="3698"/>
                    <a:pt x="5108" y="3681"/>
                    <a:pt x="5083" y="36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54"/>
            <p:cNvSpPr/>
            <p:nvPr/>
          </p:nvSpPr>
          <p:spPr>
            <a:xfrm>
              <a:off x="3723150" y="2516725"/>
              <a:ext cx="985200" cy="1752975"/>
            </a:xfrm>
            <a:custGeom>
              <a:avLst/>
              <a:gdLst/>
              <a:ahLst/>
              <a:cxnLst/>
              <a:rect l="l" t="t" r="r" b="b"/>
              <a:pathLst>
                <a:path w="39408" h="70119" extrusionOk="0">
                  <a:moveTo>
                    <a:pt x="37202" y="0"/>
                  </a:moveTo>
                  <a:lnTo>
                    <a:pt x="32352" y="315"/>
                  </a:lnTo>
                  <a:lnTo>
                    <a:pt x="28165" y="581"/>
                  </a:lnTo>
                  <a:cubicBezTo>
                    <a:pt x="18987" y="1178"/>
                    <a:pt x="11226" y="5257"/>
                    <a:pt x="6318" y="12072"/>
                  </a:cubicBezTo>
                  <a:cubicBezTo>
                    <a:pt x="1410" y="18888"/>
                    <a:pt x="0" y="27535"/>
                    <a:pt x="2346" y="36432"/>
                  </a:cubicBezTo>
                  <a:lnTo>
                    <a:pt x="4651" y="45187"/>
                  </a:lnTo>
                  <a:lnTo>
                    <a:pt x="6857" y="53561"/>
                  </a:lnTo>
                  <a:lnTo>
                    <a:pt x="11226" y="70118"/>
                  </a:lnTo>
                  <a:lnTo>
                    <a:pt x="19443" y="67954"/>
                  </a:lnTo>
                  <a:lnTo>
                    <a:pt x="15504" y="53006"/>
                  </a:lnTo>
                  <a:lnTo>
                    <a:pt x="13299" y="44632"/>
                  </a:lnTo>
                  <a:lnTo>
                    <a:pt x="10563" y="34268"/>
                  </a:lnTo>
                  <a:cubicBezTo>
                    <a:pt x="10273" y="33173"/>
                    <a:pt x="10065" y="32087"/>
                    <a:pt x="9933" y="31026"/>
                  </a:cubicBezTo>
                  <a:cubicBezTo>
                    <a:pt x="9767" y="29741"/>
                    <a:pt x="9717" y="28480"/>
                    <a:pt x="9767" y="27245"/>
                  </a:cubicBezTo>
                  <a:cubicBezTo>
                    <a:pt x="9908" y="23995"/>
                    <a:pt x="10795" y="20952"/>
                    <a:pt x="12395" y="18282"/>
                  </a:cubicBezTo>
                  <a:cubicBezTo>
                    <a:pt x="12652" y="17859"/>
                    <a:pt x="12926" y="17445"/>
                    <a:pt x="13216" y="17039"/>
                  </a:cubicBezTo>
                  <a:cubicBezTo>
                    <a:pt x="13506" y="16632"/>
                    <a:pt x="13813" y="16243"/>
                    <a:pt x="14136" y="15870"/>
                  </a:cubicBezTo>
                  <a:cubicBezTo>
                    <a:pt x="16159" y="13507"/>
                    <a:pt x="18763" y="11699"/>
                    <a:pt x="21797" y="10538"/>
                  </a:cubicBezTo>
                  <a:cubicBezTo>
                    <a:pt x="22958" y="10091"/>
                    <a:pt x="24169" y="9742"/>
                    <a:pt x="25437" y="9494"/>
                  </a:cubicBezTo>
                  <a:cubicBezTo>
                    <a:pt x="26498" y="9286"/>
                    <a:pt x="27593" y="9137"/>
                    <a:pt x="28712" y="9071"/>
                  </a:cubicBezTo>
                  <a:lnTo>
                    <a:pt x="39408" y="8374"/>
                  </a:lnTo>
                  <a:lnTo>
                    <a:pt x="372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54"/>
            <p:cNvSpPr/>
            <p:nvPr/>
          </p:nvSpPr>
          <p:spPr>
            <a:xfrm>
              <a:off x="4762850" y="1730925"/>
              <a:ext cx="781675" cy="584550"/>
            </a:xfrm>
            <a:custGeom>
              <a:avLst/>
              <a:gdLst/>
              <a:ahLst/>
              <a:cxnLst/>
              <a:rect l="l" t="t" r="r" b="b"/>
              <a:pathLst>
                <a:path w="31267" h="23382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29533" y="23382"/>
                  </a:lnTo>
                  <a:cubicBezTo>
                    <a:pt x="29848" y="23000"/>
                    <a:pt x="30155" y="22611"/>
                    <a:pt x="30445" y="22204"/>
                  </a:cubicBezTo>
                  <a:cubicBezTo>
                    <a:pt x="30744" y="21806"/>
                    <a:pt x="31009" y="21392"/>
                    <a:pt x="31266" y="20969"/>
                  </a:cubicBez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54"/>
            <p:cNvSpPr/>
            <p:nvPr/>
          </p:nvSpPr>
          <p:spPr>
            <a:xfrm>
              <a:off x="4762850" y="1730925"/>
              <a:ext cx="454575" cy="348875"/>
            </a:xfrm>
            <a:custGeom>
              <a:avLst/>
              <a:gdLst/>
              <a:ahLst/>
              <a:cxnLst/>
              <a:rect l="l" t="t" r="r" b="b"/>
              <a:pathLst>
                <a:path w="18183" h="13955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54"/>
            <p:cNvSpPr/>
            <p:nvPr/>
          </p:nvSpPr>
          <p:spPr>
            <a:xfrm>
              <a:off x="4986925" y="1525725"/>
              <a:ext cx="624750" cy="505375"/>
            </a:xfrm>
            <a:custGeom>
              <a:avLst/>
              <a:gdLst/>
              <a:ahLst/>
              <a:cxnLst/>
              <a:rect l="l" t="t" r="r" b="b"/>
              <a:pathLst>
                <a:path w="24990" h="20215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lnTo>
                    <a:pt x="14369" y="12603"/>
                  </a:lnTo>
                  <a:lnTo>
                    <a:pt x="24940" y="20214"/>
                  </a:lnTo>
                  <a:cubicBezTo>
                    <a:pt x="24989" y="18979"/>
                    <a:pt x="24940" y="17719"/>
                    <a:pt x="24774" y="16434"/>
                  </a:cubicBezTo>
                  <a:lnTo>
                    <a:pt x="16110" y="10190"/>
                  </a:lnTo>
                  <a:lnTo>
                    <a:pt x="7437" y="3947"/>
                  </a:ln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54"/>
            <p:cNvSpPr/>
            <p:nvPr/>
          </p:nvSpPr>
          <p:spPr>
            <a:xfrm>
              <a:off x="5346125" y="1780475"/>
              <a:ext cx="265550" cy="250625"/>
            </a:xfrm>
            <a:custGeom>
              <a:avLst/>
              <a:gdLst/>
              <a:ahLst/>
              <a:cxnLst/>
              <a:rect l="l" t="t" r="r" b="b"/>
              <a:pathLst>
                <a:path w="10622" h="10025" extrusionOk="0">
                  <a:moveTo>
                    <a:pt x="1742" y="0"/>
                  </a:moveTo>
                  <a:lnTo>
                    <a:pt x="1" y="2413"/>
                  </a:lnTo>
                  <a:lnTo>
                    <a:pt x="10572" y="10024"/>
                  </a:lnTo>
                  <a:cubicBezTo>
                    <a:pt x="10621" y="8789"/>
                    <a:pt x="10572" y="7529"/>
                    <a:pt x="10406" y="6244"/>
                  </a:cubicBezTo>
                  <a:lnTo>
                    <a:pt x="1742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54"/>
            <p:cNvSpPr/>
            <p:nvPr/>
          </p:nvSpPr>
          <p:spPr>
            <a:xfrm>
              <a:off x="4637650" y="2003700"/>
              <a:ext cx="671800" cy="471175"/>
            </a:xfrm>
            <a:custGeom>
              <a:avLst/>
              <a:gdLst/>
              <a:ahLst/>
              <a:cxnLst/>
              <a:rect l="l" t="t" r="r" b="b"/>
              <a:pathLst>
                <a:path w="26872" h="18847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lnTo>
                    <a:pt x="14568" y="12603"/>
                  </a:lnTo>
                  <a:lnTo>
                    <a:pt x="23232" y="18847"/>
                  </a:lnTo>
                  <a:cubicBezTo>
                    <a:pt x="24501" y="18590"/>
                    <a:pt x="25720" y="18241"/>
                    <a:pt x="26872" y="17802"/>
                  </a:cubicBezTo>
                  <a:lnTo>
                    <a:pt x="16309" y="10191"/>
                  </a:lnTo>
                  <a:lnTo>
                    <a:pt x="5738" y="2579"/>
                  </a:ln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54"/>
            <p:cNvSpPr/>
            <p:nvPr/>
          </p:nvSpPr>
          <p:spPr>
            <a:xfrm>
              <a:off x="5001825" y="2258450"/>
              <a:ext cx="307625" cy="216425"/>
            </a:xfrm>
            <a:custGeom>
              <a:avLst/>
              <a:gdLst/>
              <a:ahLst/>
              <a:cxnLst/>
              <a:rect l="l" t="t" r="r" b="b"/>
              <a:pathLst>
                <a:path w="12305" h="8657" extrusionOk="0">
                  <a:moveTo>
                    <a:pt x="1742" y="1"/>
                  </a:moveTo>
                  <a:lnTo>
                    <a:pt x="1" y="2413"/>
                  </a:lnTo>
                  <a:lnTo>
                    <a:pt x="8665" y="8657"/>
                  </a:lnTo>
                  <a:cubicBezTo>
                    <a:pt x="9934" y="8400"/>
                    <a:pt x="11153" y="8051"/>
                    <a:pt x="12305" y="7612"/>
                  </a:cubicBezTo>
                  <a:lnTo>
                    <a:pt x="174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54"/>
            <p:cNvSpPr/>
            <p:nvPr/>
          </p:nvSpPr>
          <p:spPr>
            <a:xfrm>
              <a:off x="4869375" y="959025"/>
              <a:ext cx="985225" cy="1753175"/>
            </a:xfrm>
            <a:custGeom>
              <a:avLst/>
              <a:gdLst/>
              <a:ahLst/>
              <a:cxnLst/>
              <a:rect l="l" t="t" r="r" b="b"/>
              <a:pathLst>
                <a:path w="39409" h="70127" extrusionOk="0">
                  <a:moveTo>
                    <a:pt x="28182" y="1"/>
                  </a:moveTo>
                  <a:lnTo>
                    <a:pt x="19958" y="2173"/>
                  </a:lnTo>
                  <a:lnTo>
                    <a:pt x="23904" y="17122"/>
                  </a:lnTo>
                  <a:lnTo>
                    <a:pt x="26110" y="25496"/>
                  </a:lnTo>
                  <a:lnTo>
                    <a:pt x="28846" y="35860"/>
                  </a:lnTo>
                  <a:cubicBezTo>
                    <a:pt x="29128" y="36954"/>
                    <a:pt x="29343" y="38032"/>
                    <a:pt x="29476" y="39102"/>
                  </a:cubicBezTo>
                  <a:cubicBezTo>
                    <a:pt x="29642" y="40387"/>
                    <a:pt x="29691" y="41647"/>
                    <a:pt x="29642" y="42882"/>
                  </a:cubicBezTo>
                  <a:cubicBezTo>
                    <a:pt x="29501" y="46132"/>
                    <a:pt x="28614" y="49175"/>
                    <a:pt x="27005" y="51845"/>
                  </a:cubicBezTo>
                  <a:cubicBezTo>
                    <a:pt x="26748" y="52268"/>
                    <a:pt x="26483" y="52682"/>
                    <a:pt x="26184" y="53080"/>
                  </a:cubicBezTo>
                  <a:cubicBezTo>
                    <a:pt x="25894" y="53487"/>
                    <a:pt x="25587" y="53876"/>
                    <a:pt x="25272" y="54258"/>
                  </a:cubicBezTo>
                  <a:cubicBezTo>
                    <a:pt x="23249" y="56621"/>
                    <a:pt x="20638" y="58428"/>
                    <a:pt x="17603" y="59589"/>
                  </a:cubicBezTo>
                  <a:cubicBezTo>
                    <a:pt x="16451" y="60028"/>
                    <a:pt x="15232" y="60377"/>
                    <a:pt x="13963" y="60634"/>
                  </a:cubicBezTo>
                  <a:cubicBezTo>
                    <a:pt x="12910" y="60841"/>
                    <a:pt x="11816" y="60982"/>
                    <a:pt x="10696" y="61056"/>
                  </a:cubicBezTo>
                  <a:lnTo>
                    <a:pt x="1" y="61745"/>
                  </a:lnTo>
                  <a:lnTo>
                    <a:pt x="2206" y="70127"/>
                  </a:lnTo>
                  <a:lnTo>
                    <a:pt x="7057" y="69812"/>
                  </a:lnTo>
                  <a:lnTo>
                    <a:pt x="11244" y="69538"/>
                  </a:lnTo>
                  <a:cubicBezTo>
                    <a:pt x="20422" y="68950"/>
                    <a:pt x="28174" y="64870"/>
                    <a:pt x="33083" y="58055"/>
                  </a:cubicBezTo>
                  <a:cubicBezTo>
                    <a:pt x="37999" y="51240"/>
                    <a:pt x="39409" y="42584"/>
                    <a:pt x="37062" y="33696"/>
                  </a:cubicBezTo>
                  <a:lnTo>
                    <a:pt x="34757" y="24940"/>
                  </a:lnTo>
                  <a:lnTo>
                    <a:pt x="32544" y="16558"/>
                  </a:lnTo>
                  <a:lnTo>
                    <a:pt x="281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54"/>
            <p:cNvSpPr/>
            <p:nvPr/>
          </p:nvSpPr>
          <p:spPr>
            <a:xfrm>
              <a:off x="4033025" y="2913450"/>
              <a:ext cx="781875" cy="584350"/>
            </a:xfrm>
            <a:custGeom>
              <a:avLst/>
              <a:gdLst/>
              <a:ahLst/>
              <a:cxnLst/>
              <a:rect l="l" t="t" r="r" b="b"/>
              <a:pathLst>
                <a:path w="31275" h="23374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26175" y="21267"/>
                  </a:lnTo>
                  <a:lnTo>
                    <a:pt x="28721" y="23100"/>
                  </a:lnTo>
                  <a:cubicBezTo>
                    <a:pt x="28978" y="23282"/>
                    <a:pt x="29285" y="23373"/>
                    <a:pt x="29583" y="23373"/>
                  </a:cubicBezTo>
                  <a:cubicBezTo>
                    <a:pt x="30047" y="23373"/>
                    <a:pt x="30503" y="23158"/>
                    <a:pt x="30793" y="22760"/>
                  </a:cubicBezTo>
                  <a:cubicBezTo>
                    <a:pt x="31274" y="22088"/>
                    <a:pt x="31117" y="21160"/>
                    <a:pt x="30454" y="20687"/>
                  </a:cubicBezTo>
                  <a:lnTo>
                    <a:pt x="27908" y="18855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54"/>
            <p:cNvSpPr/>
            <p:nvPr/>
          </p:nvSpPr>
          <p:spPr>
            <a:xfrm>
              <a:off x="4033025" y="2913450"/>
              <a:ext cx="370625" cy="296025"/>
            </a:xfrm>
            <a:custGeom>
              <a:avLst/>
              <a:gdLst/>
              <a:ahLst/>
              <a:cxnLst/>
              <a:rect l="l" t="t" r="r" b="b"/>
              <a:pathLst>
                <a:path w="14825" h="11841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54"/>
            <p:cNvSpPr/>
            <p:nvPr/>
          </p:nvSpPr>
          <p:spPr>
            <a:xfrm>
              <a:off x="4268075" y="2754050"/>
              <a:ext cx="667050" cy="471025"/>
            </a:xfrm>
            <a:custGeom>
              <a:avLst/>
              <a:gdLst/>
              <a:ahLst/>
              <a:cxnLst/>
              <a:rect l="l" t="t" r="r" b="b"/>
              <a:pathLst>
                <a:path w="26682" h="18841" extrusionOk="0">
                  <a:moveTo>
                    <a:pt x="3640" y="1"/>
                  </a:moveTo>
                  <a:cubicBezTo>
                    <a:pt x="2372" y="249"/>
                    <a:pt x="1161" y="598"/>
                    <a:pt x="0" y="1045"/>
                  </a:cubicBezTo>
                  <a:lnTo>
                    <a:pt x="10572" y="8657"/>
                  </a:lnTo>
                  <a:lnTo>
                    <a:pt x="21143" y="16268"/>
                  </a:lnTo>
                  <a:lnTo>
                    <a:pt x="24327" y="18565"/>
                  </a:lnTo>
                  <a:cubicBezTo>
                    <a:pt x="24587" y="18750"/>
                    <a:pt x="24890" y="18840"/>
                    <a:pt x="25189" y="18840"/>
                  </a:cubicBezTo>
                  <a:cubicBezTo>
                    <a:pt x="25651" y="18840"/>
                    <a:pt x="26108" y="18627"/>
                    <a:pt x="26399" y="18225"/>
                  </a:cubicBezTo>
                  <a:cubicBezTo>
                    <a:pt x="26590" y="17959"/>
                    <a:pt x="26681" y="17661"/>
                    <a:pt x="26681" y="17354"/>
                  </a:cubicBezTo>
                  <a:cubicBezTo>
                    <a:pt x="26681" y="17213"/>
                    <a:pt x="26656" y="17072"/>
                    <a:pt x="26615" y="16931"/>
                  </a:cubicBezTo>
                  <a:cubicBezTo>
                    <a:pt x="26590" y="16848"/>
                    <a:pt x="26565" y="16765"/>
                    <a:pt x="26524" y="16691"/>
                  </a:cubicBezTo>
                  <a:cubicBezTo>
                    <a:pt x="26457" y="16558"/>
                    <a:pt x="26374" y="16434"/>
                    <a:pt x="26267" y="16326"/>
                  </a:cubicBezTo>
                  <a:cubicBezTo>
                    <a:pt x="26225" y="16285"/>
                    <a:pt x="26184" y="16243"/>
                    <a:pt x="26134" y="16202"/>
                  </a:cubicBezTo>
                  <a:cubicBezTo>
                    <a:pt x="26109" y="16185"/>
                    <a:pt x="26084" y="16168"/>
                    <a:pt x="26059" y="16152"/>
                  </a:cubicBezTo>
                  <a:lnTo>
                    <a:pt x="20977" y="12487"/>
                  </a:lnTo>
                  <a:lnTo>
                    <a:pt x="12313" y="6244"/>
                  </a:lnTo>
                  <a:lnTo>
                    <a:pt x="364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54"/>
            <p:cNvSpPr/>
            <p:nvPr/>
          </p:nvSpPr>
          <p:spPr>
            <a:xfrm>
              <a:off x="4532350" y="2910125"/>
              <a:ext cx="402775" cy="314950"/>
            </a:xfrm>
            <a:custGeom>
              <a:avLst/>
              <a:gdLst/>
              <a:ahLst/>
              <a:cxnLst/>
              <a:rect l="l" t="t" r="r" b="b"/>
              <a:pathLst>
                <a:path w="16111" h="12598" extrusionOk="0">
                  <a:moveTo>
                    <a:pt x="1742" y="1"/>
                  </a:moveTo>
                  <a:lnTo>
                    <a:pt x="1" y="2414"/>
                  </a:lnTo>
                  <a:lnTo>
                    <a:pt x="10572" y="10025"/>
                  </a:lnTo>
                  <a:lnTo>
                    <a:pt x="13756" y="12322"/>
                  </a:lnTo>
                  <a:cubicBezTo>
                    <a:pt x="14016" y="12507"/>
                    <a:pt x="14319" y="12597"/>
                    <a:pt x="14618" y="12597"/>
                  </a:cubicBezTo>
                  <a:cubicBezTo>
                    <a:pt x="15080" y="12597"/>
                    <a:pt x="15537" y="12384"/>
                    <a:pt x="15828" y="11982"/>
                  </a:cubicBezTo>
                  <a:cubicBezTo>
                    <a:pt x="16019" y="11716"/>
                    <a:pt x="16110" y="11418"/>
                    <a:pt x="16110" y="11111"/>
                  </a:cubicBezTo>
                  <a:cubicBezTo>
                    <a:pt x="16110" y="10970"/>
                    <a:pt x="16085" y="10829"/>
                    <a:pt x="16044" y="10688"/>
                  </a:cubicBezTo>
                  <a:cubicBezTo>
                    <a:pt x="16019" y="10605"/>
                    <a:pt x="15994" y="10522"/>
                    <a:pt x="15953" y="10448"/>
                  </a:cubicBezTo>
                  <a:cubicBezTo>
                    <a:pt x="15886" y="10315"/>
                    <a:pt x="15803" y="10191"/>
                    <a:pt x="15696" y="10083"/>
                  </a:cubicBezTo>
                  <a:cubicBezTo>
                    <a:pt x="15654" y="10042"/>
                    <a:pt x="15613" y="10000"/>
                    <a:pt x="15563" y="9959"/>
                  </a:cubicBezTo>
                  <a:cubicBezTo>
                    <a:pt x="15538" y="9942"/>
                    <a:pt x="15513" y="9925"/>
                    <a:pt x="15488" y="9909"/>
                  </a:cubicBezTo>
                  <a:lnTo>
                    <a:pt x="10406" y="624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54"/>
            <p:cNvSpPr/>
            <p:nvPr/>
          </p:nvSpPr>
          <p:spPr>
            <a:xfrm>
              <a:off x="3966075" y="3197850"/>
              <a:ext cx="629725" cy="505150"/>
            </a:xfrm>
            <a:custGeom>
              <a:avLst/>
              <a:gdLst/>
              <a:ahLst/>
              <a:cxnLst/>
              <a:rect l="l" t="t" r="r" b="b"/>
              <a:pathLst>
                <a:path w="25189" h="20206" extrusionOk="0">
                  <a:moveTo>
                    <a:pt x="50" y="0"/>
                  </a:moveTo>
                  <a:lnTo>
                    <a:pt x="50" y="0"/>
                  </a:lnTo>
                  <a:cubicBezTo>
                    <a:pt x="0" y="1235"/>
                    <a:pt x="50" y="2496"/>
                    <a:pt x="216" y="3781"/>
                  </a:cubicBezTo>
                  <a:lnTo>
                    <a:pt x="8880" y="10024"/>
                  </a:lnTo>
                  <a:lnTo>
                    <a:pt x="17544" y="16267"/>
                  </a:lnTo>
                  <a:lnTo>
                    <a:pt x="17553" y="16267"/>
                  </a:lnTo>
                  <a:lnTo>
                    <a:pt x="22635" y="19932"/>
                  </a:lnTo>
                  <a:cubicBezTo>
                    <a:pt x="22892" y="20114"/>
                    <a:pt x="23199" y="20206"/>
                    <a:pt x="23497" y="20206"/>
                  </a:cubicBezTo>
                  <a:lnTo>
                    <a:pt x="23945" y="20139"/>
                  </a:lnTo>
                  <a:cubicBezTo>
                    <a:pt x="23995" y="20123"/>
                    <a:pt x="24044" y="20106"/>
                    <a:pt x="24086" y="20089"/>
                  </a:cubicBezTo>
                  <a:lnTo>
                    <a:pt x="24708" y="19592"/>
                  </a:lnTo>
                  <a:cubicBezTo>
                    <a:pt x="25189" y="18929"/>
                    <a:pt x="25039" y="18000"/>
                    <a:pt x="24368" y="17519"/>
                  </a:cubicBezTo>
                  <a:lnTo>
                    <a:pt x="21184" y="15223"/>
                  </a:lnTo>
                  <a:lnTo>
                    <a:pt x="10621" y="76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54"/>
            <p:cNvSpPr/>
            <p:nvPr/>
          </p:nvSpPr>
          <p:spPr>
            <a:xfrm>
              <a:off x="4188075" y="3388125"/>
              <a:ext cx="407725" cy="314875"/>
            </a:xfrm>
            <a:custGeom>
              <a:avLst/>
              <a:gdLst/>
              <a:ahLst/>
              <a:cxnLst/>
              <a:rect l="l" t="t" r="r" b="b"/>
              <a:pathLst>
                <a:path w="16309" h="12595" extrusionOk="0">
                  <a:moveTo>
                    <a:pt x="1741" y="0"/>
                  </a:moveTo>
                  <a:lnTo>
                    <a:pt x="0" y="2413"/>
                  </a:lnTo>
                  <a:lnTo>
                    <a:pt x="8664" y="8656"/>
                  </a:lnTo>
                  <a:lnTo>
                    <a:pt x="8673" y="8656"/>
                  </a:lnTo>
                  <a:lnTo>
                    <a:pt x="13755" y="12321"/>
                  </a:lnTo>
                  <a:cubicBezTo>
                    <a:pt x="14012" y="12503"/>
                    <a:pt x="14319" y="12595"/>
                    <a:pt x="14617" y="12595"/>
                  </a:cubicBezTo>
                  <a:lnTo>
                    <a:pt x="15065" y="12528"/>
                  </a:lnTo>
                  <a:cubicBezTo>
                    <a:pt x="15115" y="12512"/>
                    <a:pt x="15164" y="12495"/>
                    <a:pt x="15206" y="12478"/>
                  </a:cubicBezTo>
                  <a:lnTo>
                    <a:pt x="15828" y="11981"/>
                  </a:lnTo>
                  <a:cubicBezTo>
                    <a:pt x="16309" y="11318"/>
                    <a:pt x="16159" y="10389"/>
                    <a:pt x="15488" y="9908"/>
                  </a:cubicBezTo>
                  <a:lnTo>
                    <a:pt x="12304" y="7612"/>
                  </a:lnTo>
                  <a:lnTo>
                    <a:pt x="174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8" name="Google Shape;858;p54"/>
          <p:cNvGrpSpPr/>
          <p:nvPr/>
        </p:nvGrpSpPr>
        <p:grpSpPr>
          <a:xfrm>
            <a:off x="6635688" y="3862571"/>
            <a:ext cx="613379" cy="610156"/>
            <a:chOff x="4705338" y="292646"/>
            <a:chExt cx="613379" cy="610156"/>
          </a:xfrm>
        </p:grpSpPr>
        <p:sp>
          <p:nvSpPr>
            <p:cNvPr id="859" name="Google Shape;859;p54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54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9895;p104"/>
          <p:cNvSpPr/>
          <p:nvPr/>
        </p:nvSpPr>
        <p:spPr>
          <a:xfrm>
            <a:off x="3404385" y="113874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10836" h="10708" extrusionOk="0">
                <a:moveTo>
                  <a:pt x="7677" y="328"/>
                </a:moveTo>
                <a:cubicBezTo>
                  <a:pt x="7821" y="328"/>
                  <a:pt x="7960" y="378"/>
                  <a:pt x="8061" y="480"/>
                </a:cubicBezTo>
                <a:lnTo>
                  <a:pt x="10288" y="2706"/>
                </a:lnTo>
                <a:cubicBezTo>
                  <a:pt x="10502" y="2897"/>
                  <a:pt x="10490" y="3278"/>
                  <a:pt x="10252" y="3516"/>
                </a:cubicBezTo>
                <a:cubicBezTo>
                  <a:pt x="10125" y="3643"/>
                  <a:pt x="9961" y="3709"/>
                  <a:pt x="9802" y="3709"/>
                </a:cubicBezTo>
                <a:cubicBezTo>
                  <a:pt x="9661" y="3709"/>
                  <a:pt x="9524" y="3657"/>
                  <a:pt x="9418" y="3552"/>
                </a:cubicBezTo>
                <a:lnTo>
                  <a:pt x="8264" y="2385"/>
                </a:lnTo>
                <a:cubicBezTo>
                  <a:pt x="8234" y="2355"/>
                  <a:pt x="8195" y="2340"/>
                  <a:pt x="8156" y="2340"/>
                </a:cubicBezTo>
                <a:cubicBezTo>
                  <a:pt x="8118" y="2340"/>
                  <a:pt x="8079" y="2355"/>
                  <a:pt x="8049" y="2385"/>
                </a:cubicBezTo>
                <a:cubicBezTo>
                  <a:pt x="7990" y="2444"/>
                  <a:pt x="7990" y="2540"/>
                  <a:pt x="8049" y="2599"/>
                </a:cubicBezTo>
                <a:lnTo>
                  <a:pt x="8930" y="3480"/>
                </a:lnTo>
                <a:lnTo>
                  <a:pt x="7811" y="4587"/>
                </a:lnTo>
                <a:cubicBezTo>
                  <a:pt x="7549" y="4861"/>
                  <a:pt x="7382" y="5207"/>
                  <a:pt x="7335" y="5564"/>
                </a:cubicBezTo>
                <a:cubicBezTo>
                  <a:pt x="7287" y="5921"/>
                  <a:pt x="7371" y="6290"/>
                  <a:pt x="7561" y="6588"/>
                </a:cubicBezTo>
                <a:cubicBezTo>
                  <a:pt x="7930" y="7171"/>
                  <a:pt x="7859" y="7838"/>
                  <a:pt x="7728" y="8028"/>
                </a:cubicBezTo>
                <a:cubicBezTo>
                  <a:pt x="7644" y="8016"/>
                  <a:pt x="7406" y="7897"/>
                  <a:pt x="6751" y="7350"/>
                </a:cubicBezTo>
                <a:cubicBezTo>
                  <a:pt x="6335" y="6993"/>
                  <a:pt x="5835" y="6528"/>
                  <a:pt x="5311" y="6004"/>
                </a:cubicBezTo>
                <a:lnTo>
                  <a:pt x="5204" y="5897"/>
                </a:lnTo>
                <a:lnTo>
                  <a:pt x="5180" y="5873"/>
                </a:lnTo>
                <a:cubicBezTo>
                  <a:pt x="5085" y="5778"/>
                  <a:pt x="4977" y="5695"/>
                  <a:pt x="4894" y="5588"/>
                </a:cubicBezTo>
                <a:lnTo>
                  <a:pt x="4846" y="5540"/>
                </a:lnTo>
                <a:lnTo>
                  <a:pt x="4739" y="5445"/>
                </a:lnTo>
                <a:cubicBezTo>
                  <a:pt x="4239" y="4921"/>
                  <a:pt x="3763" y="4409"/>
                  <a:pt x="3406" y="3992"/>
                </a:cubicBezTo>
                <a:cubicBezTo>
                  <a:pt x="2858" y="3337"/>
                  <a:pt x="2751" y="3099"/>
                  <a:pt x="2715" y="3028"/>
                </a:cubicBezTo>
                <a:cubicBezTo>
                  <a:pt x="2805" y="2970"/>
                  <a:pt x="2986" y="2926"/>
                  <a:pt x="3210" y="2926"/>
                </a:cubicBezTo>
                <a:cubicBezTo>
                  <a:pt x="3492" y="2926"/>
                  <a:pt x="3843" y="2995"/>
                  <a:pt x="4168" y="3194"/>
                </a:cubicBezTo>
                <a:cubicBezTo>
                  <a:pt x="4416" y="3353"/>
                  <a:pt x="4715" y="3430"/>
                  <a:pt x="5014" y="3430"/>
                </a:cubicBezTo>
                <a:cubicBezTo>
                  <a:pt x="5073" y="3430"/>
                  <a:pt x="5133" y="3427"/>
                  <a:pt x="5192" y="3421"/>
                </a:cubicBezTo>
                <a:cubicBezTo>
                  <a:pt x="5549" y="3373"/>
                  <a:pt x="5894" y="3194"/>
                  <a:pt x="6156" y="2944"/>
                </a:cubicBezTo>
                <a:lnTo>
                  <a:pt x="7275" y="1825"/>
                </a:lnTo>
                <a:lnTo>
                  <a:pt x="7359" y="1909"/>
                </a:lnTo>
                <a:cubicBezTo>
                  <a:pt x="7394" y="1938"/>
                  <a:pt x="7433" y="1953"/>
                  <a:pt x="7470" y="1953"/>
                </a:cubicBezTo>
                <a:cubicBezTo>
                  <a:pt x="7507" y="1953"/>
                  <a:pt x="7543" y="1938"/>
                  <a:pt x="7573" y="1909"/>
                </a:cubicBezTo>
                <a:cubicBezTo>
                  <a:pt x="7633" y="1849"/>
                  <a:pt x="7633" y="1766"/>
                  <a:pt x="7573" y="1706"/>
                </a:cubicBezTo>
                <a:lnTo>
                  <a:pt x="7204" y="1337"/>
                </a:lnTo>
                <a:lnTo>
                  <a:pt x="7192" y="1313"/>
                </a:lnTo>
                <a:cubicBezTo>
                  <a:pt x="7025" y="1123"/>
                  <a:pt x="7013" y="837"/>
                  <a:pt x="7144" y="635"/>
                </a:cubicBezTo>
                <a:cubicBezTo>
                  <a:pt x="7168" y="587"/>
                  <a:pt x="7204" y="539"/>
                  <a:pt x="7228" y="516"/>
                </a:cubicBezTo>
                <a:cubicBezTo>
                  <a:pt x="7353" y="390"/>
                  <a:pt x="7518" y="328"/>
                  <a:pt x="7677" y="328"/>
                </a:cubicBezTo>
                <a:close/>
                <a:moveTo>
                  <a:pt x="7667" y="0"/>
                </a:moveTo>
                <a:cubicBezTo>
                  <a:pt x="7428" y="0"/>
                  <a:pt x="7186" y="93"/>
                  <a:pt x="7001" y="277"/>
                </a:cubicBezTo>
                <a:cubicBezTo>
                  <a:pt x="6644" y="635"/>
                  <a:pt x="6632" y="1194"/>
                  <a:pt x="6978" y="1539"/>
                </a:cubicBezTo>
                <a:lnTo>
                  <a:pt x="7037" y="1599"/>
                </a:lnTo>
                <a:lnTo>
                  <a:pt x="5918" y="2718"/>
                </a:lnTo>
                <a:cubicBezTo>
                  <a:pt x="5651" y="2985"/>
                  <a:pt x="5292" y="3125"/>
                  <a:pt x="4942" y="3125"/>
                </a:cubicBezTo>
                <a:cubicBezTo>
                  <a:pt x="4715" y="3125"/>
                  <a:pt x="4491" y="3066"/>
                  <a:pt x="4299" y="2944"/>
                </a:cubicBezTo>
                <a:cubicBezTo>
                  <a:pt x="3965" y="2730"/>
                  <a:pt x="3596" y="2623"/>
                  <a:pt x="3215" y="2623"/>
                </a:cubicBezTo>
                <a:cubicBezTo>
                  <a:pt x="2882" y="2623"/>
                  <a:pt x="2584" y="2706"/>
                  <a:pt x="2453" y="2849"/>
                </a:cubicBezTo>
                <a:cubicBezTo>
                  <a:pt x="2322" y="2980"/>
                  <a:pt x="2418" y="3194"/>
                  <a:pt x="2525" y="3385"/>
                </a:cubicBezTo>
                <a:cubicBezTo>
                  <a:pt x="2632" y="3564"/>
                  <a:pt x="2810" y="3802"/>
                  <a:pt x="3049" y="4087"/>
                </a:cubicBezTo>
                <a:cubicBezTo>
                  <a:pt x="3394" y="4504"/>
                  <a:pt x="3846" y="5004"/>
                  <a:pt x="4370" y="5540"/>
                </a:cubicBezTo>
                <a:lnTo>
                  <a:pt x="3180" y="6731"/>
                </a:lnTo>
                <a:cubicBezTo>
                  <a:pt x="2763" y="7147"/>
                  <a:pt x="2346" y="7600"/>
                  <a:pt x="1965" y="8064"/>
                </a:cubicBezTo>
                <a:lnTo>
                  <a:pt x="84" y="10291"/>
                </a:lnTo>
                <a:cubicBezTo>
                  <a:pt x="1" y="10398"/>
                  <a:pt x="1" y="10541"/>
                  <a:pt x="84" y="10636"/>
                </a:cubicBezTo>
                <a:cubicBezTo>
                  <a:pt x="132" y="10683"/>
                  <a:pt x="191" y="10707"/>
                  <a:pt x="251" y="10707"/>
                </a:cubicBezTo>
                <a:cubicBezTo>
                  <a:pt x="310" y="10707"/>
                  <a:pt x="370" y="10683"/>
                  <a:pt x="429" y="10636"/>
                </a:cubicBezTo>
                <a:lnTo>
                  <a:pt x="2572" y="8850"/>
                </a:lnTo>
                <a:cubicBezTo>
                  <a:pt x="2632" y="8790"/>
                  <a:pt x="2644" y="8695"/>
                  <a:pt x="2584" y="8636"/>
                </a:cubicBezTo>
                <a:cubicBezTo>
                  <a:pt x="2552" y="8603"/>
                  <a:pt x="2512" y="8585"/>
                  <a:pt x="2472" y="8585"/>
                </a:cubicBezTo>
                <a:cubicBezTo>
                  <a:pt x="2440" y="8585"/>
                  <a:pt x="2409" y="8597"/>
                  <a:pt x="2382" y="8624"/>
                </a:cubicBezTo>
                <a:lnTo>
                  <a:pt x="739" y="9993"/>
                </a:lnTo>
                <a:lnTo>
                  <a:pt x="2191" y="8266"/>
                </a:lnTo>
                <a:cubicBezTo>
                  <a:pt x="2560" y="7826"/>
                  <a:pt x="2965" y="7374"/>
                  <a:pt x="3382" y="6957"/>
                </a:cubicBezTo>
                <a:lnTo>
                  <a:pt x="4573" y="5766"/>
                </a:lnTo>
                <a:lnTo>
                  <a:pt x="4585" y="5778"/>
                </a:lnTo>
                <a:lnTo>
                  <a:pt x="4763" y="5957"/>
                </a:lnTo>
                <a:lnTo>
                  <a:pt x="4942" y="6135"/>
                </a:lnTo>
                <a:lnTo>
                  <a:pt x="4954" y="6159"/>
                </a:lnTo>
                <a:lnTo>
                  <a:pt x="3763" y="7350"/>
                </a:lnTo>
                <a:cubicBezTo>
                  <a:pt x="3537" y="7564"/>
                  <a:pt x="3299" y="7790"/>
                  <a:pt x="3084" y="8005"/>
                </a:cubicBezTo>
                <a:cubicBezTo>
                  <a:pt x="3025" y="8064"/>
                  <a:pt x="3025" y="8147"/>
                  <a:pt x="3061" y="8207"/>
                </a:cubicBezTo>
                <a:cubicBezTo>
                  <a:pt x="3092" y="8238"/>
                  <a:pt x="3133" y="8253"/>
                  <a:pt x="3174" y="8253"/>
                </a:cubicBezTo>
                <a:cubicBezTo>
                  <a:pt x="3211" y="8253"/>
                  <a:pt x="3247" y="8241"/>
                  <a:pt x="3275" y="8219"/>
                </a:cubicBezTo>
                <a:cubicBezTo>
                  <a:pt x="3513" y="8005"/>
                  <a:pt x="3751" y="7778"/>
                  <a:pt x="3977" y="7552"/>
                </a:cubicBezTo>
                <a:lnTo>
                  <a:pt x="5168" y="6361"/>
                </a:lnTo>
                <a:cubicBezTo>
                  <a:pt x="5704" y="6885"/>
                  <a:pt x="6204" y="7350"/>
                  <a:pt x="6620" y="7683"/>
                </a:cubicBezTo>
                <a:cubicBezTo>
                  <a:pt x="6906" y="7921"/>
                  <a:pt x="7144" y="8088"/>
                  <a:pt x="7323" y="8207"/>
                </a:cubicBezTo>
                <a:cubicBezTo>
                  <a:pt x="7442" y="8278"/>
                  <a:pt x="7573" y="8362"/>
                  <a:pt x="7692" y="8362"/>
                </a:cubicBezTo>
                <a:cubicBezTo>
                  <a:pt x="7752" y="8362"/>
                  <a:pt x="7811" y="8338"/>
                  <a:pt x="7859" y="8302"/>
                </a:cubicBezTo>
                <a:cubicBezTo>
                  <a:pt x="7990" y="8159"/>
                  <a:pt x="8073" y="7862"/>
                  <a:pt x="8073" y="7540"/>
                </a:cubicBezTo>
                <a:cubicBezTo>
                  <a:pt x="8073" y="7171"/>
                  <a:pt x="7954" y="6778"/>
                  <a:pt x="7763" y="6457"/>
                </a:cubicBezTo>
                <a:cubicBezTo>
                  <a:pt x="7454" y="5957"/>
                  <a:pt x="7549" y="5278"/>
                  <a:pt x="7990" y="4826"/>
                </a:cubicBezTo>
                <a:lnTo>
                  <a:pt x="9109" y="3718"/>
                </a:lnTo>
                <a:lnTo>
                  <a:pt x="9168" y="3778"/>
                </a:lnTo>
                <a:lnTo>
                  <a:pt x="9192" y="3802"/>
                </a:lnTo>
                <a:lnTo>
                  <a:pt x="9216" y="3814"/>
                </a:lnTo>
                <a:cubicBezTo>
                  <a:pt x="9216" y="3814"/>
                  <a:pt x="9228" y="3837"/>
                  <a:pt x="9240" y="3837"/>
                </a:cubicBezTo>
                <a:cubicBezTo>
                  <a:pt x="9240" y="3837"/>
                  <a:pt x="9252" y="3837"/>
                  <a:pt x="9252" y="3849"/>
                </a:cubicBezTo>
                <a:lnTo>
                  <a:pt x="9264" y="3861"/>
                </a:lnTo>
                <a:cubicBezTo>
                  <a:pt x="9264" y="3861"/>
                  <a:pt x="9287" y="3861"/>
                  <a:pt x="9287" y="3873"/>
                </a:cubicBezTo>
                <a:lnTo>
                  <a:pt x="9299" y="3897"/>
                </a:lnTo>
                <a:cubicBezTo>
                  <a:pt x="9299" y="3897"/>
                  <a:pt x="9311" y="3897"/>
                  <a:pt x="9311" y="3909"/>
                </a:cubicBezTo>
                <a:lnTo>
                  <a:pt x="9323" y="3921"/>
                </a:lnTo>
                <a:cubicBezTo>
                  <a:pt x="9323" y="3921"/>
                  <a:pt x="9347" y="3921"/>
                  <a:pt x="9347" y="3933"/>
                </a:cubicBezTo>
                <a:lnTo>
                  <a:pt x="9359" y="3956"/>
                </a:lnTo>
                <a:cubicBezTo>
                  <a:pt x="9359" y="3956"/>
                  <a:pt x="9371" y="3956"/>
                  <a:pt x="9371" y="3968"/>
                </a:cubicBezTo>
                <a:cubicBezTo>
                  <a:pt x="9371" y="3968"/>
                  <a:pt x="9383" y="3968"/>
                  <a:pt x="9383" y="3980"/>
                </a:cubicBezTo>
                <a:cubicBezTo>
                  <a:pt x="9383" y="3980"/>
                  <a:pt x="9407" y="3980"/>
                  <a:pt x="9407" y="3992"/>
                </a:cubicBezTo>
                <a:cubicBezTo>
                  <a:pt x="9407" y="3992"/>
                  <a:pt x="9418" y="3992"/>
                  <a:pt x="9418" y="4016"/>
                </a:cubicBezTo>
                <a:lnTo>
                  <a:pt x="9430" y="4016"/>
                </a:lnTo>
                <a:cubicBezTo>
                  <a:pt x="9430" y="4016"/>
                  <a:pt x="9442" y="4016"/>
                  <a:pt x="9442" y="4028"/>
                </a:cubicBezTo>
                <a:lnTo>
                  <a:pt x="9942" y="4028"/>
                </a:lnTo>
                <a:cubicBezTo>
                  <a:pt x="9954" y="4028"/>
                  <a:pt x="9954" y="4028"/>
                  <a:pt x="9966" y="4016"/>
                </a:cubicBezTo>
                <a:lnTo>
                  <a:pt x="9978" y="4016"/>
                </a:lnTo>
                <a:cubicBezTo>
                  <a:pt x="10002" y="4016"/>
                  <a:pt x="10002" y="4016"/>
                  <a:pt x="10014" y="3992"/>
                </a:cubicBezTo>
                <a:lnTo>
                  <a:pt x="10026" y="3992"/>
                </a:lnTo>
                <a:cubicBezTo>
                  <a:pt x="10038" y="3992"/>
                  <a:pt x="10038" y="3992"/>
                  <a:pt x="10061" y="3980"/>
                </a:cubicBezTo>
                <a:cubicBezTo>
                  <a:pt x="10061" y="3980"/>
                  <a:pt x="10073" y="3980"/>
                  <a:pt x="10073" y="3968"/>
                </a:cubicBezTo>
                <a:cubicBezTo>
                  <a:pt x="10085" y="3968"/>
                  <a:pt x="10085" y="3956"/>
                  <a:pt x="10097" y="3956"/>
                </a:cubicBezTo>
                <a:cubicBezTo>
                  <a:pt x="10097" y="3956"/>
                  <a:pt x="10121" y="3956"/>
                  <a:pt x="10121" y="3933"/>
                </a:cubicBezTo>
                <a:cubicBezTo>
                  <a:pt x="10133" y="3933"/>
                  <a:pt x="10133" y="3921"/>
                  <a:pt x="10145" y="3921"/>
                </a:cubicBezTo>
                <a:cubicBezTo>
                  <a:pt x="10145" y="3921"/>
                  <a:pt x="10157" y="3921"/>
                  <a:pt x="10157" y="3909"/>
                </a:cubicBezTo>
                <a:cubicBezTo>
                  <a:pt x="10180" y="3909"/>
                  <a:pt x="10180" y="3897"/>
                  <a:pt x="10192" y="3897"/>
                </a:cubicBezTo>
                <a:cubicBezTo>
                  <a:pt x="10192" y="3897"/>
                  <a:pt x="10204" y="3897"/>
                  <a:pt x="10204" y="3873"/>
                </a:cubicBezTo>
                <a:cubicBezTo>
                  <a:pt x="10216" y="3873"/>
                  <a:pt x="10216" y="3861"/>
                  <a:pt x="10240" y="3861"/>
                </a:cubicBezTo>
                <a:cubicBezTo>
                  <a:pt x="10240" y="3861"/>
                  <a:pt x="10252" y="3861"/>
                  <a:pt x="10252" y="3849"/>
                </a:cubicBezTo>
                <a:cubicBezTo>
                  <a:pt x="10264" y="3849"/>
                  <a:pt x="10264" y="3837"/>
                  <a:pt x="10276" y="3837"/>
                </a:cubicBezTo>
                <a:cubicBezTo>
                  <a:pt x="10276" y="3837"/>
                  <a:pt x="10300" y="3837"/>
                  <a:pt x="10300" y="3814"/>
                </a:cubicBezTo>
                <a:cubicBezTo>
                  <a:pt x="10311" y="3814"/>
                  <a:pt x="10311" y="3802"/>
                  <a:pt x="10323" y="3802"/>
                </a:cubicBezTo>
                <a:cubicBezTo>
                  <a:pt x="10323" y="3802"/>
                  <a:pt x="10335" y="3802"/>
                  <a:pt x="10335" y="3790"/>
                </a:cubicBezTo>
                <a:cubicBezTo>
                  <a:pt x="10359" y="3778"/>
                  <a:pt x="10371" y="3778"/>
                  <a:pt x="10371" y="3754"/>
                </a:cubicBezTo>
                <a:cubicBezTo>
                  <a:pt x="10823" y="3373"/>
                  <a:pt x="10835" y="2802"/>
                  <a:pt x="10490" y="2468"/>
                </a:cubicBezTo>
                <a:lnTo>
                  <a:pt x="8275" y="242"/>
                </a:lnTo>
                <a:cubicBezTo>
                  <a:pt x="8109" y="81"/>
                  <a:pt x="7889" y="0"/>
                  <a:pt x="7667" y="0"/>
                </a:cubicBez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57AB7F-F4BB-B92B-B8D3-0E8714AFD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008601"/>
              </p:ext>
            </p:extLst>
          </p:nvPr>
        </p:nvGraphicFramePr>
        <p:xfrm>
          <a:off x="1015460" y="2318953"/>
          <a:ext cx="6257938" cy="1219200"/>
        </p:xfrm>
        <a:graphic>
          <a:graphicData uri="http://schemas.openxmlformats.org/drawingml/2006/table">
            <a:tbl>
              <a:tblPr>
                <a:tableStyleId>{6A9BB4DD-7DBC-41CF-8C53-D7E3B3F673E1}</a:tableStyleId>
              </a:tblPr>
              <a:tblGrid>
                <a:gridCol w="2326380">
                  <a:extLst>
                    <a:ext uri="{9D8B030D-6E8A-4147-A177-3AD203B41FA5}">
                      <a16:colId xmlns:a16="http://schemas.microsoft.com/office/drawing/2014/main" val="2320368378"/>
                    </a:ext>
                  </a:extLst>
                </a:gridCol>
                <a:gridCol w="3931558">
                  <a:extLst>
                    <a:ext uri="{9D8B030D-6E8A-4147-A177-3AD203B41FA5}">
                      <a16:colId xmlns:a16="http://schemas.microsoft.com/office/drawing/2014/main" val="55232014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Evaluation Criterion</a:t>
                      </a:r>
                      <a:endParaRPr lang="en-US" sz="1400" dirty="0">
                        <a:solidFill>
                          <a:schemeClr val="tx1"/>
                        </a:solidFill>
                        <a:latin typeface="Abhaya Libre" panose="02000503000000000000" pitchFamily="2" charset="0"/>
                        <a:cs typeface="Abhaya Libre" panose="02000503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Purpose</a:t>
                      </a:r>
                      <a:endParaRPr lang="en-US" sz="1400" dirty="0">
                        <a:solidFill>
                          <a:schemeClr val="tx1"/>
                        </a:solidFill>
                        <a:latin typeface="Abhaya Libre" panose="02000503000000000000" pitchFamily="2" charset="0"/>
                        <a:cs typeface="Abhaya Libre" panose="02000503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098192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Fitness/Error Metrics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Measure predictive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691911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Test/Validation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Ensure generalization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942926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Model Complexity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  <a:latin typeface="Abhaya Libre" panose="02000503000000000000" pitchFamily="2" charset="0"/>
                          <a:cs typeface="Abhaya Libre" panose="02000503000000000000" pitchFamily="2" charset="0"/>
                        </a:rPr>
                        <a:t>Control overfitting and improve interpretability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098223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6A5949-EEE8-9176-5449-B9E12DE7F4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0" name="Google Shape;800;p53"/>
          <p:cNvGrpSpPr/>
          <p:nvPr/>
        </p:nvGrpSpPr>
        <p:grpSpPr>
          <a:xfrm rot="-4218355">
            <a:off x="-1409018" y="1311880"/>
            <a:ext cx="4780599" cy="5926831"/>
            <a:chOff x="3453675" y="959025"/>
            <a:chExt cx="2670400" cy="3310675"/>
          </a:xfrm>
        </p:grpSpPr>
        <p:sp>
          <p:nvSpPr>
            <p:cNvPr id="801" name="Google Shape;801;p53"/>
            <p:cNvSpPr/>
            <p:nvPr/>
          </p:nvSpPr>
          <p:spPr>
            <a:xfrm>
              <a:off x="3453675" y="3646400"/>
              <a:ext cx="440900" cy="236925"/>
            </a:xfrm>
            <a:custGeom>
              <a:avLst/>
              <a:gdLst/>
              <a:ahLst/>
              <a:cxnLst/>
              <a:rect l="l" t="t" r="r" b="b"/>
              <a:pathLst>
                <a:path w="17636" h="9477" extrusionOk="0">
                  <a:moveTo>
                    <a:pt x="15430" y="0"/>
                  </a:moveTo>
                  <a:lnTo>
                    <a:pt x="1" y="995"/>
                  </a:lnTo>
                  <a:lnTo>
                    <a:pt x="548" y="9477"/>
                  </a:lnTo>
                  <a:lnTo>
                    <a:pt x="17636" y="8374"/>
                  </a:lnTo>
                  <a:lnTo>
                    <a:pt x="15430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53"/>
            <p:cNvSpPr/>
            <p:nvPr/>
          </p:nvSpPr>
          <p:spPr>
            <a:xfrm>
              <a:off x="4055600" y="1387050"/>
              <a:ext cx="1466525" cy="2454825"/>
            </a:xfrm>
            <a:custGeom>
              <a:avLst/>
              <a:gdLst/>
              <a:ahLst/>
              <a:cxnLst/>
              <a:rect l="l" t="t" r="r" b="b"/>
              <a:pathLst>
                <a:path w="58661" h="98193" extrusionOk="0">
                  <a:moveTo>
                    <a:pt x="56455" y="1"/>
                  </a:moveTo>
                  <a:lnTo>
                    <a:pt x="47418" y="581"/>
                  </a:lnTo>
                  <a:cubicBezTo>
                    <a:pt x="38240" y="1178"/>
                    <a:pt x="30479" y="5257"/>
                    <a:pt x="25571" y="12073"/>
                  </a:cubicBezTo>
                  <a:cubicBezTo>
                    <a:pt x="20662" y="18888"/>
                    <a:pt x="19253" y="27536"/>
                    <a:pt x="21599" y="36432"/>
                  </a:cubicBezTo>
                  <a:lnTo>
                    <a:pt x="22661" y="40486"/>
                  </a:lnTo>
                  <a:lnTo>
                    <a:pt x="23904" y="45187"/>
                  </a:lnTo>
                  <a:lnTo>
                    <a:pt x="26110" y="53561"/>
                  </a:lnTo>
                  <a:lnTo>
                    <a:pt x="28846" y="63925"/>
                  </a:lnTo>
                  <a:cubicBezTo>
                    <a:pt x="29128" y="65020"/>
                    <a:pt x="29343" y="66098"/>
                    <a:pt x="29476" y="67167"/>
                  </a:cubicBezTo>
                  <a:lnTo>
                    <a:pt x="34558" y="70832"/>
                  </a:lnTo>
                  <a:cubicBezTo>
                    <a:pt x="34583" y="70848"/>
                    <a:pt x="34608" y="70865"/>
                    <a:pt x="34633" y="70882"/>
                  </a:cubicBezTo>
                  <a:cubicBezTo>
                    <a:pt x="34683" y="70923"/>
                    <a:pt x="34724" y="70965"/>
                    <a:pt x="34766" y="71006"/>
                  </a:cubicBezTo>
                  <a:cubicBezTo>
                    <a:pt x="34873" y="71114"/>
                    <a:pt x="34956" y="71238"/>
                    <a:pt x="35023" y="71371"/>
                  </a:cubicBezTo>
                  <a:cubicBezTo>
                    <a:pt x="35064" y="71445"/>
                    <a:pt x="35089" y="71528"/>
                    <a:pt x="35114" y="71611"/>
                  </a:cubicBezTo>
                  <a:cubicBezTo>
                    <a:pt x="35155" y="71752"/>
                    <a:pt x="35180" y="71893"/>
                    <a:pt x="35180" y="72034"/>
                  </a:cubicBezTo>
                  <a:cubicBezTo>
                    <a:pt x="35180" y="72341"/>
                    <a:pt x="35089" y="72639"/>
                    <a:pt x="34898" y="72905"/>
                  </a:cubicBezTo>
                  <a:cubicBezTo>
                    <a:pt x="34607" y="73307"/>
                    <a:pt x="34150" y="73520"/>
                    <a:pt x="33688" y="73520"/>
                  </a:cubicBezTo>
                  <a:cubicBezTo>
                    <a:pt x="33389" y="73520"/>
                    <a:pt x="33086" y="73430"/>
                    <a:pt x="32826" y="73245"/>
                  </a:cubicBezTo>
                  <a:lnTo>
                    <a:pt x="29642" y="70948"/>
                  </a:lnTo>
                  <a:cubicBezTo>
                    <a:pt x="29501" y="74198"/>
                    <a:pt x="28614" y="77241"/>
                    <a:pt x="27005" y="79911"/>
                  </a:cubicBezTo>
                  <a:lnTo>
                    <a:pt x="29551" y="81743"/>
                  </a:lnTo>
                  <a:cubicBezTo>
                    <a:pt x="30214" y="82216"/>
                    <a:pt x="30371" y="83144"/>
                    <a:pt x="29890" y="83816"/>
                  </a:cubicBezTo>
                  <a:cubicBezTo>
                    <a:pt x="29600" y="84214"/>
                    <a:pt x="29144" y="84429"/>
                    <a:pt x="28680" y="84429"/>
                  </a:cubicBezTo>
                  <a:cubicBezTo>
                    <a:pt x="28382" y="84429"/>
                    <a:pt x="28075" y="84338"/>
                    <a:pt x="27818" y="84156"/>
                  </a:cubicBezTo>
                  <a:lnTo>
                    <a:pt x="25272" y="82323"/>
                  </a:lnTo>
                  <a:cubicBezTo>
                    <a:pt x="23249" y="84686"/>
                    <a:pt x="20638" y="86486"/>
                    <a:pt x="17603" y="87655"/>
                  </a:cubicBezTo>
                  <a:lnTo>
                    <a:pt x="20787" y="89951"/>
                  </a:lnTo>
                  <a:cubicBezTo>
                    <a:pt x="21458" y="90424"/>
                    <a:pt x="21608" y="91352"/>
                    <a:pt x="21127" y="92024"/>
                  </a:cubicBezTo>
                  <a:lnTo>
                    <a:pt x="20505" y="92521"/>
                  </a:lnTo>
                  <a:cubicBezTo>
                    <a:pt x="20463" y="92538"/>
                    <a:pt x="20414" y="92555"/>
                    <a:pt x="20364" y="92571"/>
                  </a:cubicBezTo>
                  <a:lnTo>
                    <a:pt x="19916" y="92638"/>
                  </a:lnTo>
                  <a:cubicBezTo>
                    <a:pt x="19618" y="92638"/>
                    <a:pt x="19311" y="92546"/>
                    <a:pt x="19054" y="92356"/>
                  </a:cubicBezTo>
                  <a:lnTo>
                    <a:pt x="13972" y="88699"/>
                  </a:lnTo>
                  <a:lnTo>
                    <a:pt x="13963" y="88699"/>
                  </a:lnTo>
                  <a:cubicBezTo>
                    <a:pt x="12910" y="88907"/>
                    <a:pt x="11816" y="89047"/>
                    <a:pt x="10697" y="89122"/>
                  </a:cubicBezTo>
                  <a:lnTo>
                    <a:pt x="1" y="89810"/>
                  </a:lnTo>
                  <a:lnTo>
                    <a:pt x="2206" y="98193"/>
                  </a:lnTo>
                  <a:lnTo>
                    <a:pt x="11244" y="97604"/>
                  </a:lnTo>
                  <a:cubicBezTo>
                    <a:pt x="20422" y="97015"/>
                    <a:pt x="28174" y="92936"/>
                    <a:pt x="33091" y="86121"/>
                  </a:cubicBezTo>
                  <a:cubicBezTo>
                    <a:pt x="37999" y="79305"/>
                    <a:pt x="39409" y="70649"/>
                    <a:pt x="37062" y="61761"/>
                  </a:cubicBezTo>
                  <a:lnTo>
                    <a:pt x="35993" y="57699"/>
                  </a:lnTo>
                  <a:lnTo>
                    <a:pt x="34757" y="53006"/>
                  </a:lnTo>
                  <a:lnTo>
                    <a:pt x="32552" y="44624"/>
                  </a:lnTo>
                  <a:lnTo>
                    <a:pt x="29816" y="34260"/>
                  </a:lnTo>
                  <a:cubicBezTo>
                    <a:pt x="29526" y="33174"/>
                    <a:pt x="29318" y="32096"/>
                    <a:pt x="29186" y="31026"/>
                  </a:cubicBezTo>
                  <a:lnTo>
                    <a:pt x="24095" y="27361"/>
                  </a:lnTo>
                  <a:cubicBezTo>
                    <a:pt x="23432" y="26881"/>
                    <a:pt x="23282" y="25952"/>
                    <a:pt x="23755" y="25280"/>
                  </a:cubicBezTo>
                  <a:cubicBezTo>
                    <a:pt x="24045" y="24882"/>
                    <a:pt x="24501" y="24667"/>
                    <a:pt x="24966" y="24667"/>
                  </a:cubicBezTo>
                  <a:cubicBezTo>
                    <a:pt x="25264" y="24667"/>
                    <a:pt x="25571" y="24758"/>
                    <a:pt x="25836" y="24949"/>
                  </a:cubicBezTo>
                  <a:lnTo>
                    <a:pt x="29020" y="27245"/>
                  </a:lnTo>
                  <a:cubicBezTo>
                    <a:pt x="29161" y="23995"/>
                    <a:pt x="30048" y="20952"/>
                    <a:pt x="31648" y="18283"/>
                  </a:cubicBezTo>
                  <a:lnTo>
                    <a:pt x="29103" y="16450"/>
                  </a:lnTo>
                  <a:cubicBezTo>
                    <a:pt x="28440" y="15969"/>
                    <a:pt x="28290" y="15041"/>
                    <a:pt x="28771" y="14378"/>
                  </a:cubicBezTo>
                  <a:lnTo>
                    <a:pt x="29385" y="13880"/>
                  </a:lnTo>
                  <a:cubicBezTo>
                    <a:pt x="29434" y="13855"/>
                    <a:pt x="29484" y="13839"/>
                    <a:pt x="29534" y="13830"/>
                  </a:cubicBezTo>
                  <a:lnTo>
                    <a:pt x="29973" y="13756"/>
                  </a:lnTo>
                  <a:cubicBezTo>
                    <a:pt x="30280" y="13756"/>
                    <a:pt x="30579" y="13847"/>
                    <a:pt x="30844" y="14038"/>
                  </a:cubicBezTo>
                  <a:lnTo>
                    <a:pt x="33389" y="15870"/>
                  </a:lnTo>
                  <a:cubicBezTo>
                    <a:pt x="35412" y="13507"/>
                    <a:pt x="38016" y="11700"/>
                    <a:pt x="41050" y="10539"/>
                  </a:cubicBezTo>
                  <a:lnTo>
                    <a:pt x="37867" y="8242"/>
                  </a:lnTo>
                  <a:cubicBezTo>
                    <a:pt x="37469" y="7952"/>
                    <a:pt x="37253" y="7496"/>
                    <a:pt x="37253" y="7032"/>
                  </a:cubicBezTo>
                  <a:cubicBezTo>
                    <a:pt x="37253" y="6733"/>
                    <a:pt x="37344" y="6426"/>
                    <a:pt x="37535" y="6169"/>
                  </a:cubicBezTo>
                  <a:cubicBezTo>
                    <a:pt x="37821" y="5763"/>
                    <a:pt x="38274" y="5548"/>
                    <a:pt x="38736" y="5548"/>
                  </a:cubicBezTo>
                  <a:cubicBezTo>
                    <a:pt x="39037" y="5548"/>
                    <a:pt x="39342" y="5639"/>
                    <a:pt x="39608" y="5829"/>
                  </a:cubicBezTo>
                  <a:lnTo>
                    <a:pt x="44690" y="9494"/>
                  </a:lnTo>
                  <a:cubicBezTo>
                    <a:pt x="45751" y="9287"/>
                    <a:pt x="46838" y="9138"/>
                    <a:pt x="47965" y="9071"/>
                  </a:cubicBezTo>
                  <a:lnTo>
                    <a:pt x="58661" y="8375"/>
                  </a:lnTo>
                  <a:lnTo>
                    <a:pt x="5645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53"/>
            <p:cNvSpPr/>
            <p:nvPr/>
          </p:nvSpPr>
          <p:spPr>
            <a:xfrm>
              <a:off x="4637650" y="2003700"/>
              <a:ext cx="147600" cy="159025"/>
            </a:xfrm>
            <a:custGeom>
              <a:avLst/>
              <a:gdLst/>
              <a:ahLst/>
              <a:cxnLst/>
              <a:rect l="l" t="t" r="r" b="b"/>
              <a:pathLst>
                <a:path w="5904" h="6361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cubicBezTo>
                    <a:pt x="5738" y="5075"/>
                    <a:pt x="5680" y="3806"/>
                    <a:pt x="5738" y="2579"/>
                  </a:cubicBez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53"/>
            <p:cNvSpPr/>
            <p:nvPr/>
          </p:nvSpPr>
          <p:spPr>
            <a:xfrm>
              <a:off x="4762850" y="1730925"/>
              <a:ext cx="127500" cy="113200"/>
            </a:xfrm>
            <a:custGeom>
              <a:avLst/>
              <a:gdLst/>
              <a:ahLst/>
              <a:cxnLst/>
              <a:rect l="l" t="t" r="r" b="b"/>
              <a:pathLst>
                <a:path w="5100" h="4528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cubicBezTo>
                    <a:pt x="3615" y="4105"/>
                    <a:pt x="3889" y="3690"/>
                    <a:pt x="4179" y="3284"/>
                  </a:cubicBezTo>
                  <a:cubicBezTo>
                    <a:pt x="4469" y="2886"/>
                    <a:pt x="4776" y="2488"/>
                    <a:pt x="5099" y="2115"/>
                  </a:cubicBez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53"/>
            <p:cNvSpPr/>
            <p:nvPr/>
          </p:nvSpPr>
          <p:spPr>
            <a:xfrm>
              <a:off x="4986925" y="1525725"/>
              <a:ext cx="185950" cy="124800"/>
            </a:xfrm>
            <a:custGeom>
              <a:avLst/>
              <a:gdLst/>
              <a:ahLst/>
              <a:cxnLst/>
              <a:rect l="l" t="t" r="r" b="b"/>
              <a:pathLst>
                <a:path w="7438" h="4992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cubicBezTo>
                    <a:pt x="4950" y="4544"/>
                    <a:pt x="6169" y="4196"/>
                    <a:pt x="7437" y="3947"/>
                  </a:cubicBez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53"/>
            <p:cNvSpPr/>
            <p:nvPr/>
          </p:nvSpPr>
          <p:spPr>
            <a:xfrm>
              <a:off x="5682950" y="1345400"/>
              <a:ext cx="441125" cy="237150"/>
            </a:xfrm>
            <a:custGeom>
              <a:avLst/>
              <a:gdLst/>
              <a:ahLst/>
              <a:cxnLst/>
              <a:rect l="l" t="t" r="r" b="b"/>
              <a:pathLst>
                <a:path w="17645" h="9486" extrusionOk="0">
                  <a:moveTo>
                    <a:pt x="17097" y="0"/>
                  </a:moveTo>
                  <a:lnTo>
                    <a:pt x="1" y="1111"/>
                  </a:lnTo>
                  <a:lnTo>
                    <a:pt x="2214" y="9485"/>
                  </a:lnTo>
                  <a:lnTo>
                    <a:pt x="17644" y="8490"/>
                  </a:lnTo>
                  <a:lnTo>
                    <a:pt x="17097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53"/>
            <p:cNvSpPr/>
            <p:nvPr/>
          </p:nvSpPr>
          <p:spPr>
            <a:xfrm>
              <a:off x="4404875" y="3578400"/>
              <a:ext cx="190925" cy="124600"/>
            </a:xfrm>
            <a:custGeom>
              <a:avLst/>
              <a:gdLst/>
              <a:ahLst/>
              <a:cxnLst/>
              <a:rect l="l" t="t" r="r" b="b"/>
              <a:pathLst>
                <a:path w="7637" h="4984" extrusionOk="0">
                  <a:moveTo>
                    <a:pt x="3632" y="1"/>
                  </a:moveTo>
                  <a:cubicBezTo>
                    <a:pt x="2480" y="440"/>
                    <a:pt x="1269" y="788"/>
                    <a:pt x="1" y="1045"/>
                  </a:cubicBezTo>
                  <a:lnTo>
                    <a:pt x="5083" y="4710"/>
                  </a:lnTo>
                  <a:cubicBezTo>
                    <a:pt x="5340" y="4892"/>
                    <a:pt x="5647" y="4984"/>
                    <a:pt x="5945" y="4984"/>
                  </a:cubicBezTo>
                  <a:lnTo>
                    <a:pt x="6393" y="4917"/>
                  </a:lnTo>
                  <a:cubicBezTo>
                    <a:pt x="6443" y="4901"/>
                    <a:pt x="6492" y="4884"/>
                    <a:pt x="6534" y="4867"/>
                  </a:cubicBezTo>
                  <a:lnTo>
                    <a:pt x="7156" y="4370"/>
                  </a:lnTo>
                  <a:cubicBezTo>
                    <a:pt x="7637" y="3707"/>
                    <a:pt x="7487" y="2778"/>
                    <a:pt x="6816" y="2297"/>
                  </a:cubicBezTo>
                  <a:lnTo>
                    <a:pt x="3632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53"/>
            <p:cNvSpPr/>
            <p:nvPr/>
          </p:nvSpPr>
          <p:spPr>
            <a:xfrm>
              <a:off x="4687400" y="3384800"/>
              <a:ext cx="127500" cy="113000"/>
            </a:xfrm>
            <a:custGeom>
              <a:avLst/>
              <a:gdLst/>
              <a:ahLst/>
              <a:cxnLst/>
              <a:rect l="l" t="t" r="r" b="b"/>
              <a:pathLst>
                <a:path w="5100" h="4520" extrusionOk="0">
                  <a:moveTo>
                    <a:pt x="1733" y="1"/>
                  </a:moveTo>
                  <a:cubicBezTo>
                    <a:pt x="1484" y="423"/>
                    <a:pt x="1211" y="838"/>
                    <a:pt x="921" y="1236"/>
                  </a:cubicBezTo>
                  <a:cubicBezTo>
                    <a:pt x="622" y="1642"/>
                    <a:pt x="315" y="2032"/>
                    <a:pt x="0" y="2413"/>
                  </a:cubicBezTo>
                  <a:lnTo>
                    <a:pt x="2546" y="4246"/>
                  </a:lnTo>
                  <a:cubicBezTo>
                    <a:pt x="2803" y="4428"/>
                    <a:pt x="3110" y="4519"/>
                    <a:pt x="3408" y="4519"/>
                  </a:cubicBezTo>
                  <a:cubicBezTo>
                    <a:pt x="3872" y="4519"/>
                    <a:pt x="4328" y="4304"/>
                    <a:pt x="4618" y="3906"/>
                  </a:cubicBezTo>
                  <a:cubicBezTo>
                    <a:pt x="5099" y="3234"/>
                    <a:pt x="4942" y="2306"/>
                    <a:pt x="4279" y="183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53"/>
            <p:cNvSpPr/>
            <p:nvPr/>
          </p:nvSpPr>
          <p:spPr>
            <a:xfrm>
              <a:off x="4792475" y="3066225"/>
              <a:ext cx="142650" cy="158850"/>
            </a:xfrm>
            <a:custGeom>
              <a:avLst/>
              <a:gdLst/>
              <a:ahLst/>
              <a:cxnLst/>
              <a:rect l="l" t="t" r="r" b="b"/>
              <a:pathLst>
                <a:path w="5706" h="6354" extrusionOk="0">
                  <a:moveTo>
                    <a:pt x="1" y="0"/>
                  </a:moveTo>
                  <a:lnTo>
                    <a:pt x="1" y="0"/>
                  </a:lnTo>
                  <a:cubicBezTo>
                    <a:pt x="167" y="1285"/>
                    <a:pt x="217" y="2546"/>
                    <a:pt x="167" y="3781"/>
                  </a:cubicBezTo>
                  <a:lnTo>
                    <a:pt x="3351" y="6078"/>
                  </a:lnTo>
                  <a:cubicBezTo>
                    <a:pt x="3611" y="6263"/>
                    <a:pt x="3914" y="6353"/>
                    <a:pt x="4213" y="6353"/>
                  </a:cubicBezTo>
                  <a:cubicBezTo>
                    <a:pt x="4675" y="6353"/>
                    <a:pt x="5132" y="6140"/>
                    <a:pt x="5423" y="5738"/>
                  </a:cubicBezTo>
                  <a:cubicBezTo>
                    <a:pt x="5614" y="5472"/>
                    <a:pt x="5705" y="5174"/>
                    <a:pt x="5705" y="4867"/>
                  </a:cubicBezTo>
                  <a:cubicBezTo>
                    <a:pt x="5705" y="4726"/>
                    <a:pt x="5680" y="4585"/>
                    <a:pt x="5639" y="4444"/>
                  </a:cubicBezTo>
                  <a:cubicBezTo>
                    <a:pt x="5614" y="4361"/>
                    <a:pt x="5589" y="4278"/>
                    <a:pt x="5548" y="4204"/>
                  </a:cubicBezTo>
                  <a:cubicBezTo>
                    <a:pt x="5481" y="4071"/>
                    <a:pt x="5398" y="3947"/>
                    <a:pt x="5291" y="3839"/>
                  </a:cubicBezTo>
                  <a:cubicBezTo>
                    <a:pt x="5249" y="3798"/>
                    <a:pt x="5208" y="3756"/>
                    <a:pt x="5158" y="3715"/>
                  </a:cubicBezTo>
                  <a:cubicBezTo>
                    <a:pt x="5133" y="3698"/>
                    <a:pt x="5108" y="3681"/>
                    <a:pt x="5083" y="36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53"/>
            <p:cNvSpPr/>
            <p:nvPr/>
          </p:nvSpPr>
          <p:spPr>
            <a:xfrm>
              <a:off x="3723150" y="2516725"/>
              <a:ext cx="985200" cy="1752975"/>
            </a:xfrm>
            <a:custGeom>
              <a:avLst/>
              <a:gdLst/>
              <a:ahLst/>
              <a:cxnLst/>
              <a:rect l="l" t="t" r="r" b="b"/>
              <a:pathLst>
                <a:path w="39408" h="70119" extrusionOk="0">
                  <a:moveTo>
                    <a:pt x="37202" y="0"/>
                  </a:moveTo>
                  <a:lnTo>
                    <a:pt x="32352" y="315"/>
                  </a:lnTo>
                  <a:lnTo>
                    <a:pt x="28165" y="581"/>
                  </a:lnTo>
                  <a:cubicBezTo>
                    <a:pt x="18987" y="1178"/>
                    <a:pt x="11226" y="5257"/>
                    <a:pt x="6318" y="12072"/>
                  </a:cubicBezTo>
                  <a:cubicBezTo>
                    <a:pt x="1410" y="18888"/>
                    <a:pt x="0" y="27535"/>
                    <a:pt x="2346" y="36432"/>
                  </a:cubicBezTo>
                  <a:lnTo>
                    <a:pt x="4651" y="45187"/>
                  </a:lnTo>
                  <a:lnTo>
                    <a:pt x="6857" y="53561"/>
                  </a:lnTo>
                  <a:lnTo>
                    <a:pt x="11226" y="70118"/>
                  </a:lnTo>
                  <a:lnTo>
                    <a:pt x="19443" y="67954"/>
                  </a:lnTo>
                  <a:lnTo>
                    <a:pt x="15504" y="53006"/>
                  </a:lnTo>
                  <a:lnTo>
                    <a:pt x="13299" y="44632"/>
                  </a:lnTo>
                  <a:lnTo>
                    <a:pt x="10563" y="34268"/>
                  </a:lnTo>
                  <a:cubicBezTo>
                    <a:pt x="10273" y="33173"/>
                    <a:pt x="10065" y="32087"/>
                    <a:pt x="9933" y="31026"/>
                  </a:cubicBezTo>
                  <a:cubicBezTo>
                    <a:pt x="9767" y="29741"/>
                    <a:pt x="9717" y="28480"/>
                    <a:pt x="9767" y="27245"/>
                  </a:cubicBezTo>
                  <a:cubicBezTo>
                    <a:pt x="9908" y="23995"/>
                    <a:pt x="10795" y="20952"/>
                    <a:pt x="12395" y="18282"/>
                  </a:cubicBezTo>
                  <a:cubicBezTo>
                    <a:pt x="12652" y="17859"/>
                    <a:pt x="12926" y="17445"/>
                    <a:pt x="13216" y="17039"/>
                  </a:cubicBezTo>
                  <a:cubicBezTo>
                    <a:pt x="13506" y="16632"/>
                    <a:pt x="13813" y="16243"/>
                    <a:pt x="14136" y="15870"/>
                  </a:cubicBezTo>
                  <a:cubicBezTo>
                    <a:pt x="16159" y="13507"/>
                    <a:pt x="18763" y="11699"/>
                    <a:pt x="21797" y="10538"/>
                  </a:cubicBezTo>
                  <a:cubicBezTo>
                    <a:pt x="22958" y="10091"/>
                    <a:pt x="24169" y="9742"/>
                    <a:pt x="25437" y="9494"/>
                  </a:cubicBezTo>
                  <a:cubicBezTo>
                    <a:pt x="26498" y="9286"/>
                    <a:pt x="27593" y="9137"/>
                    <a:pt x="28712" y="9071"/>
                  </a:cubicBezTo>
                  <a:lnTo>
                    <a:pt x="39408" y="8374"/>
                  </a:lnTo>
                  <a:lnTo>
                    <a:pt x="372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53"/>
            <p:cNvSpPr/>
            <p:nvPr/>
          </p:nvSpPr>
          <p:spPr>
            <a:xfrm>
              <a:off x="4762850" y="1730925"/>
              <a:ext cx="781675" cy="584550"/>
            </a:xfrm>
            <a:custGeom>
              <a:avLst/>
              <a:gdLst/>
              <a:ahLst/>
              <a:cxnLst/>
              <a:rect l="l" t="t" r="r" b="b"/>
              <a:pathLst>
                <a:path w="31267" h="23382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29533" y="23382"/>
                  </a:lnTo>
                  <a:cubicBezTo>
                    <a:pt x="29848" y="23000"/>
                    <a:pt x="30155" y="22611"/>
                    <a:pt x="30445" y="22204"/>
                  </a:cubicBezTo>
                  <a:cubicBezTo>
                    <a:pt x="30744" y="21806"/>
                    <a:pt x="31009" y="21392"/>
                    <a:pt x="31266" y="20969"/>
                  </a:cubicBez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53"/>
            <p:cNvSpPr/>
            <p:nvPr/>
          </p:nvSpPr>
          <p:spPr>
            <a:xfrm>
              <a:off x="4762850" y="1730925"/>
              <a:ext cx="454575" cy="348875"/>
            </a:xfrm>
            <a:custGeom>
              <a:avLst/>
              <a:gdLst/>
              <a:ahLst/>
              <a:cxnLst/>
              <a:rect l="l" t="t" r="r" b="b"/>
              <a:pathLst>
                <a:path w="18183" h="13955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53"/>
            <p:cNvSpPr/>
            <p:nvPr/>
          </p:nvSpPr>
          <p:spPr>
            <a:xfrm>
              <a:off x="4986925" y="1525725"/>
              <a:ext cx="624750" cy="505375"/>
            </a:xfrm>
            <a:custGeom>
              <a:avLst/>
              <a:gdLst/>
              <a:ahLst/>
              <a:cxnLst/>
              <a:rect l="l" t="t" r="r" b="b"/>
              <a:pathLst>
                <a:path w="24990" h="20215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lnTo>
                    <a:pt x="14369" y="12603"/>
                  </a:lnTo>
                  <a:lnTo>
                    <a:pt x="24940" y="20214"/>
                  </a:lnTo>
                  <a:cubicBezTo>
                    <a:pt x="24989" y="18979"/>
                    <a:pt x="24940" y="17719"/>
                    <a:pt x="24774" y="16434"/>
                  </a:cubicBezTo>
                  <a:lnTo>
                    <a:pt x="16110" y="10190"/>
                  </a:lnTo>
                  <a:lnTo>
                    <a:pt x="7437" y="3947"/>
                  </a:ln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53"/>
            <p:cNvSpPr/>
            <p:nvPr/>
          </p:nvSpPr>
          <p:spPr>
            <a:xfrm>
              <a:off x="5346125" y="1780475"/>
              <a:ext cx="265550" cy="250625"/>
            </a:xfrm>
            <a:custGeom>
              <a:avLst/>
              <a:gdLst/>
              <a:ahLst/>
              <a:cxnLst/>
              <a:rect l="l" t="t" r="r" b="b"/>
              <a:pathLst>
                <a:path w="10622" h="10025" extrusionOk="0">
                  <a:moveTo>
                    <a:pt x="1742" y="0"/>
                  </a:moveTo>
                  <a:lnTo>
                    <a:pt x="1" y="2413"/>
                  </a:lnTo>
                  <a:lnTo>
                    <a:pt x="10572" y="10024"/>
                  </a:lnTo>
                  <a:cubicBezTo>
                    <a:pt x="10621" y="8789"/>
                    <a:pt x="10572" y="7529"/>
                    <a:pt x="10406" y="6244"/>
                  </a:cubicBezTo>
                  <a:lnTo>
                    <a:pt x="1742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53"/>
            <p:cNvSpPr/>
            <p:nvPr/>
          </p:nvSpPr>
          <p:spPr>
            <a:xfrm>
              <a:off x="4637650" y="2003700"/>
              <a:ext cx="671800" cy="471175"/>
            </a:xfrm>
            <a:custGeom>
              <a:avLst/>
              <a:gdLst/>
              <a:ahLst/>
              <a:cxnLst/>
              <a:rect l="l" t="t" r="r" b="b"/>
              <a:pathLst>
                <a:path w="26872" h="18847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lnTo>
                    <a:pt x="14568" y="12603"/>
                  </a:lnTo>
                  <a:lnTo>
                    <a:pt x="23232" y="18847"/>
                  </a:lnTo>
                  <a:cubicBezTo>
                    <a:pt x="24501" y="18590"/>
                    <a:pt x="25720" y="18241"/>
                    <a:pt x="26872" y="17802"/>
                  </a:cubicBezTo>
                  <a:lnTo>
                    <a:pt x="16309" y="10191"/>
                  </a:lnTo>
                  <a:lnTo>
                    <a:pt x="5738" y="2579"/>
                  </a:ln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53"/>
            <p:cNvSpPr/>
            <p:nvPr/>
          </p:nvSpPr>
          <p:spPr>
            <a:xfrm>
              <a:off x="5001825" y="2258450"/>
              <a:ext cx="307625" cy="216425"/>
            </a:xfrm>
            <a:custGeom>
              <a:avLst/>
              <a:gdLst/>
              <a:ahLst/>
              <a:cxnLst/>
              <a:rect l="l" t="t" r="r" b="b"/>
              <a:pathLst>
                <a:path w="12305" h="8657" extrusionOk="0">
                  <a:moveTo>
                    <a:pt x="1742" y="1"/>
                  </a:moveTo>
                  <a:lnTo>
                    <a:pt x="1" y="2413"/>
                  </a:lnTo>
                  <a:lnTo>
                    <a:pt x="8665" y="8657"/>
                  </a:lnTo>
                  <a:cubicBezTo>
                    <a:pt x="9934" y="8400"/>
                    <a:pt x="11153" y="8051"/>
                    <a:pt x="12305" y="7612"/>
                  </a:cubicBezTo>
                  <a:lnTo>
                    <a:pt x="174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53"/>
            <p:cNvSpPr/>
            <p:nvPr/>
          </p:nvSpPr>
          <p:spPr>
            <a:xfrm>
              <a:off x="4869375" y="959025"/>
              <a:ext cx="985225" cy="1753175"/>
            </a:xfrm>
            <a:custGeom>
              <a:avLst/>
              <a:gdLst/>
              <a:ahLst/>
              <a:cxnLst/>
              <a:rect l="l" t="t" r="r" b="b"/>
              <a:pathLst>
                <a:path w="39409" h="70127" extrusionOk="0">
                  <a:moveTo>
                    <a:pt x="28182" y="1"/>
                  </a:moveTo>
                  <a:lnTo>
                    <a:pt x="19958" y="2173"/>
                  </a:lnTo>
                  <a:lnTo>
                    <a:pt x="23904" y="17122"/>
                  </a:lnTo>
                  <a:lnTo>
                    <a:pt x="26110" y="25496"/>
                  </a:lnTo>
                  <a:lnTo>
                    <a:pt x="28846" y="35860"/>
                  </a:lnTo>
                  <a:cubicBezTo>
                    <a:pt x="29128" y="36954"/>
                    <a:pt x="29343" y="38032"/>
                    <a:pt x="29476" y="39102"/>
                  </a:cubicBezTo>
                  <a:cubicBezTo>
                    <a:pt x="29642" y="40387"/>
                    <a:pt x="29691" y="41647"/>
                    <a:pt x="29642" y="42882"/>
                  </a:cubicBezTo>
                  <a:cubicBezTo>
                    <a:pt x="29501" y="46132"/>
                    <a:pt x="28614" y="49175"/>
                    <a:pt x="27005" y="51845"/>
                  </a:cubicBezTo>
                  <a:cubicBezTo>
                    <a:pt x="26748" y="52268"/>
                    <a:pt x="26483" y="52682"/>
                    <a:pt x="26184" y="53080"/>
                  </a:cubicBezTo>
                  <a:cubicBezTo>
                    <a:pt x="25894" y="53487"/>
                    <a:pt x="25587" y="53876"/>
                    <a:pt x="25272" y="54258"/>
                  </a:cubicBezTo>
                  <a:cubicBezTo>
                    <a:pt x="23249" y="56621"/>
                    <a:pt x="20638" y="58428"/>
                    <a:pt x="17603" y="59589"/>
                  </a:cubicBezTo>
                  <a:cubicBezTo>
                    <a:pt x="16451" y="60028"/>
                    <a:pt x="15232" y="60377"/>
                    <a:pt x="13963" y="60634"/>
                  </a:cubicBezTo>
                  <a:cubicBezTo>
                    <a:pt x="12910" y="60841"/>
                    <a:pt x="11816" y="60982"/>
                    <a:pt x="10696" y="61056"/>
                  </a:cubicBezTo>
                  <a:lnTo>
                    <a:pt x="1" y="61745"/>
                  </a:lnTo>
                  <a:lnTo>
                    <a:pt x="2206" y="70127"/>
                  </a:lnTo>
                  <a:lnTo>
                    <a:pt x="7057" y="69812"/>
                  </a:lnTo>
                  <a:lnTo>
                    <a:pt x="11244" y="69538"/>
                  </a:lnTo>
                  <a:cubicBezTo>
                    <a:pt x="20422" y="68950"/>
                    <a:pt x="28174" y="64870"/>
                    <a:pt x="33083" y="58055"/>
                  </a:cubicBezTo>
                  <a:cubicBezTo>
                    <a:pt x="37999" y="51240"/>
                    <a:pt x="39409" y="42584"/>
                    <a:pt x="37062" y="33696"/>
                  </a:cubicBezTo>
                  <a:lnTo>
                    <a:pt x="34757" y="24940"/>
                  </a:lnTo>
                  <a:lnTo>
                    <a:pt x="32544" y="16558"/>
                  </a:lnTo>
                  <a:lnTo>
                    <a:pt x="281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53"/>
            <p:cNvSpPr/>
            <p:nvPr/>
          </p:nvSpPr>
          <p:spPr>
            <a:xfrm>
              <a:off x="4033025" y="2913450"/>
              <a:ext cx="781875" cy="584350"/>
            </a:xfrm>
            <a:custGeom>
              <a:avLst/>
              <a:gdLst/>
              <a:ahLst/>
              <a:cxnLst/>
              <a:rect l="l" t="t" r="r" b="b"/>
              <a:pathLst>
                <a:path w="31275" h="23374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26175" y="21267"/>
                  </a:lnTo>
                  <a:lnTo>
                    <a:pt x="28721" y="23100"/>
                  </a:lnTo>
                  <a:cubicBezTo>
                    <a:pt x="28978" y="23282"/>
                    <a:pt x="29285" y="23373"/>
                    <a:pt x="29583" y="23373"/>
                  </a:cubicBezTo>
                  <a:cubicBezTo>
                    <a:pt x="30047" y="23373"/>
                    <a:pt x="30503" y="23158"/>
                    <a:pt x="30793" y="22760"/>
                  </a:cubicBezTo>
                  <a:cubicBezTo>
                    <a:pt x="31274" y="22088"/>
                    <a:pt x="31117" y="21160"/>
                    <a:pt x="30454" y="20687"/>
                  </a:cubicBezTo>
                  <a:lnTo>
                    <a:pt x="27908" y="18855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53"/>
            <p:cNvSpPr/>
            <p:nvPr/>
          </p:nvSpPr>
          <p:spPr>
            <a:xfrm>
              <a:off x="4033025" y="2913450"/>
              <a:ext cx="370625" cy="296025"/>
            </a:xfrm>
            <a:custGeom>
              <a:avLst/>
              <a:gdLst/>
              <a:ahLst/>
              <a:cxnLst/>
              <a:rect l="l" t="t" r="r" b="b"/>
              <a:pathLst>
                <a:path w="14825" h="11841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53"/>
            <p:cNvSpPr/>
            <p:nvPr/>
          </p:nvSpPr>
          <p:spPr>
            <a:xfrm>
              <a:off x="4268075" y="2754050"/>
              <a:ext cx="667050" cy="471025"/>
            </a:xfrm>
            <a:custGeom>
              <a:avLst/>
              <a:gdLst/>
              <a:ahLst/>
              <a:cxnLst/>
              <a:rect l="l" t="t" r="r" b="b"/>
              <a:pathLst>
                <a:path w="26682" h="18841" extrusionOk="0">
                  <a:moveTo>
                    <a:pt x="3640" y="1"/>
                  </a:moveTo>
                  <a:cubicBezTo>
                    <a:pt x="2372" y="249"/>
                    <a:pt x="1161" y="598"/>
                    <a:pt x="0" y="1045"/>
                  </a:cubicBezTo>
                  <a:lnTo>
                    <a:pt x="10572" y="8657"/>
                  </a:lnTo>
                  <a:lnTo>
                    <a:pt x="21143" y="16268"/>
                  </a:lnTo>
                  <a:lnTo>
                    <a:pt x="24327" y="18565"/>
                  </a:lnTo>
                  <a:cubicBezTo>
                    <a:pt x="24587" y="18750"/>
                    <a:pt x="24890" y="18840"/>
                    <a:pt x="25189" y="18840"/>
                  </a:cubicBezTo>
                  <a:cubicBezTo>
                    <a:pt x="25651" y="18840"/>
                    <a:pt x="26108" y="18627"/>
                    <a:pt x="26399" y="18225"/>
                  </a:cubicBezTo>
                  <a:cubicBezTo>
                    <a:pt x="26590" y="17959"/>
                    <a:pt x="26681" y="17661"/>
                    <a:pt x="26681" y="17354"/>
                  </a:cubicBezTo>
                  <a:cubicBezTo>
                    <a:pt x="26681" y="17213"/>
                    <a:pt x="26656" y="17072"/>
                    <a:pt x="26615" y="16931"/>
                  </a:cubicBezTo>
                  <a:cubicBezTo>
                    <a:pt x="26590" y="16848"/>
                    <a:pt x="26565" y="16765"/>
                    <a:pt x="26524" y="16691"/>
                  </a:cubicBezTo>
                  <a:cubicBezTo>
                    <a:pt x="26457" y="16558"/>
                    <a:pt x="26374" y="16434"/>
                    <a:pt x="26267" y="16326"/>
                  </a:cubicBezTo>
                  <a:cubicBezTo>
                    <a:pt x="26225" y="16285"/>
                    <a:pt x="26184" y="16243"/>
                    <a:pt x="26134" y="16202"/>
                  </a:cubicBezTo>
                  <a:cubicBezTo>
                    <a:pt x="26109" y="16185"/>
                    <a:pt x="26084" y="16168"/>
                    <a:pt x="26059" y="16152"/>
                  </a:cubicBezTo>
                  <a:lnTo>
                    <a:pt x="20977" y="12487"/>
                  </a:lnTo>
                  <a:lnTo>
                    <a:pt x="12313" y="6244"/>
                  </a:lnTo>
                  <a:lnTo>
                    <a:pt x="364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53"/>
            <p:cNvSpPr/>
            <p:nvPr/>
          </p:nvSpPr>
          <p:spPr>
            <a:xfrm>
              <a:off x="4532350" y="2910125"/>
              <a:ext cx="402775" cy="314950"/>
            </a:xfrm>
            <a:custGeom>
              <a:avLst/>
              <a:gdLst/>
              <a:ahLst/>
              <a:cxnLst/>
              <a:rect l="l" t="t" r="r" b="b"/>
              <a:pathLst>
                <a:path w="16111" h="12598" extrusionOk="0">
                  <a:moveTo>
                    <a:pt x="1742" y="1"/>
                  </a:moveTo>
                  <a:lnTo>
                    <a:pt x="1" y="2414"/>
                  </a:lnTo>
                  <a:lnTo>
                    <a:pt x="10572" y="10025"/>
                  </a:lnTo>
                  <a:lnTo>
                    <a:pt x="13756" y="12322"/>
                  </a:lnTo>
                  <a:cubicBezTo>
                    <a:pt x="14016" y="12507"/>
                    <a:pt x="14319" y="12597"/>
                    <a:pt x="14618" y="12597"/>
                  </a:cubicBezTo>
                  <a:cubicBezTo>
                    <a:pt x="15080" y="12597"/>
                    <a:pt x="15537" y="12384"/>
                    <a:pt x="15828" y="11982"/>
                  </a:cubicBezTo>
                  <a:cubicBezTo>
                    <a:pt x="16019" y="11716"/>
                    <a:pt x="16110" y="11418"/>
                    <a:pt x="16110" y="11111"/>
                  </a:cubicBezTo>
                  <a:cubicBezTo>
                    <a:pt x="16110" y="10970"/>
                    <a:pt x="16085" y="10829"/>
                    <a:pt x="16044" y="10688"/>
                  </a:cubicBezTo>
                  <a:cubicBezTo>
                    <a:pt x="16019" y="10605"/>
                    <a:pt x="15994" y="10522"/>
                    <a:pt x="15953" y="10448"/>
                  </a:cubicBezTo>
                  <a:cubicBezTo>
                    <a:pt x="15886" y="10315"/>
                    <a:pt x="15803" y="10191"/>
                    <a:pt x="15696" y="10083"/>
                  </a:cubicBezTo>
                  <a:cubicBezTo>
                    <a:pt x="15654" y="10042"/>
                    <a:pt x="15613" y="10000"/>
                    <a:pt x="15563" y="9959"/>
                  </a:cubicBezTo>
                  <a:cubicBezTo>
                    <a:pt x="15538" y="9942"/>
                    <a:pt x="15513" y="9925"/>
                    <a:pt x="15488" y="9909"/>
                  </a:cubicBezTo>
                  <a:lnTo>
                    <a:pt x="10406" y="624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53"/>
            <p:cNvSpPr/>
            <p:nvPr/>
          </p:nvSpPr>
          <p:spPr>
            <a:xfrm>
              <a:off x="3966075" y="3197850"/>
              <a:ext cx="629725" cy="505150"/>
            </a:xfrm>
            <a:custGeom>
              <a:avLst/>
              <a:gdLst/>
              <a:ahLst/>
              <a:cxnLst/>
              <a:rect l="l" t="t" r="r" b="b"/>
              <a:pathLst>
                <a:path w="25189" h="20206" extrusionOk="0">
                  <a:moveTo>
                    <a:pt x="50" y="0"/>
                  </a:moveTo>
                  <a:lnTo>
                    <a:pt x="50" y="0"/>
                  </a:lnTo>
                  <a:cubicBezTo>
                    <a:pt x="0" y="1235"/>
                    <a:pt x="50" y="2496"/>
                    <a:pt x="216" y="3781"/>
                  </a:cubicBezTo>
                  <a:lnTo>
                    <a:pt x="8880" y="10024"/>
                  </a:lnTo>
                  <a:lnTo>
                    <a:pt x="17544" y="16267"/>
                  </a:lnTo>
                  <a:lnTo>
                    <a:pt x="17553" y="16267"/>
                  </a:lnTo>
                  <a:lnTo>
                    <a:pt x="22635" y="19932"/>
                  </a:lnTo>
                  <a:cubicBezTo>
                    <a:pt x="22892" y="20114"/>
                    <a:pt x="23199" y="20206"/>
                    <a:pt x="23497" y="20206"/>
                  </a:cubicBezTo>
                  <a:lnTo>
                    <a:pt x="23945" y="20139"/>
                  </a:lnTo>
                  <a:cubicBezTo>
                    <a:pt x="23995" y="20123"/>
                    <a:pt x="24044" y="20106"/>
                    <a:pt x="24086" y="20089"/>
                  </a:cubicBezTo>
                  <a:lnTo>
                    <a:pt x="24708" y="19592"/>
                  </a:lnTo>
                  <a:cubicBezTo>
                    <a:pt x="25189" y="18929"/>
                    <a:pt x="25039" y="18000"/>
                    <a:pt x="24368" y="17519"/>
                  </a:cubicBezTo>
                  <a:lnTo>
                    <a:pt x="21184" y="15223"/>
                  </a:lnTo>
                  <a:lnTo>
                    <a:pt x="10621" y="76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53"/>
            <p:cNvSpPr/>
            <p:nvPr/>
          </p:nvSpPr>
          <p:spPr>
            <a:xfrm>
              <a:off x="4188075" y="3388125"/>
              <a:ext cx="407725" cy="314875"/>
            </a:xfrm>
            <a:custGeom>
              <a:avLst/>
              <a:gdLst/>
              <a:ahLst/>
              <a:cxnLst/>
              <a:rect l="l" t="t" r="r" b="b"/>
              <a:pathLst>
                <a:path w="16309" h="12595" extrusionOk="0">
                  <a:moveTo>
                    <a:pt x="1741" y="0"/>
                  </a:moveTo>
                  <a:lnTo>
                    <a:pt x="0" y="2413"/>
                  </a:lnTo>
                  <a:lnTo>
                    <a:pt x="8664" y="8656"/>
                  </a:lnTo>
                  <a:lnTo>
                    <a:pt x="8673" y="8656"/>
                  </a:lnTo>
                  <a:lnTo>
                    <a:pt x="13755" y="12321"/>
                  </a:lnTo>
                  <a:cubicBezTo>
                    <a:pt x="14012" y="12503"/>
                    <a:pt x="14319" y="12595"/>
                    <a:pt x="14617" y="12595"/>
                  </a:cubicBezTo>
                  <a:lnTo>
                    <a:pt x="15065" y="12528"/>
                  </a:lnTo>
                  <a:cubicBezTo>
                    <a:pt x="15115" y="12512"/>
                    <a:pt x="15164" y="12495"/>
                    <a:pt x="15206" y="12478"/>
                  </a:cubicBezTo>
                  <a:lnTo>
                    <a:pt x="15828" y="11981"/>
                  </a:lnTo>
                  <a:cubicBezTo>
                    <a:pt x="16309" y="11318"/>
                    <a:pt x="16159" y="10389"/>
                    <a:pt x="15488" y="9908"/>
                  </a:cubicBezTo>
                  <a:lnTo>
                    <a:pt x="12304" y="7612"/>
                  </a:lnTo>
                  <a:lnTo>
                    <a:pt x="174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4" name="Google Shape;824;p53"/>
          <p:cNvSpPr txBox="1">
            <a:spLocks noGrp="1"/>
          </p:cNvSpPr>
          <p:nvPr>
            <p:ph type="title"/>
          </p:nvPr>
        </p:nvSpPr>
        <p:spPr>
          <a:xfrm>
            <a:off x="2815230" y="2243556"/>
            <a:ext cx="4785600" cy="10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Representation</a:t>
            </a:r>
            <a:endParaRPr dirty="0"/>
          </a:p>
        </p:txBody>
      </p:sp>
      <p:sp>
        <p:nvSpPr>
          <p:cNvPr id="825" name="Google Shape;825;p53"/>
          <p:cNvSpPr txBox="1">
            <a:spLocks noGrp="1"/>
          </p:cNvSpPr>
          <p:nvPr>
            <p:ph type="subTitle" idx="1"/>
          </p:nvPr>
        </p:nvSpPr>
        <p:spPr>
          <a:xfrm>
            <a:off x="2530324" y="3148550"/>
            <a:ext cx="4273431" cy="41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Parse Trees can encode almost everything.</a:t>
            </a:r>
            <a:endParaRPr dirty="0"/>
          </a:p>
        </p:txBody>
      </p:sp>
      <p:sp>
        <p:nvSpPr>
          <p:cNvPr id="827" name="Google Shape;827;p53"/>
          <p:cNvSpPr/>
          <p:nvPr/>
        </p:nvSpPr>
        <p:spPr>
          <a:xfrm>
            <a:off x="4054150" y="4280075"/>
            <a:ext cx="3285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2A9E9-DE8A-F3A2-B2EC-D92EA33EE7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801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AA17C-8E03-45AF-5581-BCD4CA2FB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1961E8-0851-A40F-CD0D-22E8C1F2D011}"/>
              </a:ext>
            </a:extLst>
          </p:cNvPr>
          <p:cNvSpPr txBox="1"/>
          <p:nvPr/>
        </p:nvSpPr>
        <p:spPr>
          <a:xfrm>
            <a:off x="713225" y="1096600"/>
            <a:ext cx="753962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Function Set (F):</a:t>
            </a:r>
          </a:p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These are non-terminal symbols—operators or control structures used to build the internal nodes of the trees. (</a:t>
            </a:r>
            <a:r>
              <a:rPr lang="en-US" sz="14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with the arities of function symbols)</a:t>
            </a:r>
          </a:p>
          <a:p>
            <a:endParaRPr lang="en-US" dirty="0">
              <a:solidFill>
                <a:schemeClr val="tx1"/>
              </a:solidFill>
              <a:latin typeface="Abhaya Libre" panose="02000503000000000000" pitchFamily="2" charset="0"/>
              <a:cs typeface="Abhaya Libre" panose="02000503000000000000" pitchFamily="2" charset="0"/>
            </a:endParaRPr>
          </a:p>
          <a:p>
            <a: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Terminal Set (T):</a:t>
            </a:r>
          </a:p>
          <a:p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These are leaf nodes—constants or variables that appear at the bottom of the trees.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3A0953D-4C79-B2B0-BE5A-ED2960902785}"/>
              </a:ext>
            </a:extLst>
          </p:cNvPr>
          <p:cNvGrpSpPr/>
          <p:nvPr/>
        </p:nvGrpSpPr>
        <p:grpSpPr>
          <a:xfrm>
            <a:off x="1329762" y="2481595"/>
            <a:ext cx="6484475" cy="1506600"/>
            <a:chOff x="808789" y="1875220"/>
            <a:chExt cx="8085672" cy="238627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85CB7C4-8B56-06D4-4F5E-11A20FF4B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8789" y="1986973"/>
              <a:ext cx="2649506" cy="216276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9B67365-C541-98DD-4F11-50F60E2B7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50391" y="1875220"/>
              <a:ext cx="5844070" cy="2386274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6831B48-2371-C89A-96F8-B2E8FFAF9E46}"/>
              </a:ext>
            </a:extLst>
          </p:cNvPr>
          <p:cNvSpPr txBox="1"/>
          <p:nvPr/>
        </p:nvSpPr>
        <p:spPr>
          <a:xfrm>
            <a:off x="1329762" y="3951313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F = { +, -, *, /, &lt;, =, ;, while, →, ↔, ∨, ∧ }</a:t>
            </a:r>
          </a:p>
          <a:p>
            <a:r>
              <a:rPr lang="en-US" sz="18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T = { x, y, z, 1, 2, 3, 5, 20, true, π 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7658E1-E94A-88C7-A6A8-808CB4F52A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523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93BEB-026E-D0E1-A282-5234087DF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Representation - validity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319E9-654B-B4B8-913C-AAA95EAD114A}"/>
              </a:ext>
            </a:extLst>
          </p:cNvPr>
          <p:cNvSpPr txBox="1"/>
          <p:nvPr/>
        </p:nvSpPr>
        <p:spPr>
          <a:xfrm>
            <a:off x="713224" y="1205222"/>
            <a:ext cx="7903833" cy="136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90000"/>
              </a:lnSpc>
            </a:pPr>
            <a:r>
              <a:rPr lang="en-US" sz="20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Adopting the following general recursive definition:</a:t>
            </a:r>
          </a:p>
          <a:p>
            <a:pPr marL="838200" lvl="1" indent="-381000">
              <a:lnSpc>
                <a:spcPct val="90000"/>
              </a:lnSpc>
              <a:buClr>
                <a:schemeClr val="accent1"/>
              </a:buClr>
              <a:buFontTx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Every t </a:t>
            </a:r>
            <a:r>
              <a:rPr lang="en-US" sz="18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  <a:sym typeface="Symbol" pitchFamily="18" charset="2"/>
              </a:rPr>
              <a:t> </a:t>
            </a:r>
            <a:r>
              <a:rPr lang="en-US" sz="18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T is a correct expression</a:t>
            </a:r>
          </a:p>
          <a:p>
            <a:pPr marL="838200" lvl="1" indent="-381000">
              <a:lnSpc>
                <a:spcPct val="90000"/>
              </a:lnSpc>
              <a:buClr>
                <a:schemeClr val="accent1"/>
              </a:buClr>
              <a:buFontTx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f(e</a:t>
            </a:r>
            <a:r>
              <a:rPr lang="en-US" sz="1800" baseline="-250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1</a:t>
            </a:r>
            <a:r>
              <a:rPr lang="en-US" sz="18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, …, e</a:t>
            </a:r>
            <a:r>
              <a:rPr lang="en-US" sz="1800" baseline="-250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n</a:t>
            </a:r>
            <a:r>
              <a:rPr lang="en-US" sz="18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) is a correct expression if f </a:t>
            </a:r>
            <a:r>
              <a:rPr lang="en-US" sz="18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  <a:sym typeface="Symbol" pitchFamily="18" charset="2"/>
              </a:rPr>
              <a:t> </a:t>
            </a:r>
            <a:r>
              <a:rPr lang="en-US" sz="18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F, arity(f)=n and e</a:t>
            </a:r>
            <a:r>
              <a:rPr lang="en-US" sz="1800" baseline="-250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1</a:t>
            </a:r>
            <a:r>
              <a:rPr lang="en-US" sz="18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, …, e</a:t>
            </a:r>
            <a:r>
              <a:rPr lang="en-US" sz="1800" baseline="-250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n</a:t>
            </a:r>
            <a:r>
              <a:rPr lang="en-US" sz="18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 are correct expressions </a:t>
            </a:r>
          </a:p>
          <a:p>
            <a:pPr marL="838200" lvl="1" indent="-381000">
              <a:lnSpc>
                <a:spcPct val="90000"/>
              </a:lnSpc>
              <a:buClr>
                <a:schemeClr val="accent1"/>
              </a:buClr>
              <a:buFontTx/>
              <a:buAutoNum type="arabicPeriod"/>
            </a:pPr>
            <a:r>
              <a:rPr lang="en-US" sz="18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There are no other forms of correct expressions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0BF3DB9-30D5-5766-823A-E0A08254C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223" y="2758412"/>
            <a:ext cx="7903833" cy="1538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Which of the following expressions would be considered </a:t>
            </a:r>
            <a:r>
              <a:rPr kumimoji="0" lang="en-US" altLang="en-US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valid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  in Genetic Programming representation??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2 + 1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"Ali" + 2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true / 5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x &lt; "hello“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sqrt("world")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85E9D4-1B67-4C7D-C05C-7CBB84DFF364}"/>
              </a:ext>
            </a:extLst>
          </p:cNvPr>
          <p:cNvSpPr txBox="1"/>
          <p:nvPr/>
        </p:nvSpPr>
        <p:spPr>
          <a:xfrm>
            <a:off x="713223" y="4330068"/>
            <a:ext cx="73458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In general, expressions in GP are not typed. </a:t>
            </a: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This feature is known as the closure property.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4BACA3-BAA7-FEDA-48CE-2ED316D2C8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554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93405E7E-C4E6-5768-FC52-A268F26BB3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5975" y="2588463"/>
            <a:ext cx="3407760" cy="1869900"/>
          </a:xfrm>
        </p:spPr>
        <p:txBody>
          <a:bodyPr/>
          <a:lstStyle/>
          <a:p>
            <a:pPr marL="114300" indent="0" algn="l">
              <a:buClr>
                <a:schemeClr val="accent1"/>
              </a:buClr>
              <a:buSzPct val="100000"/>
            </a:pPr>
            <a:r>
              <a:rPr lang="en-US" sz="1100" dirty="0"/>
              <a:t>All branches grow to exactly depth = </a:t>
            </a:r>
            <a:r>
              <a:rPr lang="en-US" sz="1100" dirty="0" err="1"/>
              <a:t>Dmax</a:t>
            </a:r>
            <a:r>
              <a:rPr lang="en-US" sz="1100" dirty="0"/>
              <a:t>.</a:t>
            </a:r>
          </a:p>
          <a:p>
            <a:pPr marL="114300" indent="0" algn="l">
              <a:buClr>
                <a:schemeClr val="accent1"/>
              </a:buClr>
              <a:buSzPct val="100000"/>
            </a:pPr>
            <a:r>
              <a:rPr lang="en-US" sz="1100" dirty="0"/>
              <a:t>Internal nodes (d &lt; </a:t>
            </a:r>
            <a:r>
              <a:rPr lang="en-US" sz="1100" dirty="0" err="1"/>
              <a:t>Dmax</a:t>
            </a:r>
            <a:r>
              <a:rPr lang="en-US" sz="1100" dirty="0"/>
              <a:t>) are selected from the Function Set (F).</a:t>
            </a:r>
          </a:p>
          <a:p>
            <a:pPr marL="114300" indent="0" algn="l">
              <a:buClr>
                <a:schemeClr val="accent1"/>
              </a:buClr>
              <a:buSzPct val="100000"/>
            </a:pPr>
            <a:r>
              <a:rPr lang="en-US" sz="1100" dirty="0"/>
              <a:t>Leaf nodes (d = </a:t>
            </a:r>
            <a:r>
              <a:rPr lang="en-US" sz="1100" dirty="0" err="1"/>
              <a:t>Dmax</a:t>
            </a:r>
            <a:r>
              <a:rPr lang="en-US" sz="1100" dirty="0"/>
              <a:t>) are selected from the Terminal Set (T).</a:t>
            </a:r>
          </a:p>
          <a:p>
            <a:pPr marL="114300" indent="0" algn="l">
              <a:buClr>
                <a:schemeClr val="accent1"/>
              </a:buClr>
              <a:buSzPct val="100000"/>
            </a:pPr>
            <a:r>
              <a:rPr lang="en-US" sz="1100" dirty="0"/>
              <a:t>Creates uniform, balanced trees.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B92D991-8892-A854-D65F-894F5B3DAF05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4953225" y="2588472"/>
            <a:ext cx="3407760" cy="1869900"/>
          </a:xfrm>
        </p:spPr>
        <p:txBody>
          <a:bodyPr/>
          <a:lstStyle/>
          <a:p>
            <a:pPr marL="114300" indent="0" algn="l"/>
            <a:r>
              <a:rPr lang="en-US" sz="1100" dirty="0"/>
              <a:t>Branches can stop growing at different depths, up to </a:t>
            </a:r>
            <a:r>
              <a:rPr lang="en-US" sz="1100" dirty="0" err="1"/>
              <a:t>Dmax</a:t>
            </a:r>
            <a:r>
              <a:rPr lang="en-US" sz="1100" dirty="0"/>
              <a:t>.</a:t>
            </a:r>
          </a:p>
          <a:p>
            <a:pPr marL="114300" indent="0" algn="l"/>
            <a:r>
              <a:rPr lang="en-US" sz="1100" dirty="0"/>
              <a:t>Nodes at depth &lt; </a:t>
            </a:r>
            <a:r>
              <a:rPr lang="en-US" sz="1100" dirty="0" err="1"/>
              <a:t>Dmax</a:t>
            </a:r>
            <a:r>
              <a:rPr lang="en-US" sz="1100" dirty="0"/>
              <a:t> are chosen randomly from F ∪ T.</a:t>
            </a:r>
          </a:p>
          <a:p>
            <a:pPr marL="114300" indent="0" algn="l"/>
            <a:r>
              <a:rPr lang="en-US" sz="1100" dirty="0"/>
              <a:t>Creates varied, unbalanced trees.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5718E1-A2A0-F6DF-8644-4F3978726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975" y="2142513"/>
            <a:ext cx="3124800" cy="445800"/>
          </a:xfrm>
        </p:spPr>
        <p:txBody>
          <a:bodyPr/>
          <a:lstStyle/>
          <a:p>
            <a:r>
              <a:rPr lang="en-US" dirty="0"/>
              <a:t>Full Method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AF091DF-6AC6-E2FD-01AE-CF93E662FD35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4953226" y="2142513"/>
            <a:ext cx="3124800" cy="445800"/>
          </a:xfrm>
        </p:spPr>
        <p:txBody>
          <a:bodyPr/>
          <a:lstStyle/>
          <a:p>
            <a:r>
              <a:rPr lang="en-US" dirty="0"/>
              <a:t>Grow Method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4DDA5A7E-DDD5-BAF9-CE6E-748A9739D460}"/>
              </a:ext>
            </a:extLst>
          </p:cNvPr>
          <p:cNvSpPr>
            <a:spLocks noGrp="1"/>
          </p:cNvSpPr>
          <p:nvPr>
            <p:ph type="title" idx="4"/>
          </p:nvPr>
        </p:nvSpPr>
        <p:spPr>
          <a:solidFill>
            <a:srgbClr val="FDFDF8"/>
          </a:solidFill>
        </p:spPr>
        <p:txBody>
          <a:bodyPr/>
          <a:lstStyle/>
          <a:p>
            <a:pPr algn="l"/>
            <a:r>
              <a:rPr lang="en-US" dirty="0"/>
              <a:t>Population Initialization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13599-6F32-87C2-4D32-DE37E96D6383}"/>
              </a:ext>
            </a:extLst>
          </p:cNvPr>
          <p:cNvSpPr txBox="1"/>
          <p:nvPr/>
        </p:nvSpPr>
        <p:spPr>
          <a:xfrm>
            <a:off x="1065974" y="4055537"/>
            <a:ext cx="6532561" cy="523220"/>
          </a:xfrm>
          <a:prstGeom prst="rect">
            <a:avLst/>
          </a:prstGeom>
          <a:solidFill>
            <a:srgbClr val="FDFDF8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across multiple depths → richly diverse initial population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Population Size in GP is large around 10,000.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58627B-9439-3E4B-F7BC-5FA9E931845C}"/>
              </a:ext>
            </a:extLst>
          </p:cNvPr>
          <p:cNvSpPr txBox="1"/>
          <p:nvPr/>
        </p:nvSpPr>
        <p:spPr>
          <a:xfrm>
            <a:off x="1311752" y="1045119"/>
            <a:ext cx="6520445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Ramped Half-and-Half</a:t>
            </a:r>
          </a:p>
          <a:p>
            <a:pPr marL="342900" indent="-342900">
              <a:buClr>
                <a:schemeClr val="accent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Ensures diversity in tree shapes and sizes.</a:t>
            </a:r>
          </a:p>
          <a:p>
            <a:pPr marL="342900" indent="-342900">
              <a:buClr>
                <a:schemeClr val="accent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Uses a maximum depth (</a:t>
            </a:r>
            <a:r>
              <a:rPr lang="en-US" dirty="0" err="1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Dmax</a:t>
            </a: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) for initial trees.</a:t>
            </a:r>
          </a:p>
          <a:p>
            <a:pPr marL="342900" indent="-342900">
              <a:buClr>
                <a:schemeClr val="accent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Each tree is generated using one of two methods (chosen randomly):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6E1156-3306-3C34-024C-F7369230C0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917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69"/>
          <p:cNvSpPr txBox="1">
            <a:spLocks noGrp="1"/>
          </p:cNvSpPr>
          <p:nvPr>
            <p:ph type="title"/>
          </p:nvPr>
        </p:nvSpPr>
        <p:spPr>
          <a:xfrm>
            <a:off x="3154775" y="1776350"/>
            <a:ext cx="4725000" cy="10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Parent Selection</a:t>
            </a:r>
            <a:endParaRPr dirty="0"/>
          </a:p>
        </p:txBody>
      </p:sp>
      <p:sp>
        <p:nvSpPr>
          <p:cNvPr id="1153" name="Google Shape;1153;p69"/>
          <p:cNvSpPr txBox="1">
            <a:spLocks noGrp="1"/>
          </p:cNvSpPr>
          <p:nvPr>
            <p:ph type="subTitle" idx="1"/>
          </p:nvPr>
        </p:nvSpPr>
        <p:spPr>
          <a:xfrm>
            <a:off x="3154775" y="2836650"/>
            <a:ext cx="4725000" cy="66890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/>
            <a:r>
              <a:rPr lang="en-US" dirty="0"/>
              <a:t>Over-selection is Highly Pressured</a:t>
            </a:r>
            <a:endParaRPr dirty="0"/>
          </a:p>
        </p:txBody>
      </p:sp>
      <p:grpSp>
        <p:nvGrpSpPr>
          <p:cNvPr id="1154" name="Google Shape;1154;p69"/>
          <p:cNvGrpSpPr/>
          <p:nvPr/>
        </p:nvGrpSpPr>
        <p:grpSpPr>
          <a:xfrm rot="1653072">
            <a:off x="5193703" y="1883314"/>
            <a:ext cx="4780889" cy="5927191"/>
            <a:chOff x="3453675" y="959025"/>
            <a:chExt cx="2670400" cy="3310675"/>
          </a:xfrm>
        </p:grpSpPr>
        <p:sp>
          <p:nvSpPr>
            <p:cNvPr id="1155" name="Google Shape;1155;p69"/>
            <p:cNvSpPr/>
            <p:nvPr/>
          </p:nvSpPr>
          <p:spPr>
            <a:xfrm>
              <a:off x="3453675" y="3646400"/>
              <a:ext cx="440900" cy="236925"/>
            </a:xfrm>
            <a:custGeom>
              <a:avLst/>
              <a:gdLst/>
              <a:ahLst/>
              <a:cxnLst/>
              <a:rect l="l" t="t" r="r" b="b"/>
              <a:pathLst>
                <a:path w="17636" h="9477" extrusionOk="0">
                  <a:moveTo>
                    <a:pt x="15430" y="0"/>
                  </a:moveTo>
                  <a:lnTo>
                    <a:pt x="1" y="995"/>
                  </a:lnTo>
                  <a:lnTo>
                    <a:pt x="548" y="9477"/>
                  </a:lnTo>
                  <a:lnTo>
                    <a:pt x="17636" y="8374"/>
                  </a:lnTo>
                  <a:lnTo>
                    <a:pt x="15430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69"/>
            <p:cNvSpPr/>
            <p:nvPr/>
          </p:nvSpPr>
          <p:spPr>
            <a:xfrm>
              <a:off x="4055600" y="1387050"/>
              <a:ext cx="1466525" cy="2454825"/>
            </a:xfrm>
            <a:custGeom>
              <a:avLst/>
              <a:gdLst/>
              <a:ahLst/>
              <a:cxnLst/>
              <a:rect l="l" t="t" r="r" b="b"/>
              <a:pathLst>
                <a:path w="58661" h="98193" extrusionOk="0">
                  <a:moveTo>
                    <a:pt x="56455" y="1"/>
                  </a:moveTo>
                  <a:lnTo>
                    <a:pt x="47418" y="581"/>
                  </a:lnTo>
                  <a:cubicBezTo>
                    <a:pt x="38240" y="1178"/>
                    <a:pt x="30479" y="5257"/>
                    <a:pt x="25571" y="12073"/>
                  </a:cubicBezTo>
                  <a:cubicBezTo>
                    <a:pt x="20662" y="18888"/>
                    <a:pt x="19253" y="27536"/>
                    <a:pt x="21599" y="36432"/>
                  </a:cubicBezTo>
                  <a:lnTo>
                    <a:pt x="22661" y="40486"/>
                  </a:lnTo>
                  <a:lnTo>
                    <a:pt x="23904" y="45187"/>
                  </a:lnTo>
                  <a:lnTo>
                    <a:pt x="26110" y="53561"/>
                  </a:lnTo>
                  <a:lnTo>
                    <a:pt x="28846" y="63925"/>
                  </a:lnTo>
                  <a:cubicBezTo>
                    <a:pt x="29128" y="65020"/>
                    <a:pt x="29343" y="66098"/>
                    <a:pt x="29476" y="67167"/>
                  </a:cubicBezTo>
                  <a:lnTo>
                    <a:pt x="34558" y="70832"/>
                  </a:lnTo>
                  <a:cubicBezTo>
                    <a:pt x="34583" y="70848"/>
                    <a:pt x="34608" y="70865"/>
                    <a:pt x="34633" y="70882"/>
                  </a:cubicBezTo>
                  <a:cubicBezTo>
                    <a:pt x="34683" y="70923"/>
                    <a:pt x="34724" y="70965"/>
                    <a:pt x="34766" y="71006"/>
                  </a:cubicBezTo>
                  <a:cubicBezTo>
                    <a:pt x="34873" y="71114"/>
                    <a:pt x="34956" y="71238"/>
                    <a:pt x="35023" y="71371"/>
                  </a:cubicBezTo>
                  <a:cubicBezTo>
                    <a:pt x="35064" y="71445"/>
                    <a:pt x="35089" y="71528"/>
                    <a:pt x="35114" y="71611"/>
                  </a:cubicBezTo>
                  <a:cubicBezTo>
                    <a:pt x="35155" y="71752"/>
                    <a:pt x="35180" y="71893"/>
                    <a:pt x="35180" y="72034"/>
                  </a:cubicBezTo>
                  <a:cubicBezTo>
                    <a:pt x="35180" y="72341"/>
                    <a:pt x="35089" y="72639"/>
                    <a:pt x="34898" y="72905"/>
                  </a:cubicBezTo>
                  <a:cubicBezTo>
                    <a:pt x="34607" y="73307"/>
                    <a:pt x="34150" y="73520"/>
                    <a:pt x="33688" y="73520"/>
                  </a:cubicBezTo>
                  <a:cubicBezTo>
                    <a:pt x="33389" y="73520"/>
                    <a:pt x="33086" y="73430"/>
                    <a:pt x="32826" y="73245"/>
                  </a:cubicBezTo>
                  <a:lnTo>
                    <a:pt x="29642" y="70948"/>
                  </a:lnTo>
                  <a:cubicBezTo>
                    <a:pt x="29501" y="74198"/>
                    <a:pt x="28614" y="77241"/>
                    <a:pt x="27005" y="79911"/>
                  </a:cubicBezTo>
                  <a:lnTo>
                    <a:pt x="29551" y="81743"/>
                  </a:lnTo>
                  <a:cubicBezTo>
                    <a:pt x="30214" y="82216"/>
                    <a:pt x="30371" y="83144"/>
                    <a:pt x="29890" y="83816"/>
                  </a:cubicBezTo>
                  <a:cubicBezTo>
                    <a:pt x="29600" y="84214"/>
                    <a:pt x="29144" y="84429"/>
                    <a:pt x="28680" y="84429"/>
                  </a:cubicBezTo>
                  <a:cubicBezTo>
                    <a:pt x="28382" y="84429"/>
                    <a:pt x="28075" y="84338"/>
                    <a:pt x="27818" y="84156"/>
                  </a:cubicBezTo>
                  <a:lnTo>
                    <a:pt x="25272" y="82323"/>
                  </a:lnTo>
                  <a:cubicBezTo>
                    <a:pt x="23249" y="84686"/>
                    <a:pt x="20638" y="86486"/>
                    <a:pt x="17603" y="87655"/>
                  </a:cubicBezTo>
                  <a:lnTo>
                    <a:pt x="20787" y="89951"/>
                  </a:lnTo>
                  <a:cubicBezTo>
                    <a:pt x="21458" y="90424"/>
                    <a:pt x="21608" y="91352"/>
                    <a:pt x="21127" y="92024"/>
                  </a:cubicBezTo>
                  <a:lnTo>
                    <a:pt x="20505" y="92521"/>
                  </a:lnTo>
                  <a:cubicBezTo>
                    <a:pt x="20463" y="92538"/>
                    <a:pt x="20414" y="92555"/>
                    <a:pt x="20364" y="92571"/>
                  </a:cubicBezTo>
                  <a:lnTo>
                    <a:pt x="19916" y="92638"/>
                  </a:lnTo>
                  <a:cubicBezTo>
                    <a:pt x="19618" y="92638"/>
                    <a:pt x="19311" y="92546"/>
                    <a:pt x="19054" y="92356"/>
                  </a:cubicBezTo>
                  <a:lnTo>
                    <a:pt x="13972" y="88699"/>
                  </a:lnTo>
                  <a:lnTo>
                    <a:pt x="13963" y="88699"/>
                  </a:lnTo>
                  <a:cubicBezTo>
                    <a:pt x="12910" y="88907"/>
                    <a:pt x="11816" y="89047"/>
                    <a:pt x="10697" y="89122"/>
                  </a:cubicBezTo>
                  <a:lnTo>
                    <a:pt x="1" y="89810"/>
                  </a:lnTo>
                  <a:lnTo>
                    <a:pt x="2206" y="98193"/>
                  </a:lnTo>
                  <a:lnTo>
                    <a:pt x="11244" y="97604"/>
                  </a:lnTo>
                  <a:cubicBezTo>
                    <a:pt x="20422" y="97015"/>
                    <a:pt x="28174" y="92936"/>
                    <a:pt x="33091" y="86121"/>
                  </a:cubicBezTo>
                  <a:cubicBezTo>
                    <a:pt x="37999" y="79305"/>
                    <a:pt x="39409" y="70649"/>
                    <a:pt x="37062" y="61761"/>
                  </a:cubicBezTo>
                  <a:lnTo>
                    <a:pt x="35993" y="57699"/>
                  </a:lnTo>
                  <a:lnTo>
                    <a:pt x="34757" y="53006"/>
                  </a:lnTo>
                  <a:lnTo>
                    <a:pt x="32552" y="44624"/>
                  </a:lnTo>
                  <a:lnTo>
                    <a:pt x="29816" y="34260"/>
                  </a:lnTo>
                  <a:cubicBezTo>
                    <a:pt x="29526" y="33174"/>
                    <a:pt x="29318" y="32096"/>
                    <a:pt x="29186" y="31026"/>
                  </a:cubicBezTo>
                  <a:lnTo>
                    <a:pt x="24095" y="27361"/>
                  </a:lnTo>
                  <a:cubicBezTo>
                    <a:pt x="23432" y="26881"/>
                    <a:pt x="23282" y="25952"/>
                    <a:pt x="23755" y="25280"/>
                  </a:cubicBezTo>
                  <a:cubicBezTo>
                    <a:pt x="24045" y="24882"/>
                    <a:pt x="24501" y="24667"/>
                    <a:pt x="24966" y="24667"/>
                  </a:cubicBezTo>
                  <a:cubicBezTo>
                    <a:pt x="25264" y="24667"/>
                    <a:pt x="25571" y="24758"/>
                    <a:pt x="25836" y="24949"/>
                  </a:cubicBezTo>
                  <a:lnTo>
                    <a:pt x="29020" y="27245"/>
                  </a:lnTo>
                  <a:cubicBezTo>
                    <a:pt x="29161" y="23995"/>
                    <a:pt x="30048" y="20952"/>
                    <a:pt x="31648" y="18283"/>
                  </a:cubicBezTo>
                  <a:lnTo>
                    <a:pt x="29103" y="16450"/>
                  </a:lnTo>
                  <a:cubicBezTo>
                    <a:pt x="28440" y="15969"/>
                    <a:pt x="28290" y="15041"/>
                    <a:pt x="28771" y="14378"/>
                  </a:cubicBezTo>
                  <a:lnTo>
                    <a:pt x="29385" y="13880"/>
                  </a:lnTo>
                  <a:cubicBezTo>
                    <a:pt x="29434" y="13855"/>
                    <a:pt x="29484" y="13839"/>
                    <a:pt x="29534" y="13830"/>
                  </a:cubicBezTo>
                  <a:lnTo>
                    <a:pt x="29973" y="13756"/>
                  </a:lnTo>
                  <a:cubicBezTo>
                    <a:pt x="30280" y="13756"/>
                    <a:pt x="30579" y="13847"/>
                    <a:pt x="30844" y="14038"/>
                  </a:cubicBezTo>
                  <a:lnTo>
                    <a:pt x="33389" y="15870"/>
                  </a:lnTo>
                  <a:cubicBezTo>
                    <a:pt x="35412" y="13507"/>
                    <a:pt x="38016" y="11700"/>
                    <a:pt x="41050" y="10539"/>
                  </a:cubicBezTo>
                  <a:lnTo>
                    <a:pt x="37867" y="8242"/>
                  </a:lnTo>
                  <a:cubicBezTo>
                    <a:pt x="37469" y="7952"/>
                    <a:pt x="37253" y="7496"/>
                    <a:pt x="37253" y="7032"/>
                  </a:cubicBezTo>
                  <a:cubicBezTo>
                    <a:pt x="37253" y="6733"/>
                    <a:pt x="37344" y="6426"/>
                    <a:pt x="37535" y="6169"/>
                  </a:cubicBezTo>
                  <a:cubicBezTo>
                    <a:pt x="37821" y="5763"/>
                    <a:pt x="38274" y="5548"/>
                    <a:pt x="38736" y="5548"/>
                  </a:cubicBezTo>
                  <a:cubicBezTo>
                    <a:pt x="39037" y="5548"/>
                    <a:pt x="39342" y="5639"/>
                    <a:pt x="39608" y="5829"/>
                  </a:cubicBezTo>
                  <a:lnTo>
                    <a:pt x="44690" y="9494"/>
                  </a:lnTo>
                  <a:cubicBezTo>
                    <a:pt x="45751" y="9287"/>
                    <a:pt x="46838" y="9138"/>
                    <a:pt x="47965" y="9071"/>
                  </a:cubicBezTo>
                  <a:lnTo>
                    <a:pt x="58661" y="8375"/>
                  </a:lnTo>
                  <a:lnTo>
                    <a:pt x="5645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69"/>
            <p:cNvSpPr/>
            <p:nvPr/>
          </p:nvSpPr>
          <p:spPr>
            <a:xfrm>
              <a:off x="4637650" y="2003700"/>
              <a:ext cx="147600" cy="159025"/>
            </a:xfrm>
            <a:custGeom>
              <a:avLst/>
              <a:gdLst/>
              <a:ahLst/>
              <a:cxnLst/>
              <a:rect l="l" t="t" r="r" b="b"/>
              <a:pathLst>
                <a:path w="5904" h="6361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cubicBezTo>
                    <a:pt x="5738" y="5075"/>
                    <a:pt x="5680" y="3806"/>
                    <a:pt x="5738" y="2579"/>
                  </a:cubicBez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69"/>
            <p:cNvSpPr/>
            <p:nvPr/>
          </p:nvSpPr>
          <p:spPr>
            <a:xfrm>
              <a:off x="4762850" y="1730925"/>
              <a:ext cx="127500" cy="113200"/>
            </a:xfrm>
            <a:custGeom>
              <a:avLst/>
              <a:gdLst/>
              <a:ahLst/>
              <a:cxnLst/>
              <a:rect l="l" t="t" r="r" b="b"/>
              <a:pathLst>
                <a:path w="5100" h="4528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cubicBezTo>
                    <a:pt x="3615" y="4105"/>
                    <a:pt x="3889" y="3690"/>
                    <a:pt x="4179" y="3284"/>
                  </a:cubicBezTo>
                  <a:cubicBezTo>
                    <a:pt x="4469" y="2886"/>
                    <a:pt x="4776" y="2488"/>
                    <a:pt x="5099" y="2115"/>
                  </a:cubicBez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69"/>
            <p:cNvSpPr/>
            <p:nvPr/>
          </p:nvSpPr>
          <p:spPr>
            <a:xfrm>
              <a:off x="4986925" y="1525725"/>
              <a:ext cx="185950" cy="124800"/>
            </a:xfrm>
            <a:custGeom>
              <a:avLst/>
              <a:gdLst/>
              <a:ahLst/>
              <a:cxnLst/>
              <a:rect l="l" t="t" r="r" b="b"/>
              <a:pathLst>
                <a:path w="7438" h="4992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cubicBezTo>
                    <a:pt x="4950" y="4544"/>
                    <a:pt x="6169" y="4196"/>
                    <a:pt x="7437" y="3947"/>
                  </a:cubicBez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69"/>
            <p:cNvSpPr/>
            <p:nvPr/>
          </p:nvSpPr>
          <p:spPr>
            <a:xfrm>
              <a:off x="5682950" y="1345400"/>
              <a:ext cx="441125" cy="237150"/>
            </a:xfrm>
            <a:custGeom>
              <a:avLst/>
              <a:gdLst/>
              <a:ahLst/>
              <a:cxnLst/>
              <a:rect l="l" t="t" r="r" b="b"/>
              <a:pathLst>
                <a:path w="17645" h="9486" extrusionOk="0">
                  <a:moveTo>
                    <a:pt x="17097" y="0"/>
                  </a:moveTo>
                  <a:lnTo>
                    <a:pt x="1" y="1111"/>
                  </a:lnTo>
                  <a:lnTo>
                    <a:pt x="2214" y="9485"/>
                  </a:lnTo>
                  <a:lnTo>
                    <a:pt x="17644" y="8490"/>
                  </a:lnTo>
                  <a:lnTo>
                    <a:pt x="17097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69"/>
            <p:cNvSpPr/>
            <p:nvPr/>
          </p:nvSpPr>
          <p:spPr>
            <a:xfrm>
              <a:off x="4404875" y="3578400"/>
              <a:ext cx="190925" cy="124600"/>
            </a:xfrm>
            <a:custGeom>
              <a:avLst/>
              <a:gdLst/>
              <a:ahLst/>
              <a:cxnLst/>
              <a:rect l="l" t="t" r="r" b="b"/>
              <a:pathLst>
                <a:path w="7637" h="4984" extrusionOk="0">
                  <a:moveTo>
                    <a:pt x="3632" y="1"/>
                  </a:moveTo>
                  <a:cubicBezTo>
                    <a:pt x="2480" y="440"/>
                    <a:pt x="1269" y="788"/>
                    <a:pt x="1" y="1045"/>
                  </a:cubicBezTo>
                  <a:lnTo>
                    <a:pt x="5083" y="4710"/>
                  </a:lnTo>
                  <a:cubicBezTo>
                    <a:pt x="5340" y="4892"/>
                    <a:pt x="5647" y="4984"/>
                    <a:pt x="5945" y="4984"/>
                  </a:cubicBezTo>
                  <a:lnTo>
                    <a:pt x="6393" y="4917"/>
                  </a:lnTo>
                  <a:cubicBezTo>
                    <a:pt x="6443" y="4901"/>
                    <a:pt x="6492" y="4884"/>
                    <a:pt x="6534" y="4867"/>
                  </a:cubicBezTo>
                  <a:lnTo>
                    <a:pt x="7156" y="4370"/>
                  </a:lnTo>
                  <a:cubicBezTo>
                    <a:pt x="7637" y="3707"/>
                    <a:pt x="7487" y="2778"/>
                    <a:pt x="6816" y="2297"/>
                  </a:cubicBezTo>
                  <a:lnTo>
                    <a:pt x="3632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69"/>
            <p:cNvSpPr/>
            <p:nvPr/>
          </p:nvSpPr>
          <p:spPr>
            <a:xfrm>
              <a:off x="4687400" y="3384800"/>
              <a:ext cx="127500" cy="113000"/>
            </a:xfrm>
            <a:custGeom>
              <a:avLst/>
              <a:gdLst/>
              <a:ahLst/>
              <a:cxnLst/>
              <a:rect l="l" t="t" r="r" b="b"/>
              <a:pathLst>
                <a:path w="5100" h="4520" extrusionOk="0">
                  <a:moveTo>
                    <a:pt x="1733" y="1"/>
                  </a:moveTo>
                  <a:cubicBezTo>
                    <a:pt x="1484" y="423"/>
                    <a:pt x="1211" y="838"/>
                    <a:pt x="921" y="1236"/>
                  </a:cubicBezTo>
                  <a:cubicBezTo>
                    <a:pt x="622" y="1642"/>
                    <a:pt x="315" y="2032"/>
                    <a:pt x="0" y="2413"/>
                  </a:cubicBezTo>
                  <a:lnTo>
                    <a:pt x="2546" y="4246"/>
                  </a:lnTo>
                  <a:cubicBezTo>
                    <a:pt x="2803" y="4428"/>
                    <a:pt x="3110" y="4519"/>
                    <a:pt x="3408" y="4519"/>
                  </a:cubicBezTo>
                  <a:cubicBezTo>
                    <a:pt x="3872" y="4519"/>
                    <a:pt x="4328" y="4304"/>
                    <a:pt x="4618" y="3906"/>
                  </a:cubicBezTo>
                  <a:cubicBezTo>
                    <a:pt x="5099" y="3234"/>
                    <a:pt x="4942" y="2306"/>
                    <a:pt x="4279" y="183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69"/>
            <p:cNvSpPr/>
            <p:nvPr/>
          </p:nvSpPr>
          <p:spPr>
            <a:xfrm>
              <a:off x="4792475" y="3066225"/>
              <a:ext cx="142650" cy="158850"/>
            </a:xfrm>
            <a:custGeom>
              <a:avLst/>
              <a:gdLst/>
              <a:ahLst/>
              <a:cxnLst/>
              <a:rect l="l" t="t" r="r" b="b"/>
              <a:pathLst>
                <a:path w="5706" h="6354" extrusionOk="0">
                  <a:moveTo>
                    <a:pt x="1" y="0"/>
                  </a:moveTo>
                  <a:lnTo>
                    <a:pt x="1" y="0"/>
                  </a:lnTo>
                  <a:cubicBezTo>
                    <a:pt x="167" y="1285"/>
                    <a:pt x="217" y="2546"/>
                    <a:pt x="167" y="3781"/>
                  </a:cubicBezTo>
                  <a:lnTo>
                    <a:pt x="3351" y="6078"/>
                  </a:lnTo>
                  <a:cubicBezTo>
                    <a:pt x="3611" y="6263"/>
                    <a:pt x="3914" y="6353"/>
                    <a:pt x="4213" y="6353"/>
                  </a:cubicBezTo>
                  <a:cubicBezTo>
                    <a:pt x="4675" y="6353"/>
                    <a:pt x="5132" y="6140"/>
                    <a:pt x="5423" y="5738"/>
                  </a:cubicBezTo>
                  <a:cubicBezTo>
                    <a:pt x="5614" y="5472"/>
                    <a:pt x="5705" y="5174"/>
                    <a:pt x="5705" y="4867"/>
                  </a:cubicBezTo>
                  <a:cubicBezTo>
                    <a:pt x="5705" y="4726"/>
                    <a:pt x="5680" y="4585"/>
                    <a:pt x="5639" y="4444"/>
                  </a:cubicBezTo>
                  <a:cubicBezTo>
                    <a:pt x="5614" y="4361"/>
                    <a:pt x="5589" y="4278"/>
                    <a:pt x="5548" y="4204"/>
                  </a:cubicBezTo>
                  <a:cubicBezTo>
                    <a:pt x="5481" y="4071"/>
                    <a:pt x="5398" y="3947"/>
                    <a:pt x="5291" y="3839"/>
                  </a:cubicBezTo>
                  <a:cubicBezTo>
                    <a:pt x="5249" y="3798"/>
                    <a:pt x="5208" y="3756"/>
                    <a:pt x="5158" y="3715"/>
                  </a:cubicBezTo>
                  <a:cubicBezTo>
                    <a:pt x="5133" y="3698"/>
                    <a:pt x="5108" y="3681"/>
                    <a:pt x="5083" y="36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69"/>
            <p:cNvSpPr/>
            <p:nvPr/>
          </p:nvSpPr>
          <p:spPr>
            <a:xfrm>
              <a:off x="3723150" y="2516725"/>
              <a:ext cx="985200" cy="1752975"/>
            </a:xfrm>
            <a:custGeom>
              <a:avLst/>
              <a:gdLst/>
              <a:ahLst/>
              <a:cxnLst/>
              <a:rect l="l" t="t" r="r" b="b"/>
              <a:pathLst>
                <a:path w="39408" h="70119" extrusionOk="0">
                  <a:moveTo>
                    <a:pt x="37202" y="0"/>
                  </a:moveTo>
                  <a:lnTo>
                    <a:pt x="32352" y="315"/>
                  </a:lnTo>
                  <a:lnTo>
                    <a:pt x="28165" y="581"/>
                  </a:lnTo>
                  <a:cubicBezTo>
                    <a:pt x="18987" y="1178"/>
                    <a:pt x="11226" y="5257"/>
                    <a:pt x="6318" y="12072"/>
                  </a:cubicBezTo>
                  <a:cubicBezTo>
                    <a:pt x="1410" y="18888"/>
                    <a:pt x="0" y="27535"/>
                    <a:pt x="2346" y="36432"/>
                  </a:cubicBezTo>
                  <a:lnTo>
                    <a:pt x="4651" y="45187"/>
                  </a:lnTo>
                  <a:lnTo>
                    <a:pt x="6857" y="53561"/>
                  </a:lnTo>
                  <a:lnTo>
                    <a:pt x="11226" y="70118"/>
                  </a:lnTo>
                  <a:lnTo>
                    <a:pt x="19443" y="67954"/>
                  </a:lnTo>
                  <a:lnTo>
                    <a:pt x="15504" y="53006"/>
                  </a:lnTo>
                  <a:lnTo>
                    <a:pt x="13299" y="44632"/>
                  </a:lnTo>
                  <a:lnTo>
                    <a:pt x="10563" y="34268"/>
                  </a:lnTo>
                  <a:cubicBezTo>
                    <a:pt x="10273" y="33173"/>
                    <a:pt x="10065" y="32087"/>
                    <a:pt x="9933" y="31026"/>
                  </a:cubicBezTo>
                  <a:cubicBezTo>
                    <a:pt x="9767" y="29741"/>
                    <a:pt x="9717" y="28480"/>
                    <a:pt x="9767" y="27245"/>
                  </a:cubicBezTo>
                  <a:cubicBezTo>
                    <a:pt x="9908" y="23995"/>
                    <a:pt x="10795" y="20952"/>
                    <a:pt x="12395" y="18282"/>
                  </a:cubicBezTo>
                  <a:cubicBezTo>
                    <a:pt x="12652" y="17859"/>
                    <a:pt x="12926" y="17445"/>
                    <a:pt x="13216" y="17039"/>
                  </a:cubicBezTo>
                  <a:cubicBezTo>
                    <a:pt x="13506" y="16632"/>
                    <a:pt x="13813" y="16243"/>
                    <a:pt x="14136" y="15870"/>
                  </a:cubicBezTo>
                  <a:cubicBezTo>
                    <a:pt x="16159" y="13507"/>
                    <a:pt x="18763" y="11699"/>
                    <a:pt x="21797" y="10538"/>
                  </a:cubicBezTo>
                  <a:cubicBezTo>
                    <a:pt x="22958" y="10091"/>
                    <a:pt x="24169" y="9742"/>
                    <a:pt x="25437" y="9494"/>
                  </a:cubicBezTo>
                  <a:cubicBezTo>
                    <a:pt x="26498" y="9286"/>
                    <a:pt x="27593" y="9137"/>
                    <a:pt x="28712" y="9071"/>
                  </a:cubicBezTo>
                  <a:lnTo>
                    <a:pt x="39408" y="8374"/>
                  </a:lnTo>
                  <a:lnTo>
                    <a:pt x="372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69"/>
            <p:cNvSpPr/>
            <p:nvPr/>
          </p:nvSpPr>
          <p:spPr>
            <a:xfrm>
              <a:off x="4762850" y="1730925"/>
              <a:ext cx="781675" cy="584550"/>
            </a:xfrm>
            <a:custGeom>
              <a:avLst/>
              <a:gdLst/>
              <a:ahLst/>
              <a:cxnLst/>
              <a:rect l="l" t="t" r="r" b="b"/>
              <a:pathLst>
                <a:path w="31267" h="23382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29533" y="23382"/>
                  </a:lnTo>
                  <a:cubicBezTo>
                    <a:pt x="29848" y="23000"/>
                    <a:pt x="30155" y="22611"/>
                    <a:pt x="30445" y="22204"/>
                  </a:cubicBezTo>
                  <a:cubicBezTo>
                    <a:pt x="30744" y="21806"/>
                    <a:pt x="31009" y="21392"/>
                    <a:pt x="31266" y="20969"/>
                  </a:cubicBez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69"/>
            <p:cNvSpPr/>
            <p:nvPr/>
          </p:nvSpPr>
          <p:spPr>
            <a:xfrm>
              <a:off x="4762850" y="1730925"/>
              <a:ext cx="454575" cy="348875"/>
            </a:xfrm>
            <a:custGeom>
              <a:avLst/>
              <a:gdLst/>
              <a:ahLst/>
              <a:cxnLst/>
              <a:rect l="l" t="t" r="r" b="b"/>
              <a:pathLst>
                <a:path w="18183" h="13955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69"/>
            <p:cNvSpPr/>
            <p:nvPr/>
          </p:nvSpPr>
          <p:spPr>
            <a:xfrm>
              <a:off x="4986925" y="1525725"/>
              <a:ext cx="624750" cy="505375"/>
            </a:xfrm>
            <a:custGeom>
              <a:avLst/>
              <a:gdLst/>
              <a:ahLst/>
              <a:cxnLst/>
              <a:rect l="l" t="t" r="r" b="b"/>
              <a:pathLst>
                <a:path w="24990" h="20215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lnTo>
                    <a:pt x="14369" y="12603"/>
                  </a:lnTo>
                  <a:lnTo>
                    <a:pt x="24940" y="20214"/>
                  </a:lnTo>
                  <a:cubicBezTo>
                    <a:pt x="24989" y="18979"/>
                    <a:pt x="24940" y="17719"/>
                    <a:pt x="24774" y="16434"/>
                  </a:cubicBezTo>
                  <a:lnTo>
                    <a:pt x="16110" y="10190"/>
                  </a:lnTo>
                  <a:lnTo>
                    <a:pt x="7437" y="3947"/>
                  </a:ln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69"/>
            <p:cNvSpPr/>
            <p:nvPr/>
          </p:nvSpPr>
          <p:spPr>
            <a:xfrm>
              <a:off x="5346125" y="1780475"/>
              <a:ext cx="265550" cy="250625"/>
            </a:xfrm>
            <a:custGeom>
              <a:avLst/>
              <a:gdLst/>
              <a:ahLst/>
              <a:cxnLst/>
              <a:rect l="l" t="t" r="r" b="b"/>
              <a:pathLst>
                <a:path w="10622" h="10025" extrusionOk="0">
                  <a:moveTo>
                    <a:pt x="1742" y="0"/>
                  </a:moveTo>
                  <a:lnTo>
                    <a:pt x="1" y="2413"/>
                  </a:lnTo>
                  <a:lnTo>
                    <a:pt x="10572" y="10024"/>
                  </a:lnTo>
                  <a:cubicBezTo>
                    <a:pt x="10621" y="8789"/>
                    <a:pt x="10572" y="7529"/>
                    <a:pt x="10406" y="6244"/>
                  </a:cubicBezTo>
                  <a:lnTo>
                    <a:pt x="1742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69"/>
            <p:cNvSpPr/>
            <p:nvPr/>
          </p:nvSpPr>
          <p:spPr>
            <a:xfrm>
              <a:off x="4637650" y="2003700"/>
              <a:ext cx="671800" cy="471175"/>
            </a:xfrm>
            <a:custGeom>
              <a:avLst/>
              <a:gdLst/>
              <a:ahLst/>
              <a:cxnLst/>
              <a:rect l="l" t="t" r="r" b="b"/>
              <a:pathLst>
                <a:path w="26872" h="18847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lnTo>
                    <a:pt x="14568" y="12603"/>
                  </a:lnTo>
                  <a:lnTo>
                    <a:pt x="23232" y="18847"/>
                  </a:lnTo>
                  <a:cubicBezTo>
                    <a:pt x="24501" y="18590"/>
                    <a:pt x="25720" y="18241"/>
                    <a:pt x="26872" y="17802"/>
                  </a:cubicBezTo>
                  <a:lnTo>
                    <a:pt x="16309" y="10191"/>
                  </a:lnTo>
                  <a:lnTo>
                    <a:pt x="5738" y="2579"/>
                  </a:ln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69"/>
            <p:cNvSpPr/>
            <p:nvPr/>
          </p:nvSpPr>
          <p:spPr>
            <a:xfrm>
              <a:off x="5001825" y="2258450"/>
              <a:ext cx="307625" cy="216425"/>
            </a:xfrm>
            <a:custGeom>
              <a:avLst/>
              <a:gdLst/>
              <a:ahLst/>
              <a:cxnLst/>
              <a:rect l="l" t="t" r="r" b="b"/>
              <a:pathLst>
                <a:path w="12305" h="8657" extrusionOk="0">
                  <a:moveTo>
                    <a:pt x="1742" y="1"/>
                  </a:moveTo>
                  <a:lnTo>
                    <a:pt x="1" y="2413"/>
                  </a:lnTo>
                  <a:lnTo>
                    <a:pt x="8665" y="8657"/>
                  </a:lnTo>
                  <a:cubicBezTo>
                    <a:pt x="9934" y="8400"/>
                    <a:pt x="11153" y="8051"/>
                    <a:pt x="12305" y="7612"/>
                  </a:cubicBezTo>
                  <a:lnTo>
                    <a:pt x="174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69"/>
            <p:cNvSpPr/>
            <p:nvPr/>
          </p:nvSpPr>
          <p:spPr>
            <a:xfrm>
              <a:off x="4869375" y="959025"/>
              <a:ext cx="985225" cy="1753175"/>
            </a:xfrm>
            <a:custGeom>
              <a:avLst/>
              <a:gdLst/>
              <a:ahLst/>
              <a:cxnLst/>
              <a:rect l="l" t="t" r="r" b="b"/>
              <a:pathLst>
                <a:path w="39409" h="70127" extrusionOk="0">
                  <a:moveTo>
                    <a:pt x="28182" y="1"/>
                  </a:moveTo>
                  <a:lnTo>
                    <a:pt x="19958" y="2173"/>
                  </a:lnTo>
                  <a:lnTo>
                    <a:pt x="23904" y="17122"/>
                  </a:lnTo>
                  <a:lnTo>
                    <a:pt x="26110" y="25496"/>
                  </a:lnTo>
                  <a:lnTo>
                    <a:pt x="28846" y="35860"/>
                  </a:lnTo>
                  <a:cubicBezTo>
                    <a:pt x="29128" y="36954"/>
                    <a:pt x="29343" y="38032"/>
                    <a:pt x="29476" y="39102"/>
                  </a:cubicBezTo>
                  <a:cubicBezTo>
                    <a:pt x="29642" y="40387"/>
                    <a:pt x="29691" y="41647"/>
                    <a:pt x="29642" y="42882"/>
                  </a:cubicBezTo>
                  <a:cubicBezTo>
                    <a:pt x="29501" y="46132"/>
                    <a:pt x="28614" y="49175"/>
                    <a:pt x="27005" y="51845"/>
                  </a:cubicBezTo>
                  <a:cubicBezTo>
                    <a:pt x="26748" y="52268"/>
                    <a:pt x="26483" y="52682"/>
                    <a:pt x="26184" y="53080"/>
                  </a:cubicBezTo>
                  <a:cubicBezTo>
                    <a:pt x="25894" y="53487"/>
                    <a:pt x="25587" y="53876"/>
                    <a:pt x="25272" y="54258"/>
                  </a:cubicBezTo>
                  <a:cubicBezTo>
                    <a:pt x="23249" y="56621"/>
                    <a:pt x="20638" y="58428"/>
                    <a:pt x="17603" y="59589"/>
                  </a:cubicBezTo>
                  <a:cubicBezTo>
                    <a:pt x="16451" y="60028"/>
                    <a:pt x="15232" y="60377"/>
                    <a:pt x="13963" y="60634"/>
                  </a:cubicBezTo>
                  <a:cubicBezTo>
                    <a:pt x="12910" y="60841"/>
                    <a:pt x="11816" y="60982"/>
                    <a:pt x="10696" y="61056"/>
                  </a:cubicBezTo>
                  <a:lnTo>
                    <a:pt x="1" y="61745"/>
                  </a:lnTo>
                  <a:lnTo>
                    <a:pt x="2206" y="70127"/>
                  </a:lnTo>
                  <a:lnTo>
                    <a:pt x="7057" y="69812"/>
                  </a:lnTo>
                  <a:lnTo>
                    <a:pt x="11244" y="69538"/>
                  </a:lnTo>
                  <a:cubicBezTo>
                    <a:pt x="20422" y="68950"/>
                    <a:pt x="28174" y="64870"/>
                    <a:pt x="33083" y="58055"/>
                  </a:cubicBezTo>
                  <a:cubicBezTo>
                    <a:pt x="37999" y="51240"/>
                    <a:pt x="39409" y="42584"/>
                    <a:pt x="37062" y="33696"/>
                  </a:cubicBezTo>
                  <a:lnTo>
                    <a:pt x="34757" y="24940"/>
                  </a:lnTo>
                  <a:lnTo>
                    <a:pt x="32544" y="16558"/>
                  </a:lnTo>
                  <a:lnTo>
                    <a:pt x="281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69"/>
            <p:cNvSpPr/>
            <p:nvPr/>
          </p:nvSpPr>
          <p:spPr>
            <a:xfrm>
              <a:off x="4033025" y="2913450"/>
              <a:ext cx="781875" cy="584350"/>
            </a:xfrm>
            <a:custGeom>
              <a:avLst/>
              <a:gdLst/>
              <a:ahLst/>
              <a:cxnLst/>
              <a:rect l="l" t="t" r="r" b="b"/>
              <a:pathLst>
                <a:path w="31275" h="23374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26175" y="21267"/>
                  </a:lnTo>
                  <a:lnTo>
                    <a:pt x="28721" y="23100"/>
                  </a:lnTo>
                  <a:cubicBezTo>
                    <a:pt x="28978" y="23282"/>
                    <a:pt x="29285" y="23373"/>
                    <a:pt x="29583" y="23373"/>
                  </a:cubicBezTo>
                  <a:cubicBezTo>
                    <a:pt x="30047" y="23373"/>
                    <a:pt x="30503" y="23158"/>
                    <a:pt x="30793" y="22760"/>
                  </a:cubicBezTo>
                  <a:cubicBezTo>
                    <a:pt x="31274" y="22088"/>
                    <a:pt x="31117" y="21160"/>
                    <a:pt x="30454" y="20687"/>
                  </a:cubicBezTo>
                  <a:lnTo>
                    <a:pt x="27908" y="18855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69"/>
            <p:cNvSpPr/>
            <p:nvPr/>
          </p:nvSpPr>
          <p:spPr>
            <a:xfrm>
              <a:off x="4033025" y="2913450"/>
              <a:ext cx="370625" cy="296025"/>
            </a:xfrm>
            <a:custGeom>
              <a:avLst/>
              <a:gdLst/>
              <a:ahLst/>
              <a:cxnLst/>
              <a:rect l="l" t="t" r="r" b="b"/>
              <a:pathLst>
                <a:path w="14825" h="11841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69"/>
            <p:cNvSpPr/>
            <p:nvPr/>
          </p:nvSpPr>
          <p:spPr>
            <a:xfrm>
              <a:off x="4268075" y="2754050"/>
              <a:ext cx="667050" cy="471025"/>
            </a:xfrm>
            <a:custGeom>
              <a:avLst/>
              <a:gdLst/>
              <a:ahLst/>
              <a:cxnLst/>
              <a:rect l="l" t="t" r="r" b="b"/>
              <a:pathLst>
                <a:path w="26682" h="18841" extrusionOk="0">
                  <a:moveTo>
                    <a:pt x="3640" y="1"/>
                  </a:moveTo>
                  <a:cubicBezTo>
                    <a:pt x="2372" y="249"/>
                    <a:pt x="1161" y="598"/>
                    <a:pt x="0" y="1045"/>
                  </a:cubicBezTo>
                  <a:lnTo>
                    <a:pt x="10572" y="8657"/>
                  </a:lnTo>
                  <a:lnTo>
                    <a:pt x="21143" y="16268"/>
                  </a:lnTo>
                  <a:lnTo>
                    <a:pt x="24327" y="18565"/>
                  </a:lnTo>
                  <a:cubicBezTo>
                    <a:pt x="24587" y="18750"/>
                    <a:pt x="24890" y="18840"/>
                    <a:pt x="25189" y="18840"/>
                  </a:cubicBezTo>
                  <a:cubicBezTo>
                    <a:pt x="25651" y="18840"/>
                    <a:pt x="26108" y="18627"/>
                    <a:pt x="26399" y="18225"/>
                  </a:cubicBezTo>
                  <a:cubicBezTo>
                    <a:pt x="26590" y="17959"/>
                    <a:pt x="26681" y="17661"/>
                    <a:pt x="26681" y="17354"/>
                  </a:cubicBezTo>
                  <a:cubicBezTo>
                    <a:pt x="26681" y="17213"/>
                    <a:pt x="26656" y="17072"/>
                    <a:pt x="26615" y="16931"/>
                  </a:cubicBezTo>
                  <a:cubicBezTo>
                    <a:pt x="26590" y="16848"/>
                    <a:pt x="26565" y="16765"/>
                    <a:pt x="26524" y="16691"/>
                  </a:cubicBezTo>
                  <a:cubicBezTo>
                    <a:pt x="26457" y="16558"/>
                    <a:pt x="26374" y="16434"/>
                    <a:pt x="26267" y="16326"/>
                  </a:cubicBezTo>
                  <a:cubicBezTo>
                    <a:pt x="26225" y="16285"/>
                    <a:pt x="26184" y="16243"/>
                    <a:pt x="26134" y="16202"/>
                  </a:cubicBezTo>
                  <a:cubicBezTo>
                    <a:pt x="26109" y="16185"/>
                    <a:pt x="26084" y="16168"/>
                    <a:pt x="26059" y="16152"/>
                  </a:cubicBezTo>
                  <a:lnTo>
                    <a:pt x="20977" y="12487"/>
                  </a:lnTo>
                  <a:lnTo>
                    <a:pt x="12313" y="6244"/>
                  </a:lnTo>
                  <a:lnTo>
                    <a:pt x="364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69"/>
            <p:cNvSpPr/>
            <p:nvPr/>
          </p:nvSpPr>
          <p:spPr>
            <a:xfrm>
              <a:off x="4532350" y="2910125"/>
              <a:ext cx="402775" cy="314950"/>
            </a:xfrm>
            <a:custGeom>
              <a:avLst/>
              <a:gdLst/>
              <a:ahLst/>
              <a:cxnLst/>
              <a:rect l="l" t="t" r="r" b="b"/>
              <a:pathLst>
                <a:path w="16111" h="12598" extrusionOk="0">
                  <a:moveTo>
                    <a:pt x="1742" y="1"/>
                  </a:moveTo>
                  <a:lnTo>
                    <a:pt x="1" y="2414"/>
                  </a:lnTo>
                  <a:lnTo>
                    <a:pt x="10572" y="10025"/>
                  </a:lnTo>
                  <a:lnTo>
                    <a:pt x="13756" y="12322"/>
                  </a:lnTo>
                  <a:cubicBezTo>
                    <a:pt x="14016" y="12507"/>
                    <a:pt x="14319" y="12597"/>
                    <a:pt x="14618" y="12597"/>
                  </a:cubicBezTo>
                  <a:cubicBezTo>
                    <a:pt x="15080" y="12597"/>
                    <a:pt x="15537" y="12384"/>
                    <a:pt x="15828" y="11982"/>
                  </a:cubicBezTo>
                  <a:cubicBezTo>
                    <a:pt x="16019" y="11716"/>
                    <a:pt x="16110" y="11418"/>
                    <a:pt x="16110" y="11111"/>
                  </a:cubicBezTo>
                  <a:cubicBezTo>
                    <a:pt x="16110" y="10970"/>
                    <a:pt x="16085" y="10829"/>
                    <a:pt x="16044" y="10688"/>
                  </a:cubicBezTo>
                  <a:cubicBezTo>
                    <a:pt x="16019" y="10605"/>
                    <a:pt x="15994" y="10522"/>
                    <a:pt x="15953" y="10448"/>
                  </a:cubicBezTo>
                  <a:cubicBezTo>
                    <a:pt x="15886" y="10315"/>
                    <a:pt x="15803" y="10191"/>
                    <a:pt x="15696" y="10083"/>
                  </a:cubicBezTo>
                  <a:cubicBezTo>
                    <a:pt x="15654" y="10042"/>
                    <a:pt x="15613" y="10000"/>
                    <a:pt x="15563" y="9959"/>
                  </a:cubicBezTo>
                  <a:cubicBezTo>
                    <a:pt x="15538" y="9942"/>
                    <a:pt x="15513" y="9925"/>
                    <a:pt x="15488" y="9909"/>
                  </a:cubicBezTo>
                  <a:lnTo>
                    <a:pt x="10406" y="624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69"/>
            <p:cNvSpPr/>
            <p:nvPr/>
          </p:nvSpPr>
          <p:spPr>
            <a:xfrm>
              <a:off x="3966075" y="3197850"/>
              <a:ext cx="629725" cy="505150"/>
            </a:xfrm>
            <a:custGeom>
              <a:avLst/>
              <a:gdLst/>
              <a:ahLst/>
              <a:cxnLst/>
              <a:rect l="l" t="t" r="r" b="b"/>
              <a:pathLst>
                <a:path w="25189" h="20206" extrusionOk="0">
                  <a:moveTo>
                    <a:pt x="50" y="0"/>
                  </a:moveTo>
                  <a:lnTo>
                    <a:pt x="50" y="0"/>
                  </a:lnTo>
                  <a:cubicBezTo>
                    <a:pt x="0" y="1235"/>
                    <a:pt x="50" y="2496"/>
                    <a:pt x="216" y="3781"/>
                  </a:cubicBezTo>
                  <a:lnTo>
                    <a:pt x="8880" y="10024"/>
                  </a:lnTo>
                  <a:lnTo>
                    <a:pt x="17544" y="16267"/>
                  </a:lnTo>
                  <a:lnTo>
                    <a:pt x="17553" y="16267"/>
                  </a:lnTo>
                  <a:lnTo>
                    <a:pt x="22635" y="19932"/>
                  </a:lnTo>
                  <a:cubicBezTo>
                    <a:pt x="22892" y="20114"/>
                    <a:pt x="23199" y="20206"/>
                    <a:pt x="23497" y="20206"/>
                  </a:cubicBezTo>
                  <a:lnTo>
                    <a:pt x="23945" y="20139"/>
                  </a:lnTo>
                  <a:cubicBezTo>
                    <a:pt x="23995" y="20123"/>
                    <a:pt x="24044" y="20106"/>
                    <a:pt x="24086" y="20089"/>
                  </a:cubicBezTo>
                  <a:lnTo>
                    <a:pt x="24708" y="19592"/>
                  </a:lnTo>
                  <a:cubicBezTo>
                    <a:pt x="25189" y="18929"/>
                    <a:pt x="25039" y="18000"/>
                    <a:pt x="24368" y="17519"/>
                  </a:cubicBezTo>
                  <a:lnTo>
                    <a:pt x="21184" y="15223"/>
                  </a:lnTo>
                  <a:lnTo>
                    <a:pt x="10621" y="76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69"/>
            <p:cNvSpPr/>
            <p:nvPr/>
          </p:nvSpPr>
          <p:spPr>
            <a:xfrm>
              <a:off x="4188075" y="3388125"/>
              <a:ext cx="407725" cy="314875"/>
            </a:xfrm>
            <a:custGeom>
              <a:avLst/>
              <a:gdLst/>
              <a:ahLst/>
              <a:cxnLst/>
              <a:rect l="l" t="t" r="r" b="b"/>
              <a:pathLst>
                <a:path w="16309" h="12595" extrusionOk="0">
                  <a:moveTo>
                    <a:pt x="1741" y="0"/>
                  </a:moveTo>
                  <a:lnTo>
                    <a:pt x="0" y="2413"/>
                  </a:lnTo>
                  <a:lnTo>
                    <a:pt x="8664" y="8656"/>
                  </a:lnTo>
                  <a:lnTo>
                    <a:pt x="8673" y="8656"/>
                  </a:lnTo>
                  <a:lnTo>
                    <a:pt x="13755" y="12321"/>
                  </a:lnTo>
                  <a:cubicBezTo>
                    <a:pt x="14012" y="12503"/>
                    <a:pt x="14319" y="12595"/>
                    <a:pt x="14617" y="12595"/>
                  </a:cubicBezTo>
                  <a:lnTo>
                    <a:pt x="15065" y="12528"/>
                  </a:lnTo>
                  <a:cubicBezTo>
                    <a:pt x="15115" y="12512"/>
                    <a:pt x="15164" y="12495"/>
                    <a:pt x="15206" y="12478"/>
                  </a:cubicBezTo>
                  <a:lnTo>
                    <a:pt x="15828" y="11981"/>
                  </a:lnTo>
                  <a:cubicBezTo>
                    <a:pt x="16309" y="11318"/>
                    <a:pt x="16159" y="10389"/>
                    <a:pt x="15488" y="9908"/>
                  </a:cubicBezTo>
                  <a:lnTo>
                    <a:pt x="12304" y="7612"/>
                  </a:lnTo>
                  <a:lnTo>
                    <a:pt x="174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78" name="Google Shape;1178;p69"/>
          <p:cNvCxnSpPr/>
          <p:nvPr/>
        </p:nvCxnSpPr>
        <p:spPr>
          <a:xfrm flipH="1">
            <a:off x="4575175" y="405877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97EA2-392C-CF6B-EEDA-B31C79445B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815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423760A-FB43-FF39-89CF-32265C1D0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Parent Selection</a:t>
            </a:r>
            <a:br>
              <a:rPr lang="en-US" dirty="0"/>
            </a:br>
            <a:r>
              <a:rPr lang="en-US" sz="2000" b="0" dirty="0"/>
              <a:t>Over-selection</a:t>
            </a:r>
            <a:endParaRPr lang="en-US" b="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002E906-80A6-2F45-A3E0-90318216FF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20025" y="1500542"/>
            <a:ext cx="643798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Used when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population sizes are large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 (often thousands).</a:t>
            </a:r>
            <a:endParaRPr lang="en-US" altLang="en-US" dirty="0">
              <a:solidFill>
                <a:schemeClr val="tx1"/>
              </a:solidFill>
              <a:latin typeface="Abhaya Libre" panose="02000503000000000000" pitchFamily="2" charset="0"/>
              <a:cs typeface="Abhaya Libre" panose="02000503000000000000" pitchFamily="2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Courier New" panose="02070309020205020404" pitchFamily="49" charset="0"/>
              <a:buChar char="o"/>
            </a:pPr>
            <a:r>
              <a:rPr lang="en-US" dirty="0">
                <a:latin typeface="Abhaya Libre" panose="02000503000000000000" pitchFamily="2" charset="0"/>
                <a:cs typeface="Abhaya Libre" panose="02000503000000000000" pitchFamily="2" charset="0"/>
              </a:rPr>
              <a:t>simple selection methods like tournament or roulette-wheel may </a:t>
            </a:r>
            <a:r>
              <a:rPr lang="en-US" b="1" dirty="0">
                <a:latin typeface="Abhaya Libre" panose="02000503000000000000" pitchFamily="2" charset="0"/>
                <a:cs typeface="Abhaya Libre" panose="02000503000000000000" pitchFamily="2" charset="0"/>
              </a:rPr>
              <a:t>lose focus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Tx/>
              <a:buFont typeface="Courier New" panose="02070309020205020404" pitchFamily="49" charset="0"/>
              <a:buChar char="o"/>
            </a:pPr>
            <a:r>
              <a:rPr lang="en-US" dirty="0">
                <a:latin typeface="Abhaya Libre" panose="02000503000000000000" pitchFamily="2" charset="0"/>
                <a:cs typeface="Abhaya Libre" panose="02000503000000000000" pitchFamily="2" charset="0"/>
              </a:rPr>
              <a:t>they can become too random or not selective enough.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bhaya Libre" panose="02000503000000000000" pitchFamily="2" charset="0"/>
              <a:cs typeface="Abhaya Libre" panose="02000503000000000000" pitchFamily="2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Aims to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increase selection pressure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focus on the best individuals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haya Libre" panose="02000503000000000000" pitchFamily="2" charset="0"/>
                <a:cs typeface="Abhaya Libre" panose="02000503000000000000" pitchFamily="2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DE0412-A1DE-D630-6B88-D8158C39E1A4}"/>
              </a:ext>
            </a:extLst>
          </p:cNvPr>
          <p:cNvSpPr txBox="1"/>
          <p:nvPr/>
        </p:nvSpPr>
        <p:spPr>
          <a:xfrm>
            <a:off x="720024" y="2688852"/>
            <a:ext cx="712211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Rank the population based on fitness (best to worst).</a:t>
            </a:r>
          </a:p>
          <a:p>
            <a:pPr marL="342900" indent="-342900">
              <a:buClr>
                <a:schemeClr val="accent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Split the population into two groups:</a:t>
            </a:r>
          </a:p>
          <a:p>
            <a:pPr lvl="2">
              <a:buClr>
                <a:schemeClr val="accent1"/>
              </a:buClr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Top x% → “elite” group (e.g., top 10–20%).</a:t>
            </a:r>
          </a:p>
          <a:p>
            <a:pPr lvl="2">
              <a:buClr>
                <a:schemeClr val="accent1"/>
              </a:buClr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Bottom (100−x)% → “non-elite” group.</a:t>
            </a:r>
          </a:p>
          <a:p>
            <a:pPr marL="342900" indent="-342900">
              <a:buClr>
                <a:schemeClr val="accent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During parent selection:</a:t>
            </a:r>
          </a:p>
          <a:p>
            <a:pPr>
              <a:buClr>
                <a:schemeClr val="accent1"/>
              </a:buClr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80% of selections are made from the elite group.</a:t>
            </a:r>
          </a:p>
          <a:p>
            <a:pPr>
              <a:buClr>
                <a:schemeClr val="accent1"/>
              </a:buClr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20% of selections come from the non-elite group (to preserve diversity).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08C962-1FDE-2061-80EB-C61343517C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459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59"/>
          <p:cNvSpPr txBox="1">
            <a:spLocks noGrp="1"/>
          </p:cNvSpPr>
          <p:nvPr>
            <p:ph type="title"/>
          </p:nvPr>
        </p:nvSpPr>
        <p:spPr>
          <a:xfrm>
            <a:off x="713225" y="2198600"/>
            <a:ext cx="4731600" cy="10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Mutation</a:t>
            </a:r>
            <a:endParaRPr dirty="0"/>
          </a:p>
        </p:txBody>
      </p:sp>
      <p:sp>
        <p:nvSpPr>
          <p:cNvPr id="936" name="Google Shape;936;p59"/>
          <p:cNvSpPr txBox="1">
            <a:spLocks noGrp="1"/>
          </p:cNvSpPr>
          <p:nvPr>
            <p:ph type="subTitle" idx="1"/>
          </p:nvPr>
        </p:nvSpPr>
        <p:spPr>
          <a:xfrm>
            <a:off x="713225" y="3258575"/>
            <a:ext cx="4731600" cy="41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Mutation tends to increase trees depth.</a:t>
            </a:r>
            <a:endParaRPr dirty="0"/>
          </a:p>
        </p:txBody>
      </p:sp>
      <p:grpSp>
        <p:nvGrpSpPr>
          <p:cNvPr id="937" name="Google Shape;937;p59"/>
          <p:cNvGrpSpPr/>
          <p:nvPr/>
        </p:nvGrpSpPr>
        <p:grpSpPr>
          <a:xfrm>
            <a:off x="5377480" y="229057"/>
            <a:ext cx="4780550" cy="5926770"/>
            <a:chOff x="3453675" y="959025"/>
            <a:chExt cx="2670400" cy="3310675"/>
          </a:xfrm>
        </p:grpSpPr>
        <p:sp>
          <p:nvSpPr>
            <p:cNvPr id="938" name="Google Shape;938;p59"/>
            <p:cNvSpPr/>
            <p:nvPr/>
          </p:nvSpPr>
          <p:spPr>
            <a:xfrm>
              <a:off x="3453675" y="3646400"/>
              <a:ext cx="440900" cy="236925"/>
            </a:xfrm>
            <a:custGeom>
              <a:avLst/>
              <a:gdLst/>
              <a:ahLst/>
              <a:cxnLst/>
              <a:rect l="l" t="t" r="r" b="b"/>
              <a:pathLst>
                <a:path w="17636" h="9477" extrusionOk="0">
                  <a:moveTo>
                    <a:pt x="15430" y="0"/>
                  </a:moveTo>
                  <a:lnTo>
                    <a:pt x="1" y="995"/>
                  </a:lnTo>
                  <a:lnTo>
                    <a:pt x="548" y="9477"/>
                  </a:lnTo>
                  <a:lnTo>
                    <a:pt x="17636" y="8374"/>
                  </a:lnTo>
                  <a:lnTo>
                    <a:pt x="15430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59"/>
            <p:cNvSpPr/>
            <p:nvPr/>
          </p:nvSpPr>
          <p:spPr>
            <a:xfrm>
              <a:off x="4055600" y="1387050"/>
              <a:ext cx="1466525" cy="2454825"/>
            </a:xfrm>
            <a:custGeom>
              <a:avLst/>
              <a:gdLst/>
              <a:ahLst/>
              <a:cxnLst/>
              <a:rect l="l" t="t" r="r" b="b"/>
              <a:pathLst>
                <a:path w="58661" h="98193" extrusionOk="0">
                  <a:moveTo>
                    <a:pt x="56455" y="1"/>
                  </a:moveTo>
                  <a:lnTo>
                    <a:pt x="47418" y="581"/>
                  </a:lnTo>
                  <a:cubicBezTo>
                    <a:pt x="38240" y="1178"/>
                    <a:pt x="30479" y="5257"/>
                    <a:pt x="25571" y="12073"/>
                  </a:cubicBezTo>
                  <a:cubicBezTo>
                    <a:pt x="20662" y="18888"/>
                    <a:pt x="19253" y="27536"/>
                    <a:pt x="21599" y="36432"/>
                  </a:cubicBezTo>
                  <a:lnTo>
                    <a:pt x="22661" y="40486"/>
                  </a:lnTo>
                  <a:lnTo>
                    <a:pt x="23904" y="45187"/>
                  </a:lnTo>
                  <a:lnTo>
                    <a:pt x="26110" y="53561"/>
                  </a:lnTo>
                  <a:lnTo>
                    <a:pt x="28846" y="63925"/>
                  </a:lnTo>
                  <a:cubicBezTo>
                    <a:pt x="29128" y="65020"/>
                    <a:pt x="29343" y="66098"/>
                    <a:pt x="29476" y="67167"/>
                  </a:cubicBezTo>
                  <a:lnTo>
                    <a:pt x="34558" y="70832"/>
                  </a:lnTo>
                  <a:cubicBezTo>
                    <a:pt x="34583" y="70848"/>
                    <a:pt x="34608" y="70865"/>
                    <a:pt x="34633" y="70882"/>
                  </a:cubicBezTo>
                  <a:cubicBezTo>
                    <a:pt x="34683" y="70923"/>
                    <a:pt x="34724" y="70965"/>
                    <a:pt x="34766" y="71006"/>
                  </a:cubicBezTo>
                  <a:cubicBezTo>
                    <a:pt x="34873" y="71114"/>
                    <a:pt x="34956" y="71238"/>
                    <a:pt x="35023" y="71371"/>
                  </a:cubicBezTo>
                  <a:cubicBezTo>
                    <a:pt x="35064" y="71445"/>
                    <a:pt x="35089" y="71528"/>
                    <a:pt x="35114" y="71611"/>
                  </a:cubicBezTo>
                  <a:cubicBezTo>
                    <a:pt x="35155" y="71752"/>
                    <a:pt x="35180" y="71893"/>
                    <a:pt x="35180" y="72034"/>
                  </a:cubicBezTo>
                  <a:cubicBezTo>
                    <a:pt x="35180" y="72341"/>
                    <a:pt x="35089" y="72639"/>
                    <a:pt x="34898" y="72905"/>
                  </a:cubicBezTo>
                  <a:cubicBezTo>
                    <a:pt x="34607" y="73307"/>
                    <a:pt x="34150" y="73520"/>
                    <a:pt x="33688" y="73520"/>
                  </a:cubicBezTo>
                  <a:cubicBezTo>
                    <a:pt x="33389" y="73520"/>
                    <a:pt x="33086" y="73430"/>
                    <a:pt x="32826" y="73245"/>
                  </a:cubicBezTo>
                  <a:lnTo>
                    <a:pt x="29642" y="70948"/>
                  </a:lnTo>
                  <a:cubicBezTo>
                    <a:pt x="29501" y="74198"/>
                    <a:pt x="28614" y="77241"/>
                    <a:pt x="27005" y="79911"/>
                  </a:cubicBezTo>
                  <a:lnTo>
                    <a:pt x="29551" y="81743"/>
                  </a:lnTo>
                  <a:cubicBezTo>
                    <a:pt x="30214" y="82216"/>
                    <a:pt x="30371" y="83144"/>
                    <a:pt x="29890" y="83816"/>
                  </a:cubicBezTo>
                  <a:cubicBezTo>
                    <a:pt x="29600" y="84214"/>
                    <a:pt x="29144" y="84429"/>
                    <a:pt x="28680" y="84429"/>
                  </a:cubicBezTo>
                  <a:cubicBezTo>
                    <a:pt x="28382" y="84429"/>
                    <a:pt x="28075" y="84338"/>
                    <a:pt x="27818" y="84156"/>
                  </a:cubicBezTo>
                  <a:lnTo>
                    <a:pt x="25272" y="82323"/>
                  </a:lnTo>
                  <a:cubicBezTo>
                    <a:pt x="23249" y="84686"/>
                    <a:pt x="20638" y="86486"/>
                    <a:pt x="17603" y="87655"/>
                  </a:cubicBezTo>
                  <a:lnTo>
                    <a:pt x="20787" y="89951"/>
                  </a:lnTo>
                  <a:cubicBezTo>
                    <a:pt x="21458" y="90424"/>
                    <a:pt x="21608" y="91352"/>
                    <a:pt x="21127" y="92024"/>
                  </a:cubicBezTo>
                  <a:lnTo>
                    <a:pt x="20505" y="92521"/>
                  </a:lnTo>
                  <a:cubicBezTo>
                    <a:pt x="20463" y="92538"/>
                    <a:pt x="20414" y="92555"/>
                    <a:pt x="20364" y="92571"/>
                  </a:cubicBezTo>
                  <a:lnTo>
                    <a:pt x="19916" y="92638"/>
                  </a:lnTo>
                  <a:cubicBezTo>
                    <a:pt x="19618" y="92638"/>
                    <a:pt x="19311" y="92546"/>
                    <a:pt x="19054" y="92356"/>
                  </a:cubicBezTo>
                  <a:lnTo>
                    <a:pt x="13972" y="88699"/>
                  </a:lnTo>
                  <a:lnTo>
                    <a:pt x="13963" y="88699"/>
                  </a:lnTo>
                  <a:cubicBezTo>
                    <a:pt x="12910" y="88907"/>
                    <a:pt x="11816" y="89047"/>
                    <a:pt x="10697" y="89122"/>
                  </a:cubicBezTo>
                  <a:lnTo>
                    <a:pt x="1" y="89810"/>
                  </a:lnTo>
                  <a:lnTo>
                    <a:pt x="2206" y="98193"/>
                  </a:lnTo>
                  <a:lnTo>
                    <a:pt x="11244" y="97604"/>
                  </a:lnTo>
                  <a:cubicBezTo>
                    <a:pt x="20422" y="97015"/>
                    <a:pt x="28174" y="92936"/>
                    <a:pt x="33091" y="86121"/>
                  </a:cubicBezTo>
                  <a:cubicBezTo>
                    <a:pt x="37999" y="79305"/>
                    <a:pt x="39409" y="70649"/>
                    <a:pt x="37062" y="61761"/>
                  </a:cubicBezTo>
                  <a:lnTo>
                    <a:pt x="35993" y="57699"/>
                  </a:lnTo>
                  <a:lnTo>
                    <a:pt x="34757" y="53006"/>
                  </a:lnTo>
                  <a:lnTo>
                    <a:pt x="32552" y="44624"/>
                  </a:lnTo>
                  <a:lnTo>
                    <a:pt x="29816" y="34260"/>
                  </a:lnTo>
                  <a:cubicBezTo>
                    <a:pt x="29526" y="33174"/>
                    <a:pt x="29318" y="32096"/>
                    <a:pt x="29186" y="31026"/>
                  </a:cubicBezTo>
                  <a:lnTo>
                    <a:pt x="24095" y="27361"/>
                  </a:lnTo>
                  <a:cubicBezTo>
                    <a:pt x="23432" y="26881"/>
                    <a:pt x="23282" y="25952"/>
                    <a:pt x="23755" y="25280"/>
                  </a:cubicBezTo>
                  <a:cubicBezTo>
                    <a:pt x="24045" y="24882"/>
                    <a:pt x="24501" y="24667"/>
                    <a:pt x="24966" y="24667"/>
                  </a:cubicBezTo>
                  <a:cubicBezTo>
                    <a:pt x="25264" y="24667"/>
                    <a:pt x="25571" y="24758"/>
                    <a:pt x="25836" y="24949"/>
                  </a:cubicBezTo>
                  <a:lnTo>
                    <a:pt x="29020" y="27245"/>
                  </a:lnTo>
                  <a:cubicBezTo>
                    <a:pt x="29161" y="23995"/>
                    <a:pt x="30048" y="20952"/>
                    <a:pt x="31648" y="18283"/>
                  </a:cubicBezTo>
                  <a:lnTo>
                    <a:pt x="29103" y="16450"/>
                  </a:lnTo>
                  <a:cubicBezTo>
                    <a:pt x="28440" y="15969"/>
                    <a:pt x="28290" y="15041"/>
                    <a:pt x="28771" y="14378"/>
                  </a:cubicBezTo>
                  <a:lnTo>
                    <a:pt x="29385" y="13880"/>
                  </a:lnTo>
                  <a:cubicBezTo>
                    <a:pt x="29434" y="13855"/>
                    <a:pt x="29484" y="13839"/>
                    <a:pt x="29534" y="13830"/>
                  </a:cubicBezTo>
                  <a:lnTo>
                    <a:pt x="29973" y="13756"/>
                  </a:lnTo>
                  <a:cubicBezTo>
                    <a:pt x="30280" y="13756"/>
                    <a:pt x="30579" y="13847"/>
                    <a:pt x="30844" y="14038"/>
                  </a:cubicBezTo>
                  <a:lnTo>
                    <a:pt x="33389" y="15870"/>
                  </a:lnTo>
                  <a:cubicBezTo>
                    <a:pt x="35412" y="13507"/>
                    <a:pt x="38016" y="11700"/>
                    <a:pt x="41050" y="10539"/>
                  </a:cubicBezTo>
                  <a:lnTo>
                    <a:pt x="37867" y="8242"/>
                  </a:lnTo>
                  <a:cubicBezTo>
                    <a:pt x="37469" y="7952"/>
                    <a:pt x="37253" y="7496"/>
                    <a:pt x="37253" y="7032"/>
                  </a:cubicBezTo>
                  <a:cubicBezTo>
                    <a:pt x="37253" y="6733"/>
                    <a:pt x="37344" y="6426"/>
                    <a:pt x="37535" y="6169"/>
                  </a:cubicBezTo>
                  <a:cubicBezTo>
                    <a:pt x="37821" y="5763"/>
                    <a:pt x="38274" y="5548"/>
                    <a:pt x="38736" y="5548"/>
                  </a:cubicBezTo>
                  <a:cubicBezTo>
                    <a:pt x="39037" y="5548"/>
                    <a:pt x="39342" y="5639"/>
                    <a:pt x="39608" y="5829"/>
                  </a:cubicBezTo>
                  <a:lnTo>
                    <a:pt x="44690" y="9494"/>
                  </a:lnTo>
                  <a:cubicBezTo>
                    <a:pt x="45751" y="9287"/>
                    <a:pt x="46838" y="9138"/>
                    <a:pt x="47965" y="9071"/>
                  </a:cubicBezTo>
                  <a:lnTo>
                    <a:pt x="58661" y="8375"/>
                  </a:lnTo>
                  <a:lnTo>
                    <a:pt x="5645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59"/>
            <p:cNvSpPr/>
            <p:nvPr/>
          </p:nvSpPr>
          <p:spPr>
            <a:xfrm>
              <a:off x="4637650" y="2003700"/>
              <a:ext cx="147600" cy="159025"/>
            </a:xfrm>
            <a:custGeom>
              <a:avLst/>
              <a:gdLst/>
              <a:ahLst/>
              <a:cxnLst/>
              <a:rect l="l" t="t" r="r" b="b"/>
              <a:pathLst>
                <a:path w="5904" h="6361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cubicBezTo>
                    <a:pt x="5738" y="5075"/>
                    <a:pt x="5680" y="3806"/>
                    <a:pt x="5738" y="2579"/>
                  </a:cubicBez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59"/>
            <p:cNvSpPr/>
            <p:nvPr/>
          </p:nvSpPr>
          <p:spPr>
            <a:xfrm>
              <a:off x="4762850" y="1730925"/>
              <a:ext cx="127500" cy="113200"/>
            </a:xfrm>
            <a:custGeom>
              <a:avLst/>
              <a:gdLst/>
              <a:ahLst/>
              <a:cxnLst/>
              <a:rect l="l" t="t" r="r" b="b"/>
              <a:pathLst>
                <a:path w="5100" h="4528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cubicBezTo>
                    <a:pt x="3615" y="4105"/>
                    <a:pt x="3889" y="3690"/>
                    <a:pt x="4179" y="3284"/>
                  </a:cubicBezTo>
                  <a:cubicBezTo>
                    <a:pt x="4469" y="2886"/>
                    <a:pt x="4776" y="2488"/>
                    <a:pt x="5099" y="2115"/>
                  </a:cubicBez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59"/>
            <p:cNvSpPr/>
            <p:nvPr/>
          </p:nvSpPr>
          <p:spPr>
            <a:xfrm>
              <a:off x="4986925" y="1525725"/>
              <a:ext cx="185950" cy="124800"/>
            </a:xfrm>
            <a:custGeom>
              <a:avLst/>
              <a:gdLst/>
              <a:ahLst/>
              <a:cxnLst/>
              <a:rect l="l" t="t" r="r" b="b"/>
              <a:pathLst>
                <a:path w="7438" h="4992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cubicBezTo>
                    <a:pt x="4950" y="4544"/>
                    <a:pt x="6169" y="4196"/>
                    <a:pt x="7437" y="3947"/>
                  </a:cubicBez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59"/>
            <p:cNvSpPr/>
            <p:nvPr/>
          </p:nvSpPr>
          <p:spPr>
            <a:xfrm>
              <a:off x="5682950" y="1345400"/>
              <a:ext cx="441125" cy="237150"/>
            </a:xfrm>
            <a:custGeom>
              <a:avLst/>
              <a:gdLst/>
              <a:ahLst/>
              <a:cxnLst/>
              <a:rect l="l" t="t" r="r" b="b"/>
              <a:pathLst>
                <a:path w="17645" h="9486" extrusionOk="0">
                  <a:moveTo>
                    <a:pt x="17097" y="0"/>
                  </a:moveTo>
                  <a:lnTo>
                    <a:pt x="1" y="1111"/>
                  </a:lnTo>
                  <a:lnTo>
                    <a:pt x="2214" y="9485"/>
                  </a:lnTo>
                  <a:lnTo>
                    <a:pt x="17644" y="8490"/>
                  </a:lnTo>
                  <a:lnTo>
                    <a:pt x="17097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59"/>
            <p:cNvSpPr/>
            <p:nvPr/>
          </p:nvSpPr>
          <p:spPr>
            <a:xfrm>
              <a:off x="4404875" y="3578400"/>
              <a:ext cx="190925" cy="124600"/>
            </a:xfrm>
            <a:custGeom>
              <a:avLst/>
              <a:gdLst/>
              <a:ahLst/>
              <a:cxnLst/>
              <a:rect l="l" t="t" r="r" b="b"/>
              <a:pathLst>
                <a:path w="7637" h="4984" extrusionOk="0">
                  <a:moveTo>
                    <a:pt x="3632" y="1"/>
                  </a:moveTo>
                  <a:cubicBezTo>
                    <a:pt x="2480" y="440"/>
                    <a:pt x="1269" y="788"/>
                    <a:pt x="1" y="1045"/>
                  </a:cubicBezTo>
                  <a:lnTo>
                    <a:pt x="5083" y="4710"/>
                  </a:lnTo>
                  <a:cubicBezTo>
                    <a:pt x="5340" y="4892"/>
                    <a:pt x="5647" y="4984"/>
                    <a:pt x="5945" y="4984"/>
                  </a:cubicBezTo>
                  <a:lnTo>
                    <a:pt x="6393" y="4917"/>
                  </a:lnTo>
                  <a:cubicBezTo>
                    <a:pt x="6443" y="4901"/>
                    <a:pt x="6492" y="4884"/>
                    <a:pt x="6534" y="4867"/>
                  </a:cubicBezTo>
                  <a:lnTo>
                    <a:pt x="7156" y="4370"/>
                  </a:lnTo>
                  <a:cubicBezTo>
                    <a:pt x="7637" y="3707"/>
                    <a:pt x="7487" y="2778"/>
                    <a:pt x="6816" y="2297"/>
                  </a:cubicBezTo>
                  <a:lnTo>
                    <a:pt x="3632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59"/>
            <p:cNvSpPr/>
            <p:nvPr/>
          </p:nvSpPr>
          <p:spPr>
            <a:xfrm>
              <a:off x="4687400" y="3384800"/>
              <a:ext cx="127500" cy="113000"/>
            </a:xfrm>
            <a:custGeom>
              <a:avLst/>
              <a:gdLst/>
              <a:ahLst/>
              <a:cxnLst/>
              <a:rect l="l" t="t" r="r" b="b"/>
              <a:pathLst>
                <a:path w="5100" h="4520" extrusionOk="0">
                  <a:moveTo>
                    <a:pt x="1733" y="1"/>
                  </a:moveTo>
                  <a:cubicBezTo>
                    <a:pt x="1484" y="423"/>
                    <a:pt x="1211" y="838"/>
                    <a:pt x="921" y="1236"/>
                  </a:cubicBezTo>
                  <a:cubicBezTo>
                    <a:pt x="622" y="1642"/>
                    <a:pt x="315" y="2032"/>
                    <a:pt x="0" y="2413"/>
                  </a:cubicBezTo>
                  <a:lnTo>
                    <a:pt x="2546" y="4246"/>
                  </a:lnTo>
                  <a:cubicBezTo>
                    <a:pt x="2803" y="4428"/>
                    <a:pt x="3110" y="4519"/>
                    <a:pt x="3408" y="4519"/>
                  </a:cubicBezTo>
                  <a:cubicBezTo>
                    <a:pt x="3872" y="4519"/>
                    <a:pt x="4328" y="4304"/>
                    <a:pt x="4618" y="3906"/>
                  </a:cubicBezTo>
                  <a:cubicBezTo>
                    <a:pt x="5099" y="3234"/>
                    <a:pt x="4942" y="2306"/>
                    <a:pt x="4279" y="183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59"/>
            <p:cNvSpPr/>
            <p:nvPr/>
          </p:nvSpPr>
          <p:spPr>
            <a:xfrm>
              <a:off x="4792475" y="3066225"/>
              <a:ext cx="142650" cy="158850"/>
            </a:xfrm>
            <a:custGeom>
              <a:avLst/>
              <a:gdLst/>
              <a:ahLst/>
              <a:cxnLst/>
              <a:rect l="l" t="t" r="r" b="b"/>
              <a:pathLst>
                <a:path w="5706" h="6354" extrusionOk="0">
                  <a:moveTo>
                    <a:pt x="1" y="0"/>
                  </a:moveTo>
                  <a:lnTo>
                    <a:pt x="1" y="0"/>
                  </a:lnTo>
                  <a:cubicBezTo>
                    <a:pt x="167" y="1285"/>
                    <a:pt x="217" y="2546"/>
                    <a:pt x="167" y="3781"/>
                  </a:cubicBezTo>
                  <a:lnTo>
                    <a:pt x="3351" y="6078"/>
                  </a:lnTo>
                  <a:cubicBezTo>
                    <a:pt x="3611" y="6263"/>
                    <a:pt x="3914" y="6353"/>
                    <a:pt x="4213" y="6353"/>
                  </a:cubicBezTo>
                  <a:cubicBezTo>
                    <a:pt x="4675" y="6353"/>
                    <a:pt x="5132" y="6140"/>
                    <a:pt x="5423" y="5738"/>
                  </a:cubicBezTo>
                  <a:cubicBezTo>
                    <a:pt x="5614" y="5472"/>
                    <a:pt x="5705" y="5174"/>
                    <a:pt x="5705" y="4867"/>
                  </a:cubicBezTo>
                  <a:cubicBezTo>
                    <a:pt x="5705" y="4726"/>
                    <a:pt x="5680" y="4585"/>
                    <a:pt x="5639" y="4444"/>
                  </a:cubicBezTo>
                  <a:cubicBezTo>
                    <a:pt x="5614" y="4361"/>
                    <a:pt x="5589" y="4278"/>
                    <a:pt x="5548" y="4204"/>
                  </a:cubicBezTo>
                  <a:cubicBezTo>
                    <a:pt x="5481" y="4071"/>
                    <a:pt x="5398" y="3947"/>
                    <a:pt x="5291" y="3839"/>
                  </a:cubicBezTo>
                  <a:cubicBezTo>
                    <a:pt x="5249" y="3798"/>
                    <a:pt x="5208" y="3756"/>
                    <a:pt x="5158" y="3715"/>
                  </a:cubicBezTo>
                  <a:cubicBezTo>
                    <a:pt x="5133" y="3698"/>
                    <a:pt x="5108" y="3681"/>
                    <a:pt x="5083" y="36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59"/>
            <p:cNvSpPr/>
            <p:nvPr/>
          </p:nvSpPr>
          <p:spPr>
            <a:xfrm>
              <a:off x="3723150" y="2516725"/>
              <a:ext cx="985200" cy="1752975"/>
            </a:xfrm>
            <a:custGeom>
              <a:avLst/>
              <a:gdLst/>
              <a:ahLst/>
              <a:cxnLst/>
              <a:rect l="l" t="t" r="r" b="b"/>
              <a:pathLst>
                <a:path w="39408" h="70119" extrusionOk="0">
                  <a:moveTo>
                    <a:pt x="37202" y="0"/>
                  </a:moveTo>
                  <a:lnTo>
                    <a:pt x="32352" y="315"/>
                  </a:lnTo>
                  <a:lnTo>
                    <a:pt x="28165" y="581"/>
                  </a:lnTo>
                  <a:cubicBezTo>
                    <a:pt x="18987" y="1178"/>
                    <a:pt x="11226" y="5257"/>
                    <a:pt x="6318" y="12072"/>
                  </a:cubicBezTo>
                  <a:cubicBezTo>
                    <a:pt x="1410" y="18888"/>
                    <a:pt x="0" y="27535"/>
                    <a:pt x="2346" y="36432"/>
                  </a:cubicBezTo>
                  <a:lnTo>
                    <a:pt x="4651" y="45187"/>
                  </a:lnTo>
                  <a:lnTo>
                    <a:pt x="6857" y="53561"/>
                  </a:lnTo>
                  <a:lnTo>
                    <a:pt x="11226" y="70118"/>
                  </a:lnTo>
                  <a:lnTo>
                    <a:pt x="19443" y="67954"/>
                  </a:lnTo>
                  <a:lnTo>
                    <a:pt x="15504" y="53006"/>
                  </a:lnTo>
                  <a:lnTo>
                    <a:pt x="13299" y="44632"/>
                  </a:lnTo>
                  <a:lnTo>
                    <a:pt x="10563" y="34268"/>
                  </a:lnTo>
                  <a:cubicBezTo>
                    <a:pt x="10273" y="33173"/>
                    <a:pt x="10065" y="32087"/>
                    <a:pt x="9933" y="31026"/>
                  </a:cubicBezTo>
                  <a:cubicBezTo>
                    <a:pt x="9767" y="29741"/>
                    <a:pt x="9717" y="28480"/>
                    <a:pt x="9767" y="27245"/>
                  </a:cubicBezTo>
                  <a:cubicBezTo>
                    <a:pt x="9908" y="23995"/>
                    <a:pt x="10795" y="20952"/>
                    <a:pt x="12395" y="18282"/>
                  </a:cubicBezTo>
                  <a:cubicBezTo>
                    <a:pt x="12652" y="17859"/>
                    <a:pt x="12926" y="17445"/>
                    <a:pt x="13216" y="17039"/>
                  </a:cubicBezTo>
                  <a:cubicBezTo>
                    <a:pt x="13506" y="16632"/>
                    <a:pt x="13813" y="16243"/>
                    <a:pt x="14136" y="15870"/>
                  </a:cubicBezTo>
                  <a:cubicBezTo>
                    <a:pt x="16159" y="13507"/>
                    <a:pt x="18763" y="11699"/>
                    <a:pt x="21797" y="10538"/>
                  </a:cubicBezTo>
                  <a:cubicBezTo>
                    <a:pt x="22958" y="10091"/>
                    <a:pt x="24169" y="9742"/>
                    <a:pt x="25437" y="9494"/>
                  </a:cubicBezTo>
                  <a:cubicBezTo>
                    <a:pt x="26498" y="9286"/>
                    <a:pt x="27593" y="9137"/>
                    <a:pt x="28712" y="9071"/>
                  </a:cubicBezTo>
                  <a:lnTo>
                    <a:pt x="39408" y="8374"/>
                  </a:lnTo>
                  <a:lnTo>
                    <a:pt x="372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59"/>
            <p:cNvSpPr/>
            <p:nvPr/>
          </p:nvSpPr>
          <p:spPr>
            <a:xfrm>
              <a:off x="4762850" y="1730925"/>
              <a:ext cx="781675" cy="584550"/>
            </a:xfrm>
            <a:custGeom>
              <a:avLst/>
              <a:gdLst/>
              <a:ahLst/>
              <a:cxnLst/>
              <a:rect l="l" t="t" r="r" b="b"/>
              <a:pathLst>
                <a:path w="31267" h="23382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29533" y="23382"/>
                  </a:lnTo>
                  <a:cubicBezTo>
                    <a:pt x="29848" y="23000"/>
                    <a:pt x="30155" y="22611"/>
                    <a:pt x="30445" y="22204"/>
                  </a:cubicBezTo>
                  <a:cubicBezTo>
                    <a:pt x="30744" y="21806"/>
                    <a:pt x="31009" y="21392"/>
                    <a:pt x="31266" y="20969"/>
                  </a:cubicBez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59"/>
            <p:cNvSpPr/>
            <p:nvPr/>
          </p:nvSpPr>
          <p:spPr>
            <a:xfrm>
              <a:off x="4762850" y="1730925"/>
              <a:ext cx="454575" cy="348875"/>
            </a:xfrm>
            <a:custGeom>
              <a:avLst/>
              <a:gdLst/>
              <a:ahLst/>
              <a:cxnLst/>
              <a:rect l="l" t="t" r="r" b="b"/>
              <a:pathLst>
                <a:path w="18183" h="13955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59"/>
            <p:cNvSpPr/>
            <p:nvPr/>
          </p:nvSpPr>
          <p:spPr>
            <a:xfrm>
              <a:off x="4986925" y="1525725"/>
              <a:ext cx="624750" cy="505375"/>
            </a:xfrm>
            <a:custGeom>
              <a:avLst/>
              <a:gdLst/>
              <a:ahLst/>
              <a:cxnLst/>
              <a:rect l="l" t="t" r="r" b="b"/>
              <a:pathLst>
                <a:path w="24990" h="20215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lnTo>
                    <a:pt x="14369" y="12603"/>
                  </a:lnTo>
                  <a:lnTo>
                    <a:pt x="24940" y="20214"/>
                  </a:lnTo>
                  <a:cubicBezTo>
                    <a:pt x="24989" y="18979"/>
                    <a:pt x="24940" y="17719"/>
                    <a:pt x="24774" y="16434"/>
                  </a:cubicBezTo>
                  <a:lnTo>
                    <a:pt x="16110" y="10190"/>
                  </a:lnTo>
                  <a:lnTo>
                    <a:pt x="7437" y="3947"/>
                  </a:ln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59"/>
            <p:cNvSpPr/>
            <p:nvPr/>
          </p:nvSpPr>
          <p:spPr>
            <a:xfrm>
              <a:off x="5346125" y="1780475"/>
              <a:ext cx="265550" cy="250625"/>
            </a:xfrm>
            <a:custGeom>
              <a:avLst/>
              <a:gdLst/>
              <a:ahLst/>
              <a:cxnLst/>
              <a:rect l="l" t="t" r="r" b="b"/>
              <a:pathLst>
                <a:path w="10622" h="10025" extrusionOk="0">
                  <a:moveTo>
                    <a:pt x="1742" y="0"/>
                  </a:moveTo>
                  <a:lnTo>
                    <a:pt x="1" y="2413"/>
                  </a:lnTo>
                  <a:lnTo>
                    <a:pt x="10572" y="10024"/>
                  </a:lnTo>
                  <a:cubicBezTo>
                    <a:pt x="10621" y="8789"/>
                    <a:pt x="10572" y="7529"/>
                    <a:pt x="10406" y="6244"/>
                  </a:cubicBezTo>
                  <a:lnTo>
                    <a:pt x="1742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59"/>
            <p:cNvSpPr/>
            <p:nvPr/>
          </p:nvSpPr>
          <p:spPr>
            <a:xfrm>
              <a:off x="4637650" y="2003700"/>
              <a:ext cx="671800" cy="471175"/>
            </a:xfrm>
            <a:custGeom>
              <a:avLst/>
              <a:gdLst/>
              <a:ahLst/>
              <a:cxnLst/>
              <a:rect l="l" t="t" r="r" b="b"/>
              <a:pathLst>
                <a:path w="26872" h="18847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lnTo>
                    <a:pt x="14568" y="12603"/>
                  </a:lnTo>
                  <a:lnTo>
                    <a:pt x="23232" y="18847"/>
                  </a:lnTo>
                  <a:cubicBezTo>
                    <a:pt x="24501" y="18590"/>
                    <a:pt x="25720" y="18241"/>
                    <a:pt x="26872" y="17802"/>
                  </a:cubicBezTo>
                  <a:lnTo>
                    <a:pt x="16309" y="10191"/>
                  </a:lnTo>
                  <a:lnTo>
                    <a:pt x="5738" y="2579"/>
                  </a:ln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59"/>
            <p:cNvSpPr/>
            <p:nvPr/>
          </p:nvSpPr>
          <p:spPr>
            <a:xfrm>
              <a:off x="5001825" y="2258450"/>
              <a:ext cx="307625" cy="216425"/>
            </a:xfrm>
            <a:custGeom>
              <a:avLst/>
              <a:gdLst/>
              <a:ahLst/>
              <a:cxnLst/>
              <a:rect l="l" t="t" r="r" b="b"/>
              <a:pathLst>
                <a:path w="12305" h="8657" extrusionOk="0">
                  <a:moveTo>
                    <a:pt x="1742" y="1"/>
                  </a:moveTo>
                  <a:lnTo>
                    <a:pt x="1" y="2413"/>
                  </a:lnTo>
                  <a:lnTo>
                    <a:pt x="8665" y="8657"/>
                  </a:lnTo>
                  <a:cubicBezTo>
                    <a:pt x="9934" y="8400"/>
                    <a:pt x="11153" y="8051"/>
                    <a:pt x="12305" y="7612"/>
                  </a:cubicBezTo>
                  <a:lnTo>
                    <a:pt x="174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59"/>
            <p:cNvSpPr/>
            <p:nvPr/>
          </p:nvSpPr>
          <p:spPr>
            <a:xfrm>
              <a:off x="4869375" y="959025"/>
              <a:ext cx="985225" cy="1753175"/>
            </a:xfrm>
            <a:custGeom>
              <a:avLst/>
              <a:gdLst/>
              <a:ahLst/>
              <a:cxnLst/>
              <a:rect l="l" t="t" r="r" b="b"/>
              <a:pathLst>
                <a:path w="39409" h="70127" extrusionOk="0">
                  <a:moveTo>
                    <a:pt x="28182" y="1"/>
                  </a:moveTo>
                  <a:lnTo>
                    <a:pt x="19958" y="2173"/>
                  </a:lnTo>
                  <a:lnTo>
                    <a:pt x="23904" y="17122"/>
                  </a:lnTo>
                  <a:lnTo>
                    <a:pt x="26110" y="25496"/>
                  </a:lnTo>
                  <a:lnTo>
                    <a:pt x="28846" y="35860"/>
                  </a:lnTo>
                  <a:cubicBezTo>
                    <a:pt x="29128" y="36954"/>
                    <a:pt x="29343" y="38032"/>
                    <a:pt x="29476" y="39102"/>
                  </a:cubicBezTo>
                  <a:cubicBezTo>
                    <a:pt x="29642" y="40387"/>
                    <a:pt x="29691" y="41647"/>
                    <a:pt x="29642" y="42882"/>
                  </a:cubicBezTo>
                  <a:cubicBezTo>
                    <a:pt x="29501" y="46132"/>
                    <a:pt x="28614" y="49175"/>
                    <a:pt x="27005" y="51845"/>
                  </a:cubicBezTo>
                  <a:cubicBezTo>
                    <a:pt x="26748" y="52268"/>
                    <a:pt x="26483" y="52682"/>
                    <a:pt x="26184" y="53080"/>
                  </a:cubicBezTo>
                  <a:cubicBezTo>
                    <a:pt x="25894" y="53487"/>
                    <a:pt x="25587" y="53876"/>
                    <a:pt x="25272" y="54258"/>
                  </a:cubicBezTo>
                  <a:cubicBezTo>
                    <a:pt x="23249" y="56621"/>
                    <a:pt x="20638" y="58428"/>
                    <a:pt x="17603" y="59589"/>
                  </a:cubicBezTo>
                  <a:cubicBezTo>
                    <a:pt x="16451" y="60028"/>
                    <a:pt x="15232" y="60377"/>
                    <a:pt x="13963" y="60634"/>
                  </a:cubicBezTo>
                  <a:cubicBezTo>
                    <a:pt x="12910" y="60841"/>
                    <a:pt x="11816" y="60982"/>
                    <a:pt x="10696" y="61056"/>
                  </a:cubicBezTo>
                  <a:lnTo>
                    <a:pt x="1" y="61745"/>
                  </a:lnTo>
                  <a:lnTo>
                    <a:pt x="2206" y="70127"/>
                  </a:lnTo>
                  <a:lnTo>
                    <a:pt x="7057" y="69812"/>
                  </a:lnTo>
                  <a:lnTo>
                    <a:pt x="11244" y="69538"/>
                  </a:lnTo>
                  <a:cubicBezTo>
                    <a:pt x="20422" y="68950"/>
                    <a:pt x="28174" y="64870"/>
                    <a:pt x="33083" y="58055"/>
                  </a:cubicBezTo>
                  <a:cubicBezTo>
                    <a:pt x="37999" y="51240"/>
                    <a:pt x="39409" y="42584"/>
                    <a:pt x="37062" y="33696"/>
                  </a:cubicBezTo>
                  <a:lnTo>
                    <a:pt x="34757" y="24940"/>
                  </a:lnTo>
                  <a:lnTo>
                    <a:pt x="32544" y="16558"/>
                  </a:lnTo>
                  <a:lnTo>
                    <a:pt x="281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59"/>
            <p:cNvSpPr/>
            <p:nvPr/>
          </p:nvSpPr>
          <p:spPr>
            <a:xfrm>
              <a:off x="4033025" y="2913450"/>
              <a:ext cx="781875" cy="584350"/>
            </a:xfrm>
            <a:custGeom>
              <a:avLst/>
              <a:gdLst/>
              <a:ahLst/>
              <a:cxnLst/>
              <a:rect l="l" t="t" r="r" b="b"/>
              <a:pathLst>
                <a:path w="31275" h="23374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26175" y="21267"/>
                  </a:lnTo>
                  <a:lnTo>
                    <a:pt x="28721" y="23100"/>
                  </a:lnTo>
                  <a:cubicBezTo>
                    <a:pt x="28978" y="23282"/>
                    <a:pt x="29285" y="23373"/>
                    <a:pt x="29583" y="23373"/>
                  </a:cubicBezTo>
                  <a:cubicBezTo>
                    <a:pt x="30047" y="23373"/>
                    <a:pt x="30503" y="23158"/>
                    <a:pt x="30793" y="22760"/>
                  </a:cubicBezTo>
                  <a:cubicBezTo>
                    <a:pt x="31274" y="22088"/>
                    <a:pt x="31117" y="21160"/>
                    <a:pt x="30454" y="20687"/>
                  </a:cubicBezTo>
                  <a:lnTo>
                    <a:pt x="27908" y="18855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59"/>
            <p:cNvSpPr/>
            <p:nvPr/>
          </p:nvSpPr>
          <p:spPr>
            <a:xfrm>
              <a:off x="4033025" y="2913450"/>
              <a:ext cx="370625" cy="296025"/>
            </a:xfrm>
            <a:custGeom>
              <a:avLst/>
              <a:gdLst/>
              <a:ahLst/>
              <a:cxnLst/>
              <a:rect l="l" t="t" r="r" b="b"/>
              <a:pathLst>
                <a:path w="14825" h="11841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59"/>
            <p:cNvSpPr/>
            <p:nvPr/>
          </p:nvSpPr>
          <p:spPr>
            <a:xfrm>
              <a:off x="4268075" y="2754050"/>
              <a:ext cx="667050" cy="471025"/>
            </a:xfrm>
            <a:custGeom>
              <a:avLst/>
              <a:gdLst/>
              <a:ahLst/>
              <a:cxnLst/>
              <a:rect l="l" t="t" r="r" b="b"/>
              <a:pathLst>
                <a:path w="26682" h="18841" extrusionOk="0">
                  <a:moveTo>
                    <a:pt x="3640" y="1"/>
                  </a:moveTo>
                  <a:cubicBezTo>
                    <a:pt x="2372" y="249"/>
                    <a:pt x="1161" y="598"/>
                    <a:pt x="0" y="1045"/>
                  </a:cubicBezTo>
                  <a:lnTo>
                    <a:pt x="10572" y="8657"/>
                  </a:lnTo>
                  <a:lnTo>
                    <a:pt x="21143" y="16268"/>
                  </a:lnTo>
                  <a:lnTo>
                    <a:pt x="24327" y="18565"/>
                  </a:lnTo>
                  <a:cubicBezTo>
                    <a:pt x="24587" y="18750"/>
                    <a:pt x="24890" y="18840"/>
                    <a:pt x="25189" y="18840"/>
                  </a:cubicBezTo>
                  <a:cubicBezTo>
                    <a:pt x="25651" y="18840"/>
                    <a:pt x="26108" y="18627"/>
                    <a:pt x="26399" y="18225"/>
                  </a:cubicBezTo>
                  <a:cubicBezTo>
                    <a:pt x="26590" y="17959"/>
                    <a:pt x="26681" y="17661"/>
                    <a:pt x="26681" y="17354"/>
                  </a:cubicBezTo>
                  <a:cubicBezTo>
                    <a:pt x="26681" y="17213"/>
                    <a:pt x="26656" y="17072"/>
                    <a:pt x="26615" y="16931"/>
                  </a:cubicBezTo>
                  <a:cubicBezTo>
                    <a:pt x="26590" y="16848"/>
                    <a:pt x="26565" y="16765"/>
                    <a:pt x="26524" y="16691"/>
                  </a:cubicBezTo>
                  <a:cubicBezTo>
                    <a:pt x="26457" y="16558"/>
                    <a:pt x="26374" y="16434"/>
                    <a:pt x="26267" y="16326"/>
                  </a:cubicBezTo>
                  <a:cubicBezTo>
                    <a:pt x="26225" y="16285"/>
                    <a:pt x="26184" y="16243"/>
                    <a:pt x="26134" y="16202"/>
                  </a:cubicBezTo>
                  <a:cubicBezTo>
                    <a:pt x="26109" y="16185"/>
                    <a:pt x="26084" y="16168"/>
                    <a:pt x="26059" y="16152"/>
                  </a:cubicBezTo>
                  <a:lnTo>
                    <a:pt x="20977" y="12487"/>
                  </a:lnTo>
                  <a:lnTo>
                    <a:pt x="12313" y="6244"/>
                  </a:lnTo>
                  <a:lnTo>
                    <a:pt x="364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59"/>
            <p:cNvSpPr/>
            <p:nvPr/>
          </p:nvSpPr>
          <p:spPr>
            <a:xfrm>
              <a:off x="4532350" y="2910125"/>
              <a:ext cx="402775" cy="314950"/>
            </a:xfrm>
            <a:custGeom>
              <a:avLst/>
              <a:gdLst/>
              <a:ahLst/>
              <a:cxnLst/>
              <a:rect l="l" t="t" r="r" b="b"/>
              <a:pathLst>
                <a:path w="16111" h="12598" extrusionOk="0">
                  <a:moveTo>
                    <a:pt x="1742" y="1"/>
                  </a:moveTo>
                  <a:lnTo>
                    <a:pt x="1" y="2414"/>
                  </a:lnTo>
                  <a:lnTo>
                    <a:pt x="10572" y="10025"/>
                  </a:lnTo>
                  <a:lnTo>
                    <a:pt x="13756" y="12322"/>
                  </a:lnTo>
                  <a:cubicBezTo>
                    <a:pt x="14016" y="12507"/>
                    <a:pt x="14319" y="12597"/>
                    <a:pt x="14618" y="12597"/>
                  </a:cubicBezTo>
                  <a:cubicBezTo>
                    <a:pt x="15080" y="12597"/>
                    <a:pt x="15537" y="12384"/>
                    <a:pt x="15828" y="11982"/>
                  </a:cubicBezTo>
                  <a:cubicBezTo>
                    <a:pt x="16019" y="11716"/>
                    <a:pt x="16110" y="11418"/>
                    <a:pt x="16110" y="11111"/>
                  </a:cubicBezTo>
                  <a:cubicBezTo>
                    <a:pt x="16110" y="10970"/>
                    <a:pt x="16085" y="10829"/>
                    <a:pt x="16044" y="10688"/>
                  </a:cubicBezTo>
                  <a:cubicBezTo>
                    <a:pt x="16019" y="10605"/>
                    <a:pt x="15994" y="10522"/>
                    <a:pt x="15953" y="10448"/>
                  </a:cubicBezTo>
                  <a:cubicBezTo>
                    <a:pt x="15886" y="10315"/>
                    <a:pt x="15803" y="10191"/>
                    <a:pt x="15696" y="10083"/>
                  </a:cubicBezTo>
                  <a:cubicBezTo>
                    <a:pt x="15654" y="10042"/>
                    <a:pt x="15613" y="10000"/>
                    <a:pt x="15563" y="9959"/>
                  </a:cubicBezTo>
                  <a:cubicBezTo>
                    <a:pt x="15538" y="9942"/>
                    <a:pt x="15513" y="9925"/>
                    <a:pt x="15488" y="9909"/>
                  </a:cubicBezTo>
                  <a:lnTo>
                    <a:pt x="10406" y="624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59"/>
            <p:cNvSpPr/>
            <p:nvPr/>
          </p:nvSpPr>
          <p:spPr>
            <a:xfrm>
              <a:off x="3966075" y="3197850"/>
              <a:ext cx="629725" cy="505150"/>
            </a:xfrm>
            <a:custGeom>
              <a:avLst/>
              <a:gdLst/>
              <a:ahLst/>
              <a:cxnLst/>
              <a:rect l="l" t="t" r="r" b="b"/>
              <a:pathLst>
                <a:path w="25189" h="20206" extrusionOk="0">
                  <a:moveTo>
                    <a:pt x="50" y="0"/>
                  </a:moveTo>
                  <a:lnTo>
                    <a:pt x="50" y="0"/>
                  </a:lnTo>
                  <a:cubicBezTo>
                    <a:pt x="0" y="1235"/>
                    <a:pt x="50" y="2496"/>
                    <a:pt x="216" y="3781"/>
                  </a:cubicBezTo>
                  <a:lnTo>
                    <a:pt x="8880" y="10024"/>
                  </a:lnTo>
                  <a:lnTo>
                    <a:pt x="17544" y="16267"/>
                  </a:lnTo>
                  <a:lnTo>
                    <a:pt x="17553" y="16267"/>
                  </a:lnTo>
                  <a:lnTo>
                    <a:pt x="22635" y="19932"/>
                  </a:lnTo>
                  <a:cubicBezTo>
                    <a:pt x="22892" y="20114"/>
                    <a:pt x="23199" y="20206"/>
                    <a:pt x="23497" y="20206"/>
                  </a:cubicBezTo>
                  <a:lnTo>
                    <a:pt x="23945" y="20139"/>
                  </a:lnTo>
                  <a:cubicBezTo>
                    <a:pt x="23995" y="20123"/>
                    <a:pt x="24044" y="20106"/>
                    <a:pt x="24086" y="20089"/>
                  </a:cubicBezTo>
                  <a:lnTo>
                    <a:pt x="24708" y="19592"/>
                  </a:lnTo>
                  <a:cubicBezTo>
                    <a:pt x="25189" y="18929"/>
                    <a:pt x="25039" y="18000"/>
                    <a:pt x="24368" y="17519"/>
                  </a:cubicBezTo>
                  <a:lnTo>
                    <a:pt x="21184" y="15223"/>
                  </a:lnTo>
                  <a:lnTo>
                    <a:pt x="10621" y="76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59"/>
            <p:cNvSpPr/>
            <p:nvPr/>
          </p:nvSpPr>
          <p:spPr>
            <a:xfrm>
              <a:off x="4188075" y="3388125"/>
              <a:ext cx="407725" cy="314875"/>
            </a:xfrm>
            <a:custGeom>
              <a:avLst/>
              <a:gdLst/>
              <a:ahLst/>
              <a:cxnLst/>
              <a:rect l="l" t="t" r="r" b="b"/>
              <a:pathLst>
                <a:path w="16309" h="12595" extrusionOk="0">
                  <a:moveTo>
                    <a:pt x="1741" y="0"/>
                  </a:moveTo>
                  <a:lnTo>
                    <a:pt x="0" y="2413"/>
                  </a:lnTo>
                  <a:lnTo>
                    <a:pt x="8664" y="8656"/>
                  </a:lnTo>
                  <a:lnTo>
                    <a:pt x="8673" y="8656"/>
                  </a:lnTo>
                  <a:lnTo>
                    <a:pt x="13755" y="12321"/>
                  </a:lnTo>
                  <a:cubicBezTo>
                    <a:pt x="14012" y="12503"/>
                    <a:pt x="14319" y="12595"/>
                    <a:pt x="14617" y="12595"/>
                  </a:cubicBezTo>
                  <a:lnTo>
                    <a:pt x="15065" y="12528"/>
                  </a:lnTo>
                  <a:cubicBezTo>
                    <a:pt x="15115" y="12512"/>
                    <a:pt x="15164" y="12495"/>
                    <a:pt x="15206" y="12478"/>
                  </a:cubicBezTo>
                  <a:lnTo>
                    <a:pt x="15828" y="11981"/>
                  </a:lnTo>
                  <a:cubicBezTo>
                    <a:pt x="16309" y="11318"/>
                    <a:pt x="16159" y="10389"/>
                    <a:pt x="15488" y="9908"/>
                  </a:cubicBezTo>
                  <a:lnTo>
                    <a:pt x="12304" y="7612"/>
                  </a:lnTo>
                  <a:lnTo>
                    <a:pt x="174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1" name="Google Shape;961;p59"/>
          <p:cNvSpPr/>
          <p:nvPr/>
        </p:nvSpPr>
        <p:spPr>
          <a:xfrm>
            <a:off x="6516000" y="2198590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9EF20-81AE-8512-B2C2-F84F4BEDE8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9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/>
              <a:t>Mutation</a:t>
            </a:r>
            <a:endParaRPr dirty="0"/>
          </a:p>
        </p:txBody>
      </p:sp>
      <p:sp>
        <p:nvSpPr>
          <p:cNvPr id="1646" name="Google Shape;1646;p92"/>
          <p:cNvSpPr/>
          <p:nvPr/>
        </p:nvSpPr>
        <p:spPr>
          <a:xfrm>
            <a:off x="3249425" y="1834475"/>
            <a:ext cx="18375" cy="16225"/>
          </a:xfrm>
          <a:custGeom>
            <a:avLst/>
            <a:gdLst/>
            <a:ahLst/>
            <a:cxnLst/>
            <a:rect l="l" t="t" r="r" b="b"/>
            <a:pathLst>
              <a:path w="735" h="649" extrusionOk="0">
                <a:moveTo>
                  <a:pt x="391" y="0"/>
                </a:moveTo>
                <a:cubicBezTo>
                  <a:pt x="363" y="0"/>
                  <a:pt x="336" y="4"/>
                  <a:pt x="308" y="12"/>
                </a:cubicBezTo>
                <a:cubicBezTo>
                  <a:pt x="237" y="27"/>
                  <a:pt x="182" y="67"/>
                  <a:pt x="150" y="122"/>
                </a:cubicBezTo>
                <a:cubicBezTo>
                  <a:pt x="95" y="146"/>
                  <a:pt x="47" y="185"/>
                  <a:pt x="24" y="248"/>
                </a:cubicBezTo>
                <a:cubicBezTo>
                  <a:pt x="0" y="304"/>
                  <a:pt x="8" y="359"/>
                  <a:pt x="32" y="406"/>
                </a:cubicBezTo>
                <a:cubicBezTo>
                  <a:pt x="63" y="485"/>
                  <a:pt x="134" y="556"/>
                  <a:pt x="198" y="596"/>
                </a:cubicBezTo>
                <a:cubicBezTo>
                  <a:pt x="255" y="631"/>
                  <a:pt x="320" y="648"/>
                  <a:pt x="385" y="648"/>
                </a:cubicBezTo>
                <a:cubicBezTo>
                  <a:pt x="453" y="648"/>
                  <a:pt x="520" y="629"/>
                  <a:pt x="577" y="588"/>
                </a:cubicBezTo>
                <a:cubicBezTo>
                  <a:pt x="679" y="509"/>
                  <a:pt x="734" y="367"/>
                  <a:pt x="695" y="233"/>
                </a:cubicBezTo>
                <a:cubicBezTo>
                  <a:pt x="655" y="94"/>
                  <a:pt x="528" y="0"/>
                  <a:pt x="391" y="0"/>
                </a:cubicBezTo>
                <a:close/>
              </a:path>
            </a:pathLst>
          </a:custGeom>
          <a:solidFill>
            <a:srgbClr val="5EBA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7" name="Google Shape;1647;p92"/>
          <p:cNvSpPr/>
          <p:nvPr/>
        </p:nvSpPr>
        <p:spPr>
          <a:xfrm>
            <a:off x="3249800" y="1840275"/>
            <a:ext cx="425" cy="825"/>
          </a:xfrm>
          <a:custGeom>
            <a:avLst/>
            <a:gdLst/>
            <a:ahLst/>
            <a:cxnLst/>
            <a:rect l="l" t="t" r="r" b="b"/>
            <a:pathLst>
              <a:path w="17" h="33" extrusionOk="0">
                <a:moveTo>
                  <a:pt x="17" y="1"/>
                </a:moveTo>
                <a:lnTo>
                  <a:pt x="9" y="16"/>
                </a:lnTo>
                <a:cubicBezTo>
                  <a:pt x="9" y="16"/>
                  <a:pt x="17" y="9"/>
                  <a:pt x="17" y="1"/>
                </a:cubicBezTo>
                <a:close/>
                <a:moveTo>
                  <a:pt x="9" y="16"/>
                </a:moveTo>
                <a:lnTo>
                  <a:pt x="1" y="32"/>
                </a:lnTo>
                <a:cubicBezTo>
                  <a:pt x="9" y="24"/>
                  <a:pt x="9" y="24"/>
                  <a:pt x="9" y="16"/>
                </a:cubicBezTo>
                <a:close/>
              </a:path>
            </a:pathLst>
          </a:custGeom>
          <a:solidFill>
            <a:srgbClr val="5EBA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AD04A4-8AFF-6546-9EE6-551FCBB16984}"/>
              </a:ext>
            </a:extLst>
          </p:cNvPr>
          <p:cNvSpPr txBox="1"/>
          <p:nvPr/>
        </p:nvSpPr>
        <p:spPr>
          <a:xfrm>
            <a:off x="388178" y="1140100"/>
            <a:ext cx="7895665" cy="1600438"/>
          </a:xfrm>
          <a:prstGeom prst="rect">
            <a:avLst/>
          </a:prstGeom>
          <a:solidFill>
            <a:srgbClr val="FDFDF8"/>
          </a:solidFill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A random node in the tree is selected for mutation.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The subtree starting at that node is replaced with a new randomly generated subtree.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The new subtree is created similarly to those in the initial population, respecting maximum depth and width limits.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Mutation allows structural diversity and introduces new sub-expressions into the population.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Because deeper levels of the tree have more nodes, mutations often occur lower in the tree.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This means the child tree can become larger than the parent (increased depth/complexity).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B511445-B331-D409-B93E-2291C1F80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189" y="2688791"/>
            <a:ext cx="4527572" cy="2452435"/>
          </a:xfrm>
          <a:prstGeom prst="rect">
            <a:avLst/>
          </a:prstGeom>
          <a:solidFill>
            <a:srgbClr val="FDFDF8"/>
          </a:solidFill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2030A-E769-1558-02EC-75CF7F4736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253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AF4F2-CE31-8A5A-B027-7117E2CE9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Mutation</a:t>
            </a:r>
            <a:br>
              <a:rPr lang="en-US" dirty="0"/>
            </a:br>
            <a:r>
              <a:rPr lang="en-US" sz="2000" b="0" dirty="0"/>
              <a:t>Parameters</a:t>
            </a:r>
            <a:endParaRPr lang="en-US" b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7DDA44-055C-230D-F3EA-6E25A8910EB2}"/>
              </a:ext>
            </a:extLst>
          </p:cNvPr>
          <p:cNvSpPr txBox="1"/>
          <p:nvPr/>
        </p:nvSpPr>
        <p:spPr>
          <a:xfrm>
            <a:off x="713225" y="1356345"/>
            <a:ext cx="7152165" cy="2031325"/>
          </a:xfrm>
          <a:prstGeom prst="rect">
            <a:avLst/>
          </a:prstGeom>
          <a:solidFill>
            <a:srgbClr val="FDFDF8"/>
          </a:solidFill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The first probability:</a:t>
            </a:r>
          </a:p>
          <a:p>
            <a:pPr lvl="3">
              <a:buClr>
                <a:schemeClr val="accent1"/>
              </a:buClr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deciding between mutation and crossover (recombination).</a:t>
            </a:r>
          </a:p>
          <a:p>
            <a:pPr marL="342900" indent="-342900">
              <a:buClr>
                <a:schemeClr val="accent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The second probability: </a:t>
            </a:r>
          </a:p>
          <a:p>
            <a:pPr>
              <a:buClr>
                <a:schemeClr val="accent1"/>
              </a:buClr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deciding where in the tree mutation happens — on an internal node vs a terminal.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bhaya Libre" panose="02000503000000000000" pitchFamily="2" charset="0"/>
              <a:cs typeface="Abhaya Libre" panose="02000503000000000000" pitchFamily="2" charset="0"/>
            </a:endParaRP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GP differs from other Evolutionary Algorithms (EAs), which usually rely more heavily on mutation.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This is due to the belief that crossover acts like a macromutation, shuffling large parts of trees effectively.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D09C39-C157-F7C8-6EC9-B67DF363E5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288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64"/>
          <p:cNvSpPr txBox="1">
            <a:spLocks noGrp="1"/>
          </p:cNvSpPr>
          <p:nvPr>
            <p:ph type="title"/>
          </p:nvPr>
        </p:nvSpPr>
        <p:spPr>
          <a:xfrm>
            <a:off x="744770" y="2645346"/>
            <a:ext cx="4634400" cy="10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Recombination</a:t>
            </a:r>
            <a:endParaRPr dirty="0"/>
          </a:p>
        </p:txBody>
      </p:sp>
      <p:sp>
        <p:nvSpPr>
          <p:cNvPr id="1046" name="Google Shape;1046;p64"/>
          <p:cNvSpPr txBox="1">
            <a:spLocks noGrp="1"/>
          </p:cNvSpPr>
          <p:nvPr>
            <p:ph type="subTitle" idx="1"/>
          </p:nvPr>
        </p:nvSpPr>
        <p:spPr>
          <a:xfrm>
            <a:off x="744770" y="3563906"/>
            <a:ext cx="4634400" cy="56054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/>
            <a:r>
              <a:rPr lang="en-US" sz="1200" dirty="0">
                <a:latin typeface="Cairo" panose="020B0604020202020204" charset="-78"/>
                <a:cs typeface="Cairo" panose="020B0604020202020204" charset="-78"/>
              </a:rPr>
              <a:t>Recombination is considered a macromutation.</a:t>
            </a:r>
          </a:p>
          <a:p>
            <a:pPr marL="0" lvl="0" indent="0" algn="ctr"/>
            <a:r>
              <a:rPr lang="en-US" sz="1200" dirty="0">
                <a:latin typeface="Cairo" panose="020B0604020202020204" charset="-78"/>
                <a:cs typeface="Cairo" panose="020B0604020202020204" charset="-78"/>
              </a:rPr>
              <a:t>Children might be in a different size of their parents.</a:t>
            </a:r>
            <a:endParaRPr sz="1200" dirty="0">
              <a:latin typeface="Cairo" panose="020B0604020202020204" charset="-78"/>
              <a:cs typeface="Cairo" panose="020B0604020202020204" charset="-78"/>
            </a:endParaRPr>
          </a:p>
        </p:txBody>
      </p:sp>
      <p:grpSp>
        <p:nvGrpSpPr>
          <p:cNvPr id="1047" name="Google Shape;1047;p64"/>
          <p:cNvGrpSpPr/>
          <p:nvPr/>
        </p:nvGrpSpPr>
        <p:grpSpPr>
          <a:xfrm rot="-3423229">
            <a:off x="5745539" y="-874862"/>
            <a:ext cx="4780540" cy="5926758"/>
            <a:chOff x="3453675" y="959025"/>
            <a:chExt cx="2670400" cy="3310675"/>
          </a:xfrm>
        </p:grpSpPr>
        <p:sp>
          <p:nvSpPr>
            <p:cNvPr id="1048" name="Google Shape;1048;p64"/>
            <p:cNvSpPr/>
            <p:nvPr/>
          </p:nvSpPr>
          <p:spPr>
            <a:xfrm>
              <a:off x="3453675" y="3646400"/>
              <a:ext cx="440900" cy="236925"/>
            </a:xfrm>
            <a:custGeom>
              <a:avLst/>
              <a:gdLst/>
              <a:ahLst/>
              <a:cxnLst/>
              <a:rect l="l" t="t" r="r" b="b"/>
              <a:pathLst>
                <a:path w="17636" h="9477" extrusionOk="0">
                  <a:moveTo>
                    <a:pt x="15430" y="0"/>
                  </a:moveTo>
                  <a:lnTo>
                    <a:pt x="1" y="995"/>
                  </a:lnTo>
                  <a:lnTo>
                    <a:pt x="548" y="9477"/>
                  </a:lnTo>
                  <a:lnTo>
                    <a:pt x="17636" y="8374"/>
                  </a:lnTo>
                  <a:lnTo>
                    <a:pt x="15430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64"/>
            <p:cNvSpPr/>
            <p:nvPr/>
          </p:nvSpPr>
          <p:spPr>
            <a:xfrm>
              <a:off x="4055600" y="1387050"/>
              <a:ext cx="1466525" cy="2454825"/>
            </a:xfrm>
            <a:custGeom>
              <a:avLst/>
              <a:gdLst/>
              <a:ahLst/>
              <a:cxnLst/>
              <a:rect l="l" t="t" r="r" b="b"/>
              <a:pathLst>
                <a:path w="58661" h="98193" extrusionOk="0">
                  <a:moveTo>
                    <a:pt x="56455" y="1"/>
                  </a:moveTo>
                  <a:lnTo>
                    <a:pt x="47418" y="581"/>
                  </a:lnTo>
                  <a:cubicBezTo>
                    <a:pt x="38240" y="1178"/>
                    <a:pt x="30479" y="5257"/>
                    <a:pt x="25571" y="12073"/>
                  </a:cubicBezTo>
                  <a:cubicBezTo>
                    <a:pt x="20662" y="18888"/>
                    <a:pt x="19253" y="27536"/>
                    <a:pt x="21599" y="36432"/>
                  </a:cubicBezTo>
                  <a:lnTo>
                    <a:pt x="22661" y="40486"/>
                  </a:lnTo>
                  <a:lnTo>
                    <a:pt x="23904" y="45187"/>
                  </a:lnTo>
                  <a:lnTo>
                    <a:pt x="26110" y="53561"/>
                  </a:lnTo>
                  <a:lnTo>
                    <a:pt x="28846" y="63925"/>
                  </a:lnTo>
                  <a:cubicBezTo>
                    <a:pt x="29128" y="65020"/>
                    <a:pt x="29343" y="66098"/>
                    <a:pt x="29476" y="67167"/>
                  </a:cubicBezTo>
                  <a:lnTo>
                    <a:pt x="34558" y="70832"/>
                  </a:lnTo>
                  <a:cubicBezTo>
                    <a:pt x="34583" y="70848"/>
                    <a:pt x="34608" y="70865"/>
                    <a:pt x="34633" y="70882"/>
                  </a:cubicBezTo>
                  <a:cubicBezTo>
                    <a:pt x="34683" y="70923"/>
                    <a:pt x="34724" y="70965"/>
                    <a:pt x="34766" y="71006"/>
                  </a:cubicBezTo>
                  <a:cubicBezTo>
                    <a:pt x="34873" y="71114"/>
                    <a:pt x="34956" y="71238"/>
                    <a:pt x="35023" y="71371"/>
                  </a:cubicBezTo>
                  <a:cubicBezTo>
                    <a:pt x="35064" y="71445"/>
                    <a:pt x="35089" y="71528"/>
                    <a:pt x="35114" y="71611"/>
                  </a:cubicBezTo>
                  <a:cubicBezTo>
                    <a:pt x="35155" y="71752"/>
                    <a:pt x="35180" y="71893"/>
                    <a:pt x="35180" y="72034"/>
                  </a:cubicBezTo>
                  <a:cubicBezTo>
                    <a:pt x="35180" y="72341"/>
                    <a:pt x="35089" y="72639"/>
                    <a:pt x="34898" y="72905"/>
                  </a:cubicBezTo>
                  <a:cubicBezTo>
                    <a:pt x="34607" y="73307"/>
                    <a:pt x="34150" y="73520"/>
                    <a:pt x="33688" y="73520"/>
                  </a:cubicBezTo>
                  <a:cubicBezTo>
                    <a:pt x="33389" y="73520"/>
                    <a:pt x="33086" y="73430"/>
                    <a:pt x="32826" y="73245"/>
                  </a:cubicBezTo>
                  <a:lnTo>
                    <a:pt x="29642" y="70948"/>
                  </a:lnTo>
                  <a:cubicBezTo>
                    <a:pt x="29501" y="74198"/>
                    <a:pt x="28614" y="77241"/>
                    <a:pt x="27005" y="79911"/>
                  </a:cubicBezTo>
                  <a:lnTo>
                    <a:pt x="29551" y="81743"/>
                  </a:lnTo>
                  <a:cubicBezTo>
                    <a:pt x="30214" y="82216"/>
                    <a:pt x="30371" y="83144"/>
                    <a:pt x="29890" y="83816"/>
                  </a:cubicBezTo>
                  <a:cubicBezTo>
                    <a:pt x="29600" y="84214"/>
                    <a:pt x="29144" y="84429"/>
                    <a:pt x="28680" y="84429"/>
                  </a:cubicBezTo>
                  <a:cubicBezTo>
                    <a:pt x="28382" y="84429"/>
                    <a:pt x="28075" y="84338"/>
                    <a:pt x="27818" y="84156"/>
                  </a:cubicBezTo>
                  <a:lnTo>
                    <a:pt x="25272" y="82323"/>
                  </a:lnTo>
                  <a:cubicBezTo>
                    <a:pt x="23249" y="84686"/>
                    <a:pt x="20638" y="86486"/>
                    <a:pt x="17603" y="87655"/>
                  </a:cubicBezTo>
                  <a:lnTo>
                    <a:pt x="20787" y="89951"/>
                  </a:lnTo>
                  <a:cubicBezTo>
                    <a:pt x="21458" y="90424"/>
                    <a:pt x="21608" y="91352"/>
                    <a:pt x="21127" y="92024"/>
                  </a:cubicBezTo>
                  <a:lnTo>
                    <a:pt x="20505" y="92521"/>
                  </a:lnTo>
                  <a:cubicBezTo>
                    <a:pt x="20463" y="92538"/>
                    <a:pt x="20414" y="92555"/>
                    <a:pt x="20364" y="92571"/>
                  </a:cubicBezTo>
                  <a:lnTo>
                    <a:pt x="19916" y="92638"/>
                  </a:lnTo>
                  <a:cubicBezTo>
                    <a:pt x="19618" y="92638"/>
                    <a:pt x="19311" y="92546"/>
                    <a:pt x="19054" y="92356"/>
                  </a:cubicBezTo>
                  <a:lnTo>
                    <a:pt x="13972" y="88699"/>
                  </a:lnTo>
                  <a:lnTo>
                    <a:pt x="13963" y="88699"/>
                  </a:lnTo>
                  <a:cubicBezTo>
                    <a:pt x="12910" y="88907"/>
                    <a:pt x="11816" y="89047"/>
                    <a:pt x="10697" y="89122"/>
                  </a:cubicBezTo>
                  <a:lnTo>
                    <a:pt x="1" y="89810"/>
                  </a:lnTo>
                  <a:lnTo>
                    <a:pt x="2206" y="98193"/>
                  </a:lnTo>
                  <a:lnTo>
                    <a:pt x="11244" y="97604"/>
                  </a:lnTo>
                  <a:cubicBezTo>
                    <a:pt x="20422" y="97015"/>
                    <a:pt x="28174" y="92936"/>
                    <a:pt x="33091" y="86121"/>
                  </a:cubicBezTo>
                  <a:cubicBezTo>
                    <a:pt x="37999" y="79305"/>
                    <a:pt x="39409" y="70649"/>
                    <a:pt x="37062" y="61761"/>
                  </a:cubicBezTo>
                  <a:lnTo>
                    <a:pt x="35993" y="57699"/>
                  </a:lnTo>
                  <a:lnTo>
                    <a:pt x="34757" y="53006"/>
                  </a:lnTo>
                  <a:lnTo>
                    <a:pt x="32552" y="44624"/>
                  </a:lnTo>
                  <a:lnTo>
                    <a:pt x="29816" y="34260"/>
                  </a:lnTo>
                  <a:cubicBezTo>
                    <a:pt x="29526" y="33174"/>
                    <a:pt x="29318" y="32096"/>
                    <a:pt x="29186" y="31026"/>
                  </a:cubicBezTo>
                  <a:lnTo>
                    <a:pt x="24095" y="27361"/>
                  </a:lnTo>
                  <a:cubicBezTo>
                    <a:pt x="23432" y="26881"/>
                    <a:pt x="23282" y="25952"/>
                    <a:pt x="23755" y="25280"/>
                  </a:cubicBezTo>
                  <a:cubicBezTo>
                    <a:pt x="24045" y="24882"/>
                    <a:pt x="24501" y="24667"/>
                    <a:pt x="24966" y="24667"/>
                  </a:cubicBezTo>
                  <a:cubicBezTo>
                    <a:pt x="25264" y="24667"/>
                    <a:pt x="25571" y="24758"/>
                    <a:pt x="25836" y="24949"/>
                  </a:cubicBezTo>
                  <a:lnTo>
                    <a:pt x="29020" y="27245"/>
                  </a:lnTo>
                  <a:cubicBezTo>
                    <a:pt x="29161" y="23995"/>
                    <a:pt x="30048" y="20952"/>
                    <a:pt x="31648" y="18283"/>
                  </a:cubicBezTo>
                  <a:lnTo>
                    <a:pt x="29103" y="16450"/>
                  </a:lnTo>
                  <a:cubicBezTo>
                    <a:pt x="28440" y="15969"/>
                    <a:pt x="28290" y="15041"/>
                    <a:pt x="28771" y="14378"/>
                  </a:cubicBezTo>
                  <a:lnTo>
                    <a:pt x="29385" y="13880"/>
                  </a:lnTo>
                  <a:cubicBezTo>
                    <a:pt x="29434" y="13855"/>
                    <a:pt x="29484" y="13839"/>
                    <a:pt x="29534" y="13830"/>
                  </a:cubicBezTo>
                  <a:lnTo>
                    <a:pt x="29973" y="13756"/>
                  </a:lnTo>
                  <a:cubicBezTo>
                    <a:pt x="30280" y="13756"/>
                    <a:pt x="30579" y="13847"/>
                    <a:pt x="30844" y="14038"/>
                  </a:cubicBezTo>
                  <a:lnTo>
                    <a:pt x="33389" y="15870"/>
                  </a:lnTo>
                  <a:cubicBezTo>
                    <a:pt x="35412" y="13507"/>
                    <a:pt x="38016" y="11700"/>
                    <a:pt x="41050" y="10539"/>
                  </a:cubicBezTo>
                  <a:lnTo>
                    <a:pt x="37867" y="8242"/>
                  </a:lnTo>
                  <a:cubicBezTo>
                    <a:pt x="37469" y="7952"/>
                    <a:pt x="37253" y="7496"/>
                    <a:pt x="37253" y="7032"/>
                  </a:cubicBezTo>
                  <a:cubicBezTo>
                    <a:pt x="37253" y="6733"/>
                    <a:pt x="37344" y="6426"/>
                    <a:pt x="37535" y="6169"/>
                  </a:cubicBezTo>
                  <a:cubicBezTo>
                    <a:pt x="37821" y="5763"/>
                    <a:pt x="38274" y="5548"/>
                    <a:pt x="38736" y="5548"/>
                  </a:cubicBezTo>
                  <a:cubicBezTo>
                    <a:pt x="39037" y="5548"/>
                    <a:pt x="39342" y="5639"/>
                    <a:pt x="39608" y="5829"/>
                  </a:cubicBezTo>
                  <a:lnTo>
                    <a:pt x="44690" y="9494"/>
                  </a:lnTo>
                  <a:cubicBezTo>
                    <a:pt x="45751" y="9287"/>
                    <a:pt x="46838" y="9138"/>
                    <a:pt x="47965" y="9071"/>
                  </a:cubicBezTo>
                  <a:lnTo>
                    <a:pt x="58661" y="8375"/>
                  </a:lnTo>
                  <a:lnTo>
                    <a:pt x="5645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64"/>
            <p:cNvSpPr/>
            <p:nvPr/>
          </p:nvSpPr>
          <p:spPr>
            <a:xfrm>
              <a:off x="4637650" y="2003700"/>
              <a:ext cx="147600" cy="159025"/>
            </a:xfrm>
            <a:custGeom>
              <a:avLst/>
              <a:gdLst/>
              <a:ahLst/>
              <a:cxnLst/>
              <a:rect l="l" t="t" r="r" b="b"/>
              <a:pathLst>
                <a:path w="5904" h="6361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cubicBezTo>
                    <a:pt x="5738" y="5075"/>
                    <a:pt x="5680" y="3806"/>
                    <a:pt x="5738" y="2579"/>
                  </a:cubicBez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64"/>
            <p:cNvSpPr/>
            <p:nvPr/>
          </p:nvSpPr>
          <p:spPr>
            <a:xfrm>
              <a:off x="4762850" y="1730925"/>
              <a:ext cx="127500" cy="113200"/>
            </a:xfrm>
            <a:custGeom>
              <a:avLst/>
              <a:gdLst/>
              <a:ahLst/>
              <a:cxnLst/>
              <a:rect l="l" t="t" r="r" b="b"/>
              <a:pathLst>
                <a:path w="5100" h="4528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cubicBezTo>
                    <a:pt x="3615" y="4105"/>
                    <a:pt x="3889" y="3690"/>
                    <a:pt x="4179" y="3284"/>
                  </a:cubicBezTo>
                  <a:cubicBezTo>
                    <a:pt x="4469" y="2886"/>
                    <a:pt x="4776" y="2488"/>
                    <a:pt x="5099" y="2115"/>
                  </a:cubicBez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64"/>
            <p:cNvSpPr/>
            <p:nvPr/>
          </p:nvSpPr>
          <p:spPr>
            <a:xfrm>
              <a:off x="4986925" y="1525725"/>
              <a:ext cx="185950" cy="124800"/>
            </a:xfrm>
            <a:custGeom>
              <a:avLst/>
              <a:gdLst/>
              <a:ahLst/>
              <a:cxnLst/>
              <a:rect l="l" t="t" r="r" b="b"/>
              <a:pathLst>
                <a:path w="7438" h="4992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cubicBezTo>
                    <a:pt x="4950" y="4544"/>
                    <a:pt x="6169" y="4196"/>
                    <a:pt x="7437" y="3947"/>
                  </a:cubicBez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64"/>
            <p:cNvSpPr/>
            <p:nvPr/>
          </p:nvSpPr>
          <p:spPr>
            <a:xfrm>
              <a:off x="5682950" y="1345400"/>
              <a:ext cx="441125" cy="237150"/>
            </a:xfrm>
            <a:custGeom>
              <a:avLst/>
              <a:gdLst/>
              <a:ahLst/>
              <a:cxnLst/>
              <a:rect l="l" t="t" r="r" b="b"/>
              <a:pathLst>
                <a:path w="17645" h="9486" extrusionOk="0">
                  <a:moveTo>
                    <a:pt x="17097" y="0"/>
                  </a:moveTo>
                  <a:lnTo>
                    <a:pt x="1" y="1111"/>
                  </a:lnTo>
                  <a:lnTo>
                    <a:pt x="2214" y="9485"/>
                  </a:lnTo>
                  <a:lnTo>
                    <a:pt x="17644" y="8490"/>
                  </a:lnTo>
                  <a:lnTo>
                    <a:pt x="17097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64"/>
            <p:cNvSpPr/>
            <p:nvPr/>
          </p:nvSpPr>
          <p:spPr>
            <a:xfrm>
              <a:off x="4404875" y="3578400"/>
              <a:ext cx="190925" cy="124600"/>
            </a:xfrm>
            <a:custGeom>
              <a:avLst/>
              <a:gdLst/>
              <a:ahLst/>
              <a:cxnLst/>
              <a:rect l="l" t="t" r="r" b="b"/>
              <a:pathLst>
                <a:path w="7637" h="4984" extrusionOk="0">
                  <a:moveTo>
                    <a:pt x="3632" y="1"/>
                  </a:moveTo>
                  <a:cubicBezTo>
                    <a:pt x="2480" y="440"/>
                    <a:pt x="1269" y="788"/>
                    <a:pt x="1" y="1045"/>
                  </a:cubicBezTo>
                  <a:lnTo>
                    <a:pt x="5083" y="4710"/>
                  </a:lnTo>
                  <a:cubicBezTo>
                    <a:pt x="5340" y="4892"/>
                    <a:pt x="5647" y="4984"/>
                    <a:pt x="5945" y="4984"/>
                  </a:cubicBezTo>
                  <a:lnTo>
                    <a:pt x="6393" y="4917"/>
                  </a:lnTo>
                  <a:cubicBezTo>
                    <a:pt x="6443" y="4901"/>
                    <a:pt x="6492" y="4884"/>
                    <a:pt x="6534" y="4867"/>
                  </a:cubicBezTo>
                  <a:lnTo>
                    <a:pt x="7156" y="4370"/>
                  </a:lnTo>
                  <a:cubicBezTo>
                    <a:pt x="7637" y="3707"/>
                    <a:pt x="7487" y="2778"/>
                    <a:pt x="6816" y="2297"/>
                  </a:cubicBezTo>
                  <a:lnTo>
                    <a:pt x="3632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64"/>
            <p:cNvSpPr/>
            <p:nvPr/>
          </p:nvSpPr>
          <p:spPr>
            <a:xfrm>
              <a:off x="4687400" y="3384800"/>
              <a:ext cx="127500" cy="113000"/>
            </a:xfrm>
            <a:custGeom>
              <a:avLst/>
              <a:gdLst/>
              <a:ahLst/>
              <a:cxnLst/>
              <a:rect l="l" t="t" r="r" b="b"/>
              <a:pathLst>
                <a:path w="5100" h="4520" extrusionOk="0">
                  <a:moveTo>
                    <a:pt x="1733" y="1"/>
                  </a:moveTo>
                  <a:cubicBezTo>
                    <a:pt x="1484" y="423"/>
                    <a:pt x="1211" y="838"/>
                    <a:pt x="921" y="1236"/>
                  </a:cubicBezTo>
                  <a:cubicBezTo>
                    <a:pt x="622" y="1642"/>
                    <a:pt x="315" y="2032"/>
                    <a:pt x="0" y="2413"/>
                  </a:cubicBezTo>
                  <a:lnTo>
                    <a:pt x="2546" y="4246"/>
                  </a:lnTo>
                  <a:cubicBezTo>
                    <a:pt x="2803" y="4428"/>
                    <a:pt x="3110" y="4519"/>
                    <a:pt x="3408" y="4519"/>
                  </a:cubicBezTo>
                  <a:cubicBezTo>
                    <a:pt x="3872" y="4519"/>
                    <a:pt x="4328" y="4304"/>
                    <a:pt x="4618" y="3906"/>
                  </a:cubicBezTo>
                  <a:cubicBezTo>
                    <a:pt x="5099" y="3234"/>
                    <a:pt x="4942" y="2306"/>
                    <a:pt x="4279" y="183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64"/>
            <p:cNvSpPr/>
            <p:nvPr/>
          </p:nvSpPr>
          <p:spPr>
            <a:xfrm>
              <a:off x="4792475" y="3066225"/>
              <a:ext cx="142650" cy="158850"/>
            </a:xfrm>
            <a:custGeom>
              <a:avLst/>
              <a:gdLst/>
              <a:ahLst/>
              <a:cxnLst/>
              <a:rect l="l" t="t" r="r" b="b"/>
              <a:pathLst>
                <a:path w="5706" h="6354" extrusionOk="0">
                  <a:moveTo>
                    <a:pt x="1" y="0"/>
                  </a:moveTo>
                  <a:lnTo>
                    <a:pt x="1" y="0"/>
                  </a:lnTo>
                  <a:cubicBezTo>
                    <a:pt x="167" y="1285"/>
                    <a:pt x="217" y="2546"/>
                    <a:pt x="167" y="3781"/>
                  </a:cubicBezTo>
                  <a:lnTo>
                    <a:pt x="3351" y="6078"/>
                  </a:lnTo>
                  <a:cubicBezTo>
                    <a:pt x="3611" y="6263"/>
                    <a:pt x="3914" y="6353"/>
                    <a:pt x="4213" y="6353"/>
                  </a:cubicBezTo>
                  <a:cubicBezTo>
                    <a:pt x="4675" y="6353"/>
                    <a:pt x="5132" y="6140"/>
                    <a:pt x="5423" y="5738"/>
                  </a:cubicBezTo>
                  <a:cubicBezTo>
                    <a:pt x="5614" y="5472"/>
                    <a:pt x="5705" y="5174"/>
                    <a:pt x="5705" y="4867"/>
                  </a:cubicBezTo>
                  <a:cubicBezTo>
                    <a:pt x="5705" y="4726"/>
                    <a:pt x="5680" y="4585"/>
                    <a:pt x="5639" y="4444"/>
                  </a:cubicBezTo>
                  <a:cubicBezTo>
                    <a:pt x="5614" y="4361"/>
                    <a:pt x="5589" y="4278"/>
                    <a:pt x="5548" y="4204"/>
                  </a:cubicBezTo>
                  <a:cubicBezTo>
                    <a:pt x="5481" y="4071"/>
                    <a:pt x="5398" y="3947"/>
                    <a:pt x="5291" y="3839"/>
                  </a:cubicBezTo>
                  <a:cubicBezTo>
                    <a:pt x="5249" y="3798"/>
                    <a:pt x="5208" y="3756"/>
                    <a:pt x="5158" y="3715"/>
                  </a:cubicBezTo>
                  <a:cubicBezTo>
                    <a:pt x="5133" y="3698"/>
                    <a:pt x="5108" y="3681"/>
                    <a:pt x="5083" y="36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64"/>
            <p:cNvSpPr/>
            <p:nvPr/>
          </p:nvSpPr>
          <p:spPr>
            <a:xfrm>
              <a:off x="3723150" y="2516725"/>
              <a:ext cx="985200" cy="1752975"/>
            </a:xfrm>
            <a:custGeom>
              <a:avLst/>
              <a:gdLst/>
              <a:ahLst/>
              <a:cxnLst/>
              <a:rect l="l" t="t" r="r" b="b"/>
              <a:pathLst>
                <a:path w="39408" h="70119" extrusionOk="0">
                  <a:moveTo>
                    <a:pt x="37202" y="0"/>
                  </a:moveTo>
                  <a:lnTo>
                    <a:pt x="32352" y="315"/>
                  </a:lnTo>
                  <a:lnTo>
                    <a:pt x="28165" y="581"/>
                  </a:lnTo>
                  <a:cubicBezTo>
                    <a:pt x="18987" y="1178"/>
                    <a:pt x="11226" y="5257"/>
                    <a:pt x="6318" y="12072"/>
                  </a:cubicBezTo>
                  <a:cubicBezTo>
                    <a:pt x="1410" y="18888"/>
                    <a:pt x="0" y="27535"/>
                    <a:pt x="2346" y="36432"/>
                  </a:cubicBezTo>
                  <a:lnTo>
                    <a:pt x="4651" y="45187"/>
                  </a:lnTo>
                  <a:lnTo>
                    <a:pt x="6857" y="53561"/>
                  </a:lnTo>
                  <a:lnTo>
                    <a:pt x="11226" y="70118"/>
                  </a:lnTo>
                  <a:lnTo>
                    <a:pt x="19443" y="67954"/>
                  </a:lnTo>
                  <a:lnTo>
                    <a:pt x="15504" y="53006"/>
                  </a:lnTo>
                  <a:lnTo>
                    <a:pt x="13299" y="44632"/>
                  </a:lnTo>
                  <a:lnTo>
                    <a:pt x="10563" y="34268"/>
                  </a:lnTo>
                  <a:cubicBezTo>
                    <a:pt x="10273" y="33173"/>
                    <a:pt x="10065" y="32087"/>
                    <a:pt x="9933" y="31026"/>
                  </a:cubicBezTo>
                  <a:cubicBezTo>
                    <a:pt x="9767" y="29741"/>
                    <a:pt x="9717" y="28480"/>
                    <a:pt x="9767" y="27245"/>
                  </a:cubicBezTo>
                  <a:cubicBezTo>
                    <a:pt x="9908" y="23995"/>
                    <a:pt x="10795" y="20952"/>
                    <a:pt x="12395" y="18282"/>
                  </a:cubicBezTo>
                  <a:cubicBezTo>
                    <a:pt x="12652" y="17859"/>
                    <a:pt x="12926" y="17445"/>
                    <a:pt x="13216" y="17039"/>
                  </a:cubicBezTo>
                  <a:cubicBezTo>
                    <a:pt x="13506" y="16632"/>
                    <a:pt x="13813" y="16243"/>
                    <a:pt x="14136" y="15870"/>
                  </a:cubicBezTo>
                  <a:cubicBezTo>
                    <a:pt x="16159" y="13507"/>
                    <a:pt x="18763" y="11699"/>
                    <a:pt x="21797" y="10538"/>
                  </a:cubicBezTo>
                  <a:cubicBezTo>
                    <a:pt x="22958" y="10091"/>
                    <a:pt x="24169" y="9742"/>
                    <a:pt x="25437" y="9494"/>
                  </a:cubicBezTo>
                  <a:cubicBezTo>
                    <a:pt x="26498" y="9286"/>
                    <a:pt x="27593" y="9137"/>
                    <a:pt x="28712" y="9071"/>
                  </a:cubicBezTo>
                  <a:lnTo>
                    <a:pt x="39408" y="8374"/>
                  </a:lnTo>
                  <a:lnTo>
                    <a:pt x="372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64"/>
            <p:cNvSpPr/>
            <p:nvPr/>
          </p:nvSpPr>
          <p:spPr>
            <a:xfrm>
              <a:off x="4762850" y="1730925"/>
              <a:ext cx="781675" cy="584550"/>
            </a:xfrm>
            <a:custGeom>
              <a:avLst/>
              <a:gdLst/>
              <a:ahLst/>
              <a:cxnLst/>
              <a:rect l="l" t="t" r="r" b="b"/>
              <a:pathLst>
                <a:path w="31267" h="23382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29533" y="23382"/>
                  </a:lnTo>
                  <a:cubicBezTo>
                    <a:pt x="29848" y="23000"/>
                    <a:pt x="30155" y="22611"/>
                    <a:pt x="30445" y="22204"/>
                  </a:cubicBezTo>
                  <a:cubicBezTo>
                    <a:pt x="30744" y="21806"/>
                    <a:pt x="31009" y="21392"/>
                    <a:pt x="31266" y="20969"/>
                  </a:cubicBez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64"/>
            <p:cNvSpPr/>
            <p:nvPr/>
          </p:nvSpPr>
          <p:spPr>
            <a:xfrm>
              <a:off x="4762850" y="1730925"/>
              <a:ext cx="454575" cy="348875"/>
            </a:xfrm>
            <a:custGeom>
              <a:avLst/>
              <a:gdLst/>
              <a:ahLst/>
              <a:cxnLst/>
              <a:rect l="l" t="t" r="r" b="b"/>
              <a:pathLst>
                <a:path w="18183" h="13955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64"/>
            <p:cNvSpPr/>
            <p:nvPr/>
          </p:nvSpPr>
          <p:spPr>
            <a:xfrm>
              <a:off x="4986925" y="1525725"/>
              <a:ext cx="624750" cy="505375"/>
            </a:xfrm>
            <a:custGeom>
              <a:avLst/>
              <a:gdLst/>
              <a:ahLst/>
              <a:cxnLst/>
              <a:rect l="l" t="t" r="r" b="b"/>
              <a:pathLst>
                <a:path w="24990" h="20215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lnTo>
                    <a:pt x="14369" y="12603"/>
                  </a:lnTo>
                  <a:lnTo>
                    <a:pt x="24940" y="20214"/>
                  </a:lnTo>
                  <a:cubicBezTo>
                    <a:pt x="24989" y="18979"/>
                    <a:pt x="24940" y="17719"/>
                    <a:pt x="24774" y="16434"/>
                  </a:cubicBezTo>
                  <a:lnTo>
                    <a:pt x="16110" y="10190"/>
                  </a:lnTo>
                  <a:lnTo>
                    <a:pt x="7437" y="3947"/>
                  </a:ln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64"/>
            <p:cNvSpPr/>
            <p:nvPr/>
          </p:nvSpPr>
          <p:spPr>
            <a:xfrm>
              <a:off x="5346125" y="1780475"/>
              <a:ext cx="265550" cy="250625"/>
            </a:xfrm>
            <a:custGeom>
              <a:avLst/>
              <a:gdLst/>
              <a:ahLst/>
              <a:cxnLst/>
              <a:rect l="l" t="t" r="r" b="b"/>
              <a:pathLst>
                <a:path w="10622" h="10025" extrusionOk="0">
                  <a:moveTo>
                    <a:pt x="1742" y="0"/>
                  </a:moveTo>
                  <a:lnTo>
                    <a:pt x="1" y="2413"/>
                  </a:lnTo>
                  <a:lnTo>
                    <a:pt x="10572" y="10024"/>
                  </a:lnTo>
                  <a:cubicBezTo>
                    <a:pt x="10621" y="8789"/>
                    <a:pt x="10572" y="7529"/>
                    <a:pt x="10406" y="6244"/>
                  </a:cubicBezTo>
                  <a:lnTo>
                    <a:pt x="1742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64"/>
            <p:cNvSpPr/>
            <p:nvPr/>
          </p:nvSpPr>
          <p:spPr>
            <a:xfrm>
              <a:off x="4637650" y="2003700"/>
              <a:ext cx="671800" cy="471175"/>
            </a:xfrm>
            <a:custGeom>
              <a:avLst/>
              <a:gdLst/>
              <a:ahLst/>
              <a:cxnLst/>
              <a:rect l="l" t="t" r="r" b="b"/>
              <a:pathLst>
                <a:path w="26872" h="18847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lnTo>
                    <a:pt x="14568" y="12603"/>
                  </a:lnTo>
                  <a:lnTo>
                    <a:pt x="23232" y="18847"/>
                  </a:lnTo>
                  <a:cubicBezTo>
                    <a:pt x="24501" y="18590"/>
                    <a:pt x="25720" y="18241"/>
                    <a:pt x="26872" y="17802"/>
                  </a:cubicBezTo>
                  <a:lnTo>
                    <a:pt x="16309" y="10191"/>
                  </a:lnTo>
                  <a:lnTo>
                    <a:pt x="5738" y="2579"/>
                  </a:ln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64"/>
            <p:cNvSpPr/>
            <p:nvPr/>
          </p:nvSpPr>
          <p:spPr>
            <a:xfrm>
              <a:off x="5001825" y="2258450"/>
              <a:ext cx="307625" cy="216425"/>
            </a:xfrm>
            <a:custGeom>
              <a:avLst/>
              <a:gdLst/>
              <a:ahLst/>
              <a:cxnLst/>
              <a:rect l="l" t="t" r="r" b="b"/>
              <a:pathLst>
                <a:path w="12305" h="8657" extrusionOk="0">
                  <a:moveTo>
                    <a:pt x="1742" y="1"/>
                  </a:moveTo>
                  <a:lnTo>
                    <a:pt x="1" y="2413"/>
                  </a:lnTo>
                  <a:lnTo>
                    <a:pt x="8665" y="8657"/>
                  </a:lnTo>
                  <a:cubicBezTo>
                    <a:pt x="9934" y="8400"/>
                    <a:pt x="11153" y="8051"/>
                    <a:pt x="12305" y="7612"/>
                  </a:cubicBezTo>
                  <a:lnTo>
                    <a:pt x="174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64"/>
            <p:cNvSpPr/>
            <p:nvPr/>
          </p:nvSpPr>
          <p:spPr>
            <a:xfrm>
              <a:off x="4869375" y="959025"/>
              <a:ext cx="985225" cy="1753175"/>
            </a:xfrm>
            <a:custGeom>
              <a:avLst/>
              <a:gdLst/>
              <a:ahLst/>
              <a:cxnLst/>
              <a:rect l="l" t="t" r="r" b="b"/>
              <a:pathLst>
                <a:path w="39409" h="70127" extrusionOk="0">
                  <a:moveTo>
                    <a:pt x="28182" y="1"/>
                  </a:moveTo>
                  <a:lnTo>
                    <a:pt x="19958" y="2173"/>
                  </a:lnTo>
                  <a:lnTo>
                    <a:pt x="23904" y="17122"/>
                  </a:lnTo>
                  <a:lnTo>
                    <a:pt x="26110" y="25496"/>
                  </a:lnTo>
                  <a:lnTo>
                    <a:pt x="28846" y="35860"/>
                  </a:lnTo>
                  <a:cubicBezTo>
                    <a:pt x="29128" y="36954"/>
                    <a:pt x="29343" y="38032"/>
                    <a:pt x="29476" y="39102"/>
                  </a:cubicBezTo>
                  <a:cubicBezTo>
                    <a:pt x="29642" y="40387"/>
                    <a:pt x="29691" y="41647"/>
                    <a:pt x="29642" y="42882"/>
                  </a:cubicBezTo>
                  <a:cubicBezTo>
                    <a:pt x="29501" y="46132"/>
                    <a:pt x="28614" y="49175"/>
                    <a:pt x="27005" y="51845"/>
                  </a:cubicBezTo>
                  <a:cubicBezTo>
                    <a:pt x="26748" y="52268"/>
                    <a:pt x="26483" y="52682"/>
                    <a:pt x="26184" y="53080"/>
                  </a:cubicBezTo>
                  <a:cubicBezTo>
                    <a:pt x="25894" y="53487"/>
                    <a:pt x="25587" y="53876"/>
                    <a:pt x="25272" y="54258"/>
                  </a:cubicBezTo>
                  <a:cubicBezTo>
                    <a:pt x="23249" y="56621"/>
                    <a:pt x="20638" y="58428"/>
                    <a:pt x="17603" y="59589"/>
                  </a:cubicBezTo>
                  <a:cubicBezTo>
                    <a:pt x="16451" y="60028"/>
                    <a:pt x="15232" y="60377"/>
                    <a:pt x="13963" y="60634"/>
                  </a:cubicBezTo>
                  <a:cubicBezTo>
                    <a:pt x="12910" y="60841"/>
                    <a:pt x="11816" y="60982"/>
                    <a:pt x="10696" y="61056"/>
                  </a:cubicBezTo>
                  <a:lnTo>
                    <a:pt x="1" y="61745"/>
                  </a:lnTo>
                  <a:lnTo>
                    <a:pt x="2206" y="70127"/>
                  </a:lnTo>
                  <a:lnTo>
                    <a:pt x="7057" y="69812"/>
                  </a:lnTo>
                  <a:lnTo>
                    <a:pt x="11244" y="69538"/>
                  </a:lnTo>
                  <a:cubicBezTo>
                    <a:pt x="20422" y="68950"/>
                    <a:pt x="28174" y="64870"/>
                    <a:pt x="33083" y="58055"/>
                  </a:cubicBezTo>
                  <a:cubicBezTo>
                    <a:pt x="37999" y="51240"/>
                    <a:pt x="39409" y="42584"/>
                    <a:pt x="37062" y="33696"/>
                  </a:cubicBezTo>
                  <a:lnTo>
                    <a:pt x="34757" y="24940"/>
                  </a:lnTo>
                  <a:lnTo>
                    <a:pt x="32544" y="16558"/>
                  </a:lnTo>
                  <a:lnTo>
                    <a:pt x="281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64"/>
            <p:cNvSpPr/>
            <p:nvPr/>
          </p:nvSpPr>
          <p:spPr>
            <a:xfrm>
              <a:off x="4033025" y="2913450"/>
              <a:ext cx="781875" cy="584350"/>
            </a:xfrm>
            <a:custGeom>
              <a:avLst/>
              <a:gdLst/>
              <a:ahLst/>
              <a:cxnLst/>
              <a:rect l="l" t="t" r="r" b="b"/>
              <a:pathLst>
                <a:path w="31275" h="23374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26175" y="21267"/>
                  </a:lnTo>
                  <a:lnTo>
                    <a:pt x="28721" y="23100"/>
                  </a:lnTo>
                  <a:cubicBezTo>
                    <a:pt x="28978" y="23282"/>
                    <a:pt x="29285" y="23373"/>
                    <a:pt x="29583" y="23373"/>
                  </a:cubicBezTo>
                  <a:cubicBezTo>
                    <a:pt x="30047" y="23373"/>
                    <a:pt x="30503" y="23158"/>
                    <a:pt x="30793" y="22760"/>
                  </a:cubicBezTo>
                  <a:cubicBezTo>
                    <a:pt x="31274" y="22088"/>
                    <a:pt x="31117" y="21160"/>
                    <a:pt x="30454" y="20687"/>
                  </a:cubicBezTo>
                  <a:lnTo>
                    <a:pt x="27908" y="18855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64"/>
            <p:cNvSpPr/>
            <p:nvPr/>
          </p:nvSpPr>
          <p:spPr>
            <a:xfrm>
              <a:off x="4033025" y="2913450"/>
              <a:ext cx="370625" cy="296025"/>
            </a:xfrm>
            <a:custGeom>
              <a:avLst/>
              <a:gdLst/>
              <a:ahLst/>
              <a:cxnLst/>
              <a:rect l="l" t="t" r="r" b="b"/>
              <a:pathLst>
                <a:path w="14825" h="11841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64"/>
            <p:cNvSpPr/>
            <p:nvPr/>
          </p:nvSpPr>
          <p:spPr>
            <a:xfrm>
              <a:off x="4268075" y="2754050"/>
              <a:ext cx="667050" cy="471025"/>
            </a:xfrm>
            <a:custGeom>
              <a:avLst/>
              <a:gdLst/>
              <a:ahLst/>
              <a:cxnLst/>
              <a:rect l="l" t="t" r="r" b="b"/>
              <a:pathLst>
                <a:path w="26682" h="18841" extrusionOk="0">
                  <a:moveTo>
                    <a:pt x="3640" y="1"/>
                  </a:moveTo>
                  <a:cubicBezTo>
                    <a:pt x="2372" y="249"/>
                    <a:pt x="1161" y="598"/>
                    <a:pt x="0" y="1045"/>
                  </a:cubicBezTo>
                  <a:lnTo>
                    <a:pt x="10572" y="8657"/>
                  </a:lnTo>
                  <a:lnTo>
                    <a:pt x="21143" y="16268"/>
                  </a:lnTo>
                  <a:lnTo>
                    <a:pt x="24327" y="18565"/>
                  </a:lnTo>
                  <a:cubicBezTo>
                    <a:pt x="24587" y="18750"/>
                    <a:pt x="24890" y="18840"/>
                    <a:pt x="25189" y="18840"/>
                  </a:cubicBezTo>
                  <a:cubicBezTo>
                    <a:pt x="25651" y="18840"/>
                    <a:pt x="26108" y="18627"/>
                    <a:pt x="26399" y="18225"/>
                  </a:cubicBezTo>
                  <a:cubicBezTo>
                    <a:pt x="26590" y="17959"/>
                    <a:pt x="26681" y="17661"/>
                    <a:pt x="26681" y="17354"/>
                  </a:cubicBezTo>
                  <a:cubicBezTo>
                    <a:pt x="26681" y="17213"/>
                    <a:pt x="26656" y="17072"/>
                    <a:pt x="26615" y="16931"/>
                  </a:cubicBezTo>
                  <a:cubicBezTo>
                    <a:pt x="26590" y="16848"/>
                    <a:pt x="26565" y="16765"/>
                    <a:pt x="26524" y="16691"/>
                  </a:cubicBezTo>
                  <a:cubicBezTo>
                    <a:pt x="26457" y="16558"/>
                    <a:pt x="26374" y="16434"/>
                    <a:pt x="26267" y="16326"/>
                  </a:cubicBezTo>
                  <a:cubicBezTo>
                    <a:pt x="26225" y="16285"/>
                    <a:pt x="26184" y="16243"/>
                    <a:pt x="26134" y="16202"/>
                  </a:cubicBezTo>
                  <a:cubicBezTo>
                    <a:pt x="26109" y="16185"/>
                    <a:pt x="26084" y="16168"/>
                    <a:pt x="26059" y="16152"/>
                  </a:cubicBezTo>
                  <a:lnTo>
                    <a:pt x="20977" y="12487"/>
                  </a:lnTo>
                  <a:lnTo>
                    <a:pt x="12313" y="6244"/>
                  </a:lnTo>
                  <a:lnTo>
                    <a:pt x="364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64"/>
            <p:cNvSpPr/>
            <p:nvPr/>
          </p:nvSpPr>
          <p:spPr>
            <a:xfrm>
              <a:off x="4532350" y="2910125"/>
              <a:ext cx="402775" cy="314950"/>
            </a:xfrm>
            <a:custGeom>
              <a:avLst/>
              <a:gdLst/>
              <a:ahLst/>
              <a:cxnLst/>
              <a:rect l="l" t="t" r="r" b="b"/>
              <a:pathLst>
                <a:path w="16111" h="12598" extrusionOk="0">
                  <a:moveTo>
                    <a:pt x="1742" y="1"/>
                  </a:moveTo>
                  <a:lnTo>
                    <a:pt x="1" y="2414"/>
                  </a:lnTo>
                  <a:lnTo>
                    <a:pt x="10572" y="10025"/>
                  </a:lnTo>
                  <a:lnTo>
                    <a:pt x="13756" y="12322"/>
                  </a:lnTo>
                  <a:cubicBezTo>
                    <a:pt x="14016" y="12507"/>
                    <a:pt x="14319" y="12597"/>
                    <a:pt x="14618" y="12597"/>
                  </a:cubicBezTo>
                  <a:cubicBezTo>
                    <a:pt x="15080" y="12597"/>
                    <a:pt x="15537" y="12384"/>
                    <a:pt x="15828" y="11982"/>
                  </a:cubicBezTo>
                  <a:cubicBezTo>
                    <a:pt x="16019" y="11716"/>
                    <a:pt x="16110" y="11418"/>
                    <a:pt x="16110" y="11111"/>
                  </a:cubicBezTo>
                  <a:cubicBezTo>
                    <a:pt x="16110" y="10970"/>
                    <a:pt x="16085" y="10829"/>
                    <a:pt x="16044" y="10688"/>
                  </a:cubicBezTo>
                  <a:cubicBezTo>
                    <a:pt x="16019" y="10605"/>
                    <a:pt x="15994" y="10522"/>
                    <a:pt x="15953" y="10448"/>
                  </a:cubicBezTo>
                  <a:cubicBezTo>
                    <a:pt x="15886" y="10315"/>
                    <a:pt x="15803" y="10191"/>
                    <a:pt x="15696" y="10083"/>
                  </a:cubicBezTo>
                  <a:cubicBezTo>
                    <a:pt x="15654" y="10042"/>
                    <a:pt x="15613" y="10000"/>
                    <a:pt x="15563" y="9959"/>
                  </a:cubicBezTo>
                  <a:cubicBezTo>
                    <a:pt x="15538" y="9942"/>
                    <a:pt x="15513" y="9925"/>
                    <a:pt x="15488" y="9909"/>
                  </a:cubicBezTo>
                  <a:lnTo>
                    <a:pt x="10406" y="624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64"/>
            <p:cNvSpPr/>
            <p:nvPr/>
          </p:nvSpPr>
          <p:spPr>
            <a:xfrm>
              <a:off x="3966075" y="3197850"/>
              <a:ext cx="629725" cy="505150"/>
            </a:xfrm>
            <a:custGeom>
              <a:avLst/>
              <a:gdLst/>
              <a:ahLst/>
              <a:cxnLst/>
              <a:rect l="l" t="t" r="r" b="b"/>
              <a:pathLst>
                <a:path w="25189" h="20206" extrusionOk="0">
                  <a:moveTo>
                    <a:pt x="50" y="0"/>
                  </a:moveTo>
                  <a:lnTo>
                    <a:pt x="50" y="0"/>
                  </a:lnTo>
                  <a:cubicBezTo>
                    <a:pt x="0" y="1235"/>
                    <a:pt x="50" y="2496"/>
                    <a:pt x="216" y="3781"/>
                  </a:cubicBezTo>
                  <a:lnTo>
                    <a:pt x="8880" y="10024"/>
                  </a:lnTo>
                  <a:lnTo>
                    <a:pt x="17544" y="16267"/>
                  </a:lnTo>
                  <a:lnTo>
                    <a:pt x="17553" y="16267"/>
                  </a:lnTo>
                  <a:lnTo>
                    <a:pt x="22635" y="19932"/>
                  </a:lnTo>
                  <a:cubicBezTo>
                    <a:pt x="22892" y="20114"/>
                    <a:pt x="23199" y="20206"/>
                    <a:pt x="23497" y="20206"/>
                  </a:cubicBezTo>
                  <a:lnTo>
                    <a:pt x="23945" y="20139"/>
                  </a:lnTo>
                  <a:cubicBezTo>
                    <a:pt x="23995" y="20123"/>
                    <a:pt x="24044" y="20106"/>
                    <a:pt x="24086" y="20089"/>
                  </a:cubicBezTo>
                  <a:lnTo>
                    <a:pt x="24708" y="19592"/>
                  </a:lnTo>
                  <a:cubicBezTo>
                    <a:pt x="25189" y="18929"/>
                    <a:pt x="25039" y="18000"/>
                    <a:pt x="24368" y="17519"/>
                  </a:cubicBezTo>
                  <a:lnTo>
                    <a:pt x="21184" y="15223"/>
                  </a:lnTo>
                  <a:lnTo>
                    <a:pt x="10621" y="76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64"/>
            <p:cNvSpPr/>
            <p:nvPr/>
          </p:nvSpPr>
          <p:spPr>
            <a:xfrm>
              <a:off x="4188075" y="3388125"/>
              <a:ext cx="407725" cy="314875"/>
            </a:xfrm>
            <a:custGeom>
              <a:avLst/>
              <a:gdLst/>
              <a:ahLst/>
              <a:cxnLst/>
              <a:rect l="l" t="t" r="r" b="b"/>
              <a:pathLst>
                <a:path w="16309" h="12595" extrusionOk="0">
                  <a:moveTo>
                    <a:pt x="1741" y="0"/>
                  </a:moveTo>
                  <a:lnTo>
                    <a:pt x="0" y="2413"/>
                  </a:lnTo>
                  <a:lnTo>
                    <a:pt x="8664" y="8656"/>
                  </a:lnTo>
                  <a:lnTo>
                    <a:pt x="8673" y="8656"/>
                  </a:lnTo>
                  <a:lnTo>
                    <a:pt x="13755" y="12321"/>
                  </a:lnTo>
                  <a:cubicBezTo>
                    <a:pt x="14012" y="12503"/>
                    <a:pt x="14319" y="12595"/>
                    <a:pt x="14617" y="12595"/>
                  </a:cubicBezTo>
                  <a:lnTo>
                    <a:pt x="15065" y="12528"/>
                  </a:lnTo>
                  <a:cubicBezTo>
                    <a:pt x="15115" y="12512"/>
                    <a:pt x="15164" y="12495"/>
                    <a:pt x="15206" y="12478"/>
                  </a:cubicBezTo>
                  <a:lnTo>
                    <a:pt x="15828" y="11981"/>
                  </a:lnTo>
                  <a:cubicBezTo>
                    <a:pt x="16309" y="11318"/>
                    <a:pt x="16159" y="10389"/>
                    <a:pt x="15488" y="9908"/>
                  </a:cubicBezTo>
                  <a:lnTo>
                    <a:pt x="12304" y="7612"/>
                  </a:lnTo>
                  <a:lnTo>
                    <a:pt x="174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71" name="Google Shape;1071;p64"/>
          <p:cNvCxnSpPr/>
          <p:nvPr/>
        </p:nvCxnSpPr>
        <p:spPr>
          <a:xfrm rot="10800000" flipH="1">
            <a:off x="6853649" y="2398600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86FC5-1ACB-58DA-F57E-C764701033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CF96E-578A-51AE-5DCC-1B917729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Recombination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E53DCF-7C0E-B96C-A592-DCED42558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761" y="2094289"/>
            <a:ext cx="4002236" cy="3199392"/>
          </a:xfrm>
          <a:prstGeom prst="rect">
            <a:avLst/>
          </a:prstGeom>
          <a:solidFill>
            <a:srgbClr val="FDFDF8"/>
          </a:solidFill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DE9A20-7C80-A727-687F-6051D69016B2}"/>
              </a:ext>
            </a:extLst>
          </p:cNvPr>
          <p:cNvSpPr txBox="1"/>
          <p:nvPr/>
        </p:nvSpPr>
        <p:spPr>
          <a:xfrm>
            <a:off x="713225" y="1140100"/>
            <a:ext cx="794257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Recombination creates offspring by swapping genetic material between two parents.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Technically a binary operator: produces two children from two parent trees.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The most common method is subtree crossover:</a:t>
            </a:r>
          </a:p>
          <a:p>
            <a:pPr lvl="1">
              <a:buClr>
                <a:schemeClr val="accent1"/>
              </a:buClr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1.  A random node is selected in each parent.</a:t>
            </a:r>
          </a:p>
          <a:p>
            <a:pPr>
              <a:buClr>
                <a:schemeClr val="accent1"/>
              </a:buClr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	2.  The subtrees rooted at those nodes are swapped.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7B3342-8A86-FF9A-4740-C518F9845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988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CF96E-578A-51AE-5DCC-1B917729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Recombination</a:t>
            </a:r>
            <a:br>
              <a:rPr lang="en-US" sz="2000" b="0" dirty="0"/>
            </a:br>
            <a:r>
              <a:rPr lang="en-US" sz="2000" b="0" dirty="0"/>
              <a:t>Parameters</a:t>
            </a:r>
            <a:endParaRPr lang="en-US" b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DE9A20-7C80-A727-687F-6051D69016B2}"/>
              </a:ext>
            </a:extLst>
          </p:cNvPr>
          <p:cNvSpPr txBox="1"/>
          <p:nvPr/>
        </p:nvSpPr>
        <p:spPr>
          <a:xfrm>
            <a:off x="713225" y="1426818"/>
            <a:ext cx="6346253" cy="1384995"/>
          </a:xfrm>
          <a:prstGeom prst="rect">
            <a:avLst/>
          </a:prstGeom>
          <a:solidFill>
            <a:srgbClr val="FDFDF8"/>
          </a:solidFill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Probability of selecting crossover instead of mutation (at the junction).</a:t>
            </a:r>
          </a:p>
          <a:p>
            <a:pPr marL="342900" indent="-342900">
              <a:buClr>
                <a:schemeClr val="accent1"/>
              </a:buClr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Probability of selecting internal nodes as crossover points (vs. terminal nodes).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Abhaya Libre" panose="02000503000000000000" pitchFamily="2" charset="0"/>
              <a:cs typeface="Abhaya Libre" panose="02000503000000000000" pitchFamily="2" charset="0"/>
            </a:endParaRP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Children may have greater depth/size than parents.</a:t>
            </a:r>
          </a:p>
          <a:p>
            <a:pPr marL="342900" indent="-3429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Abhaya Libre" panose="02000503000000000000" pitchFamily="2" charset="0"/>
                <a:cs typeface="Abhaya Libre" panose="02000503000000000000" pitchFamily="2" charset="0"/>
              </a:rPr>
              <a:t>This behavior differs from traditional EA crossover, which often preserves structure or size.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4C1A87-4525-DF62-7828-56D5A2884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527" y="2547928"/>
            <a:ext cx="3246895" cy="2595572"/>
          </a:xfrm>
          <a:prstGeom prst="rect">
            <a:avLst/>
          </a:prstGeom>
          <a:solidFill>
            <a:srgbClr val="FDFDF8"/>
          </a:solidFill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B1320C-F30F-AB24-0B54-CBCC4F059B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545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69"/>
          <p:cNvSpPr txBox="1">
            <a:spLocks noGrp="1"/>
          </p:cNvSpPr>
          <p:nvPr>
            <p:ph type="title"/>
          </p:nvPr>
        </p:nvSpPr>
        <p:spPr>
          <a:xfrm>
            <a:off x="3154775" y="1776350"/>
            <a:ext cx="4725000" cy="10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Survival Selection</a:t>
            </a:r>
            <a:endParaRPr dirty="0"/>
          </a:p>
        </p:txBody>
      </p:sp>
      <p:sp>
        <p:nvSpPr>
          <p:cNvPr id="1153" name="Google Shape;1153;p69"/>
          <p:cNvSpPr txBox="1">
            <a:spLocks noGrp="1"/>
          </p:cNvSpPr>
          <p:nvPr>
            <p:ph type="subTitle" idx="1"/>
          </p:nvPr>
        </p:nvSpPr>
        <p:spPr>
          <a:xfrm>
            <a:off x="3154775" y="2836650"/>
            <a:ext cx="4725000" cy="63941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 algn="ctr"/>
            <a:r>
              <a:rPr lang="en-GB" dirty="0">
                <a:solidFill>
                  <a:schemeClr val="tx1"/>
                </a:solidFill>
              </a:rPr>
              <a:t>Which one fits GP better? (</a:t>
            </a:r>
            <a:r>
              <a:rPr lang="en-GB" dirty="0">
                <a:solidFill>
                  <a:schemeClr val="tx1"/>
                </a:solidFill>
                <a:sym typeface="Symbol" pitchFamily="18" charset="2"/>
              </a:rPr>
              <a:t></a:t>
            </a:r>
            <a:r>
              <a:rPr lang="en-GB" dirty="0">
                <a:solidFill>
                  <a:schemeClr val="tx1"/>
                </a:solidFill>
              </a:rPr>
              <a:t>,</a:t>
            </a:r>
            <a:r>
              <a:rPr lang="en-GB" dirty="0">
                <a:solidFill>
                  <a:schemeClr val="tx1"/>
                </a:solidFill>
                <a:sym typeface="Symbol" pitchFamily="18" charset="2"/>
              </a:rPr>
              <a:t></a:t>
            </a:r>
            <a:r>
              <a:rPr lang="en-GB" dirty="0">
                <a:solidFill>
                  <a:schemeClr val="tx1"/>
                </a:solidFill>
              </a:rPr>
              <a:t>) or (</a:t>
            </a:r>
            <a:r>
              <a:rPr lang="en-GB" dirty="0">
                <a:solidFill>
                  <a:schemeClr val="tx1"/>
                </a:solidFill>
                <a:sym typeface="Symbol" pitchFamily="18" charset="2"/>
              </a:rPr>
              <a:t></a:t>
            </a:r>
            <a:r>
              <a:rPr lang="en-GB" dirty="0">
                <a:solidFill>
                  <a:schemeClr val="tx1"/>
                </a:solidFill>
              </a:rPr>
              <a:t>+</a:t>
            </a:r>
            <a:r>
              <a:rPr lang="en-GB" dirty="0">
                <a:solidFill>
                  <a:schemeClr val="tx1"/>
                </a:solidFill>
                <a:sym typeface="Symbol" pitchFamily="18" charset="2"/>
              </a:rPr>
              <a:t></a:t>
            </a:r>
            <a:r>
              <a:rPr lang="en-GB" dirty="0">
                <a:solidFill>
                  <a:schemeClr val="tx1"/>
                </a:solidFill>
              </a:rPr>
              <a:t>) ?</a:t>
            </a:r>
          </a:p>
        </p:txBody>
      </p:sp>
      <p:grpSp>
        <p:nvGrpSpPr>
          <p:cNvPr id="1154" name="Google Shape;1154;p69"/>
          <p:cNvGrpSpPr/>
          <p:nvPr/>
        </p:nvGrpSpPr>
        <p:grpSpPr>
          <a:xfrm rot="1653072">
            <a:off x="5193703" y="1883314"/>
            <a:ext cx="4780889" cy="5927191"/>
            <a:chOff x="3453675" y="959025"/>
            <a:chExt cx="2670400" cy="3310675"/>
          </a:xfrm>
        </p:grpSpPr>
        <p:sp>
          <p:nvSpPr>
            <p:cNvPr id="1155" name="Google Shape;1155;p69"/>
            <p:cNvSpPr/>
            <p:nvPr/>
          </p:nvSpPr>
          <p:spPr>
            <a:xfrm>
              <a:off x="3453675" y="3646400"/>
              <a:ext cx="440900" cy="236925"/>
            </a:xfrm>
            <a:custGeom>
              <a:avLst/>
              <a:gdLst/>
              <a:ahLst/>
              <a:cxnLst/>
              <a:rect l="l" t="t" r="r" b="b"/>
              <a:pathLst>
                <a:path w="17636" h="9477" extrusionOk="0">
                  <a:moveTo>
                    <a:pt x="15430" y="0"/>
                  </a:moveTo>
                  <a:lnTo>
                    <a:pt x="1" y="995"/>
                  </a:lnTo>
                  <a:lnTo>
                    <a:pt x="548" y="9477"/>
                  </a:lnTo>
                  <a:lnTo>
                    <a:pt x="17636" y="8374"/>
                  </a:lnTo>
                  <a:lnTo>
                    <a:pt x="15430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69"/>
            <p:cNvSpPr/>
            <p:nvPr/>
          </p:nvSpPr>
          <p:spPr>
            <a:xfrm>
              <a:off x="4055600" y="1387050"/>
              <a:ext cx="1466525" cy="2454825"/>
            </a:xfrm>
            <a:custGeom>
              <a:avLst/>
              <a:gdLst/>
              <a:ahLst/>
              <a:cxnLst/>
              <a:rect l="l" t="t" r="r" b="b"/>
              <a:pathLst>
                <a:path w="58661" h="98193" extrusionOk="0">
                  <a:moveTo>
                    <a:pt x="56455" y="1"/>
                  </a:moveTo>
                  <a:lnTo>
                    <a:pt x="47418" y="581"/>
                  </a:lnTo>
                  <a:cubicBezTo>
                    <a:pt x="38240" y="1178"/>
                    <a:pt x="30479" y="5257"/>
                    <a:pt x="25571" y="12073"/>
                  </a:cubicBezTo>
                  <a:cubicBezTo>
                    <a:pt x="20662" y="18888"/>
                    <a:pt x="19253" y="27536"/>
                    <a:pt x="21599" y="36432"/>
                  </a:cubicBezTo>
                  <a:lnTo>
                    <a:pt x="22661" y="40486"/>
                  </a:lnTo>
                  <a:lnTo>
                    <a:pt x="23904" y="45187"/>
                  </a:lnTo>
                  <a:lnTo>
                    <a:pt x="26110" y="53561"/>
                  </a:lnTo>
                  <a:lnTo>
                    <a:pt x="28846" y="63925"/>
                  </a:lnTo>
                  <a:cubicBezTo>
                    <a:pt x="29128" y="65020"/>
                    <a:pt x="29343" y="66098"/>
                    <a:pt x="29476" y="67167"/>
                  </a:cubicBezTo>
                  <a:lnTo>
                    <a:pt x="34558" y="70832"/>
                  </a:lnTo>
                  <a:cubicBezTo>
                    <a:pt x="34583" y="70848"/>
                    <a:pt x="34608" y="70865"/>
                    <a:pt x="34633" y="70882"/>
                  </a:cubicBezTo>
                  <a:cubicBezTo>
                    <a:pt x="34683" y="70923"/>
                    <a:pt x="34724" y="70965"/>
                    <a:pt x="34766" y="71006"/>
                  </a:cubicBezTo>
                  <a:cubicBezTo>
                    <a:pt x="34873" y="71114"/>
                    <a:pt x="34956" y="71238"/>
                    <a:pt x="35023" y="71371"/>
                  </a:cubicBezTo>
                  <a:cubicBezTo>
                    <a:pt x="35064" y="71445"/>
                    <a:pt x="35089" y="71528"/>
                    <a:pt x="35114" y="71611"/>
                  </a:cubicBezTo>
                  <a:cubicBezTo>
                    <a:pt x="35155" y="71752"/>
                    <a:pt x="35180" y="71893"/>
                    <a:pt x="35180" y="72034"/>
                  </a:cubicBezTo>
                  <a:cubicBezTo>
                    <a:pt x="35180" y="72341"/>
                    <a:pt x="35089" y="72639"/>
                    <a:pt x="34898" y="72905"/>
                  </a:cubicBezTo>
                  <a:cubicBezTo>
                    <a:pt x="34607" y="73307"/>
                    <a:pt x="34150" y="73520"/>
                    <a:pt x="33688" y="73520"/>
                  </a:cubicBezTo>
                  <a:cubicBezTo>
                    <a:pt x="33389" y="73520"/>
                    <a:pt x="33086" y="73430"/>
                    <a:pt x="32826" y="73245"/>
                  </a:cubicBezTo>
                  <a:lnTo>
                    <a:pt x="29642" y="70948"/>
                  </a:lnTo>
                  <a:cubicBezTo>
                    <a:pt x="29501" y="74198"/>
                    <a:pt x="28614" y="77241"/>
                    <a:pt x="27005" y="79911"/>
                  </a:cubicBezTo>
                  <a:lnTo>
                    <a:pt x="29551" y="81743"/>
                  </a:lnTo>
                  <a:cubicBezTo>
                    <a:pt x="30214" y="82216"/>
                    <a:pt x="30371" y="83144"/>
                    <a:pt x="29890" y="83816"/>
                  </a:cubicBezTo>
                  <a:cubicBezTo>
                    <a:pt x="29600" y="84214"/>
                    <a:pt x="29144" y="84429"/>
                    <a:pt x="28680" y="84429"/>
                  </a:cubicBezTo>
                  <a:cubicBezTo>
                    <a:pt x="28382" y="84429"/>
                    <a:pt x="28075" y="84338"/>
                    <a:pt x="27818" y="84156"/>
                  </a:cubicBezTo>
                  <a:lnTo>
                    <a:pt x="25272" y="82323"/>
                  </a:lnTo>
                  <a:cubicBezTo>
                    <a:pt x="23249" y="84686"/>
                    <a:pt x="20638" y="86486"/>
                    <a:pt x="17603" y="87655"/>
                  </a:cubicBezTo>
                  <a:lnTo>
                    <a:pt x="20787" y="89951"/>
                  </a:lnTo>
                  <a:cubicBezTo>
                    <a:pt x="21458" y="90424"/>
                    <a:pt x="21608" y="91352"/>
                    <a:pt x="21127" y="92024"/>
                  </a:cubicBezTo>
                  <a:lnTo>
                    <a:pt x="20505" y="92521"/>
                  </a:lnTo>
                  <a:cubicBezTo>
                    <a:pt x="20463" y="92538"/>
                    <a:pt x="20414" y="92555"/>
                    <a:pt x="20364" y="92571"/>
                  </a:cubicBezTo>
                  <a:lnTo>
                    <a:pt x="19916" y="92638"/>
                  </a:lnTo>
                  <a:cubicBezTo>
                    <a:pt x="19618" y="92638"/>
                    <a:pt x="19311" y="92546"/>
                    <a:pt x="19054" y="92356"/>
                  </a:cubicBezTo>
                  <a:lnTo>
                    <a:pt x="13972" y="88699"/>
                  </a:lnTo>
                  <a:lnTo>
                    <a:pt x="13963" y="88699"/>
                  </a:lnTo>
                  <a:cubicBezTo>
                    <a:pt x="12910" y="88907"/>
                    <a:pt x="11816" y="89047"/>
                    <a:pt x="10697" y="89122"/>
                  </a:cubicBezTo>
                  <a:lnTo>
                    <a:pt x="1" y="89810"/>
                  </a:lnTo>
                  <a:lnTo>
                    <a:pt x="2206" y="98193"/>
                  </a:lnTo>
                  <a:lnTo>
                    <a:pt x="11244" y="97604"/>
                  </a:lnTo>
                  <a:cubicBezTo>
                    <a:pt x="20422" y="97015"/>
                    <a:pt x="28174" y="92936"/>
                    <a:pt x="33091" y="86121"/>
                  </a:cubicBezTo>
                  <a:cubicBezTo>
                    <a:pt x="37999" y="79305"/>
                    <a:pt x="39409" y="70649"/>
                    <a:pt x="37062" y="61761"/>
                  </a:cubicBezTo>
                  <a:lnTo>
                    <a:pt x="35993" y="57699"/>
                  </a:lnTo>
                  <a:lnTo>
                    <a:pt x="34757" y="53006"/>
                  </a:lnTo>
                  <a:lnTo>
                    <a:pt x="32552" y="44624"/>
                  </a:lnTo>
                  <a:lnTo>
                    <a:pt x="29816" y="34260"/>
                  </a:lnTo>
                  <a:cubicBezTo>
                    <a:pt x="29526" y="33174"/>
                    <a:pt x="29318" y="32096"/>
                    <a:pt x="29186" y="31026"/>
                  </a:cubicBezTo>
                  <a:lnTo>
                    <a:pt x="24095" y="27361"/>
                  </a:lnTo>
                  <a:cubicBezTo>
                    <a:pt x="23432" y="26881"/>
                    <a:pt x="23282" y="25952"/>
                    <a:pt x="23755" y="25280"/>
                  </a:cubicBezTo>
                  <a:cubicBezTo>
                    <a:pt x="24045" y="24882"/>
                    <a:pt x="24501" y="24667"/>
                    <a:pt x="24966" y="24667"/>
                  </a:cubicBezTo>
                  <a:cubicBezTo>
                    <a:pt x="25264" y="24667"/>
                    <a:pt x="25571" y="24758"/>
                    <a:pt x="25836" y="24949"/>
                  </a:cubicBezTo>
                  <a:lnTo>
                    <a:pt x="29020" y="27245"/>
                  </a:lnTo>
                  <a:cubicBezTo>
                    <a:pt x="29161" y="23995"/>
                    <a:pt x="30048" y="20952"/>
                    <a:pt x="31648" y="18283"/>
                  </a:cubicBezTo>
                  <a:lnTo>
                    <a:pt x="29103" y="16450"/>
                  </a:lnTo>
                  <a:cubicBezTo>
                    <a:pt x="28440" y="15969"/>
                    <a:pt x="28290" y="15041"/>
                    <a:pt x="28771" y="14378"/>
                  </a:cubicBezTo>
                  <a:lnTo>
                    <a:pt x="29385" y="13880"/>
                  </a:lnTo>
                  <a:cubicBezTo>
                    <a:pt x="29434" y="13855"/>
                    <a:pt x="29484" y="13839"/>
                    <a:pt x="29534" y="13830"/>
                  </a:cubicBezTo>
                  <a:lnTo>
                    <a:pt x="29973" y="13756"/>
                  </a:lnTo>
                  <a:cubicBezTo>
                    <a:pt x="30280" y="13756"/>
                    <a:pt x="30579" y="13847"/>
                    <a:pt x="30844" y="14038"/>
                  </a:cubicBezTo>
                  <a:lnTo>
                    <a:pt x="33389" y="15870"/>
                  </a:lnTo>
                  <a:cubicBezTo>
                    <a:pt x="35412" y="13507"/>
                    <a:pt x="38016" y="11700"/>
                    <a:pt x="41050" y="10539"/>
                  </a:cubicBezTo>
                  <a:lnTo>
                    <a:pt x="37867" y="8242"/>
                  </a:lnTo>
                  <a:cubicBezTo>
                    <a:pt x="37469" y="7952"/>
                    <a:pt x="37253" y="7496"/>
                    <a:pt x="37253" y="7032"/>
                  </a:cubicBezTo>
                  <a:cubicBezTo>
                    <a:pt x="37253" y="6733"/>
                    <a:pt x="37344" y="6426"/>
                    <a:pt x="37535" y="6169"/>
                  </a:cubicBezTo>
                  <a:cubicBezTo>
                    <a:pt x="37821" y="5763"/>
                    <a:pt x="38274" y="5548"/>
                    <a:pt x="38736" y="5548"/>
                  </a:cubicBezTo>
                  <a:cubicBezTo>
                    <a:pt x="39037" y="5548"/>
                    <a:pt x="39342" y="5639"/>
                    <a:pt x="39608" y="5829"/>
                  </a:cubicBezTo>
                  <a:lnTo>
                    <a:pt x="44690" y="9494"/>
                  </a:lnTo>
                  <a:cubicBezTo>
                    <a:pt x="45751" y="9287"/>
                    <a:pt x="46838" y="9138"/>
                    <a:pt x="47965" y="9071"/>
                  </a:cubicBezTo>
                  <a:lnTo>
                    <a:pt x="58661" y="8375"/>
                  </a:lnTo>
                  <a:lnTo>
                    <a:pt x="5645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69"/>
            <p:cNvSpPr/>
            <p:nvPr/>
          </p:nvSpPr>
          <p:spPr>
            <a:xfrm>
              <a:off x="4637650" y="2003700"/>
              <a:ext cx="147600" cy="159025"/>
            </a:xfrm>
            <a:custGeom>
              <a:avLst/>
              <a:gdLst/>
              <a:ahLst/>
              <a:cxnLst/>
              <a:rect l="l" t="t" r="r" b="b"/>
              <a:pathLst>
                <a:path w="5904" h="6361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cubicBezTo>
                    <a:pt x="5738" y="5075"/>
                    <a:pt x="5680" y="3806"/>
                    <a:pt x="5738" y="2579"/>
                  </a:cubicBez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69"/>
            <p:cNvSpPr/>
            <p:nvPr/>
          </p:nvSpPr>
          <p:spPr>
            <a:xfrm>
              <a:off x="4762850" y="1730925"/>
              <a:ext cx="127500" cy="113200"/>
            </a:xfrm>
            <a:custGeom>
              <a:avLst/>
              <a:gdLst/>
              <a:ahLst/>
              <a:cxnLst/>
              <a:rect l="l" t="t" r="r" b="b"/>
              <a:pathLst>
                <a:path w="5100" h="4528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cubicBezTo>
                    <a:pt x="3615" y="4105"/>
                    <a:pt x="3889" y="3690"/>
                    <a:pt x="4179" y="3284"/>
                  </a:cubicBezTo>
                  <a:cubicBezTo>
                    <a:pt x="4469" y="2886"/>
                    <a:pt x="4776" y="2488"/>
                    <a:pt x="5099" y="2115"/>
                  </a:cubicBez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69"/>
            <p:cNvSpPr/>
            <p:nvPr/>
          </p:nvSpPr>
          <p:spPr>
            <a:xfrm>
              <a:off x="4986925" y="1525725"/>
              <a:ext cx="185950" cy="124800"/>
            </a:xfrm>
            <a:custGeom>
              <a:avLst/>
              <a:gdLst/>
              <a:ahLst/>
              <a:cxnLst/>
              <a:rect l="l" t="t" r="r" b="b"/>
              <a:pathLst>
                <a:path w="7438" h="4992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cubicBezTo>
                    <a:pt x="4950" y="4544"/>
                    <a:pt x="6169" y="4196"/>
                    <a:pt x="7437" y="3947"/>
                  </a:cubicBez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69"/>
            <p:cNvSpPr/>
            <p:nvPr/>
          </p:nvSpPr>
          <p:spPr>
            <a:xfrm>
              <a:off x="5682950" y="1345400"/>
              <a:ext cx="441125" cy="237150"/>
            </a:xfrm>
            <a:custGeom>
              <a:avLst/>
              <a:gdLst/>
              <a:ahLst/>
              <a:cxnLst/>
              <a:rect l="l" t="t" r="r" b="b"/>
              <a:pathLst>
                <a:path w="17645" h="9486" extrusionOk="0">
                  <a:moveTo>
                    <a:pt x="17097" y="0"/>
                  </a:moveTo>
                  <a:lnTo>
                    <a:pt x="1" y="1111"/>
                  </a:lnTo>
                  <a:lnTo>
                    <a:pt x="2214" y="9485"/>
                  </a:lnTo>
                  <a:lnTo>
                    <a:pt x="17644" y="8490"/>
                  </a:lnTo>
                  <a:lnTo>
                    <a:pt x="17097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69"/>
            <p:cNvSpPr/>
            <p:nvPr/>
          </p:nvSpPr>
          <p:spPr>
            <a:xfrm>
              <a:off x="4404875" y="3578400"/>
              <a:ext cx="190925" cy="124600"/>
            </a:xfrm>
            <a:custGeom>
              <a:avLst/>
              <a:gdLst/>
              <a:ahLst/>
              <a:cxnLst/>
              <a:rect l="l" t="t" r="r" b="b"/>
              <a:pathLst>
                <a:path w="7637" h="4984" extrusionOk="0">
                  <a:moveTo>
                    <a:pt x="3632" y="1"/>
                  </a:moveTo>
                  <a:cubicBezTo>
                    <a:pt x="2480" y="440"/>
                    <a:pt x="1269" y="788"/>
                    <a:pt x="1" y="1045"/>
                  </a:cubicBezTo>
                  <a:lnTo>
                    <a:pt x="5083" y="4710"/>
                  </a:lnTo>
                  <a:cubicBezTo>
                    <a:pt x="5340" y="4892"/>
                    <a:pt x="5647" y="4984"/>
                    <a:pt x="5945" y="4984"/>
                  </a:cubicBezTo>
                  <a:lnTo>
                    <a:pt x="6393" y="4917"/>
                  </a:lnTo>
                  <a:cubicBezTo>
                    <a:pt x="6443" y="4901"/>
                    <a:pt x="6492" y="4884"/>
                    <a:pt x="6534" y="4867"/>
                  </a:cubicBezTo>
                  <a:lnTo>
                    <a:pt x="7156" y="4370"/>
                  </a:lnTo>
                  <a:cubicBezTo>
                    <a:pt x="7637" y="3707"/>
                    <a:pt x="7487" y="2778"/>
                    <a:pt x="6816" y="2297"/>
                  </a:cubicBezTo>
                  <a:lnTo>
                    <a:pt x="3632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69"/>
            <p:cNvSpPr/>
            <p:nvPr/>
          </p:nvSpPr>
          <p:spPr>
            <a:xfrm>
              <a:off x="4687400" y="3384800"/>
              <a:ext cx="127500" cy="113000"/>
            </a:xfrm>
            <a:custGeom>
              <a:avLst/>
              <a:gdLst/>
              <a:ahLst/>
              <a:cxnLst/>
              <a:rect l="l" t="t" r="r" b="b"/>
              <a:pathLst>
                <a:path w="5100" h="4520" extrusionOk="0">
                  <a:moveTo>
                    <a:pt x="1733" y="1"/>
                  </a:moveTo>
                  <a:cubicBezTo>
                    <a:pt x="1484" y="423"/>
                    <a:pt x="1211" y="838"/>
                    <a:pt x="921" y="1236"/>
                  </a:cubicBezTo>
                  <a:cubicBezTo>
                    <a:pt x="622" y="1642"/>
                    <a:pt x="315" y="2032"/>
                    <a:pt x="0" y="2413"/>
                  </a:cubicBezTo>
                  <a:lnTo>
                    <a:pt x="2546" y="4246"/>
                  </a:lnTo>
                  <a:cubicBezTo>
                    <a:pt x="2803" y="4428"/>
                    <a:pt x="3110" y="4519"/>
                    <a:pt x="3408" y="4519"/>
                  </a:cubicBezTo>
                  <a:cubicBezTo>
                    <a:pt x="3872" y="4519"/>
                    <a:pt x="4328" y="4304"/>
                    <a:pt x="4618" y="3906"/>
                  </a:cubicBezTo>
                  <a:cubicBezTo>
                    <a:pt x="5099" y="3234"/>
                    <a:pt x="4942" y="2306"/>
                    <a:pt x="4279" y="183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69"/>
            <p:cNvSpPr/>
            <p:nvPr/>
          </p:nvSpPr>
          <p:spPr>
            <a:xfrm>
              <a:off x="4792475" y="3066225"/>
              <a:ext cx="142650" cy="158850"/>
            </a:xfrm>
            <a:custGeom>
              <a:avLst/>
              <a:gdLst/>
              <a:ahLst/>
              <a:cxnLst/>
              <a:rect l="l" t="t" r="r" b="b"/>
              <a:pathLst>
                <a:path w="5706" h="6354" extrusionOk="0">
                  <a:moveTo>
                    <a:pt x="1" y="0"/>
                  </a:moveTo>
                  <a:lnTo>
                    <a:pt x="1" y="0"/>
                  </a:lnTo>
                  <a:cubicBezTo>
                    <a:pt x="167" y="1285"/>
                    <a:pt x="217" y="2546"/>
                    <a:pt x="167" y="3781"/>
                  </a:cubicBezTo>
                  <a:lnTo>
                    <a:pt x="3351" y="6078"/>
                  </a:lnTo>
                  <a:cubicBezTo>
                    <a:pt x="3611" y="6263"/>
                    <a:pt x="3914" y="6353"/>
                    <a:pt x="4213" y="6353"/>
                  </a:cubicBezTo>
                  <a:cubicBezTo>
                    <a:pt x="4675" y="6353"/>
                    <a:pt x="5132" y="6140"/>
                    <a:pt x="5423" y="5738"/>
                  </a:cubicBezTo>
                  <a:cubicBezTo>
                    <a:pt x="5614" y="5472"/>
                    <a:pt x="5705" y="5174"/>
                    <a:pt x="5705" y="4867"/>
                  </a:cubicBezTo>
                  <a:cubicBezTo>
                    <a:pt x="5705" y="4726"/>
                    <a:pt x="5680" y="4585"/>
                    <a:pt x="5639" y="4444"/>
                  </a:cubicBezTo>
                  <a:cubicBezTo>
                    <a:pt x="5614" y="4361"/>
                    <a:pt x="5589" y="4278"/>
                    <a:pt x="5548" y="4204"/>
                  </a:cubicBezTo>
                  <a:cubicBezTo>
                    <a:pt x="5481" y="4071"/>
                    <a:pt x="5398" y="3947"/>
                    <a:pt x="5291" y="3839"/>
                  </a:cubicBezTo>
                  <a:cubicBezTo>
                    <a:pt x="5249" y="3798"/>
                    <a:pt x="5208" y="3756"/>
                    <a:pt x="5158" y="3715"/>
                  </a:cubicBezTo>
                  <a:cubicBezTo>
                    <a:pt x="5133" y="3698"/>
                    <a:pt x="5108" y="3681"/>
                    <a:pt x="5083" y="36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69"/>
            <p:cNvSpPr/>
            <p:nvPr/>
          </p:nvSpPr>
          <p:spPr>
            <a:xfrm>
              <a:off x="3723150" y="2516725"/>
              <a:ext cx="985200" cy="1752975"/>
            </a:xfrm>
            <a:custGeom>
              <a:avLst/>
              <a:gdLst/>
              <a:ahLst/>
              <a:cxnLst/>
              <a:rect l="l" t="t" r="r" b="b"/>
              <a:pathLst>
                <a:path w="39408" h="70119" extrusionOk="0">
                  <a:moveTo>
                    <a:pt x="37202" y="0"/>
                  </a:moveTo>
                  <a:lnTo>
                    <a:pt x="32352" y="315"/>
                  </a:lnTo>
                  <a:lnTo>
                    <a:pt x="28165" y="581"/>
                  </a:lnTo>
                  <a:cubicBezTo>
                    <a:pt x="18987" y="1178"/>
                    <a:pt x="11226" y="5257"/>
                    <a:pt x="6318" y="12072"/>
                  </a:cubicBezTo>
                  <a:cubicBezTo>
                    <a:pt x="1410" y="18888"/>
                    <a:pt x="0" y="27535"/>
                    <a:pt x="2346" y="36432"/>
                  </a:cubicBezTo>
                  <a:lnTo>
                    <a:pt x="4651" y="45187"/>
                  </a:lnTo>
                  <a:lnTo>
                    <a:pt x="6857" y="53561"/>
                  </a:lnTo>
                  <a:lnTo>
                    <a:pt x="11226" y="70118"/>
                  </a:lnTo>
                  <a:lnTo>
                    <a:pt x="19443" y="67954"/>
                  </a:lnTo>
                  <a:lnTo>
                    <a:pt x="15504" y="53006"/>
                  </a:lnTo>
                  <a:lnTo>
                    <a:pt x="13299" y="44632"/>
                  </a:lnTo>
                  <a:lnTo>
                    <a:pt x="10563" y="34268"/>
                  </a:lnTo>
                  <a:cubicBezTo>
                    <a:pt x="10273" y="33173"/>
                    <a:pt x="10065" y="32087"/>
                    <a:pt x="9933" y="31026"/>
                  </a:cubicBezTo>
                  <a:cubicBezTo>
                    <a:pt x="9767" y="29741"/>
                    <a:pt x="9717" y="28480"/>
                    <a:pt x="9767" y="27245"/>
                  </a:cubicBezTo>
                  <a:cubicBezTo>
                    <a:pt x="9908" y="23995"/>
                    <a:pt x="10795" y="20952"/>
                    <a:pt x="12395" y="18282"/>
                  </a:cubicBezTo>
                  <a:cubicBezTo>
                    <a:pt x="12652" y="17859"/>
                    <a:pt x="12926" y="17445"/>
                    <a:pt x="13216" y="17039"/>
                  </a:cubicBezTo>
                  <a:cubicBezTo>
                    <a:pt x="13506" y="16632"/>
                    <a:pt x="13813" y="16243"/>
                    <a:pt x="14136" y="15870"/>
                  </a:cubicBezTo>
                  <a:cubicBezTo>
                    <a:pt x="16159" y="13507"/>
                    <a:pt x="18763" y="11699"/>
                    <a:pt x="21797" y="10538"/>
                  </a:cubicBezTo>
                  <a:cubicBezTo>
                    <a:pt x="22958" y="10091"/>
                    <a:pt x="24169" y="9742"/>
                    <a:pt x="25437" y="9494"/>
                  </a:cubicBezTo>
                  <a:cubicBezTo>
                    <a:pt x="26498" y="9286"/>
                    <a:pt x="27593" y="9137"/>
                    <a:pt x="28712" y="9071"/>
                  </a:cubicBezTo>
                  <a:lnTo>
                    <a:pt x="39408" y="8374"/>
                  </a:lnTo>
                  <a:lnTo>
                    <a:pt x="372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69"/>
            <p:cNvSpPr/>
            <p:nvPr/>
          </p:nvSpPr>
          <p:spPr>
            <a:xfrm>
              <a:off x="4762850" y="1730925"/>
              <a:ext cx="781675" cy="584550"/>
            </a:xfrm>
            <a:custGeom>
              <a:avLst/>
              <a:gdLst/>
              <a:ahLst/>
              <a:cxnLst/>
              <a:rect l="l" t="t" r="r" b="b"/>
              <a:pathLst>
                <a:path w="31267" h="23382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29533" y="23382"/>
                  </a:lnTo>
                  <a:cubicBezTo>
                    <a:pt x="29848" y="23000"/>
                    <a:pt x="30155" y="22611"/>
                    <a:pt x="30445" y="22204"/>
                  </a:cubicBezTo>
                  <a:cubicBezTo>
                    <a:pt x="30744" y="21806"/>
                    <a:pt x="31009" y="21392"/>
                    <a:pt x="31266" y="20969"/>
                  </a:cubicBez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69"/>
            <p:cNvSpPr/>
            <p:nvPr/>
          </p:nvSpPr>
          <p:spPr>
            <a:xfrm>
              <a:off x="4762850" y="1730925"/>
              <a:ext cx="454575" cy="348875"/>
            </a:xfrm>
            <a:custGeom>
              <a:avLst/>
              <a:gdLst/>
              <a:ahLst/>
              <a:cxnLst/>
              <a:rect l="l" t="t" r="r" b="b"/>
              <a:pathLst>
                <a:path w="18183" h="13955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69"/>
            <p:cNvSpPr/>
            <p:nvPr/>
          </p:nvSpPr>
          <p:spPr>
            <a:xfrm>
              <a:off x="4986925" y="1525725"/>
              <a:ext cx="624750" cy="505375"/>
            </a:xfrm>
            <a:custGeom>
              <a:avLst/>
              <a:gdLst/>
              <a:ahLst/>
              <a:cxnLst/>
              <a:rect l="l" t="t" r="r" b="b"/>
              <a:pathLst>
                <a:path w="24990" h="20215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lnTo>
                    <a:pt x="14369" y="12603"/>
                  </a:lnTo>
                  <a:lnTo>
                    <a:pt x="24940" y="20214"/>
                  </a:lnTo>
                  <a:cubicBezTo>
                    <a:pt x="24989" y="18979"/>
                    <a:pt x="24940" y="17719"/>
                    <a:pt x="24774" y="16434"/>
                  </a:cubicBezTo>
                  <a:lnTo>
                    <a:pt x="16110" y="10190"/>
                  </a:lnTo>
                  <a:lnTo>
                    <a:pt x="7437" y="3947"/>
                  </a:ln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69"/>
            <p:cNvSpPr/>
            <p:nvPr/>
          </p:nvSpPr>
          <p:spPr>
            <a:xfrm>
              <a:off x="5346125" y="1780475"/>
              <a:ext cx="265550" cy="250625"/>
            </a:xfrm>
            <a:custGeom>
              <a:avLst/>
              <a:gdLst/>
              <a:ahLst/>
              <a:cxnLst/>
              <a:rect l="l" t="t" r="r" b="b"/>
              <a:pathLst>
                <a:path w="10622" h="10025" extrusionOk="0">
                  <a:moveTo>
                    <a:pt x="1742" y="0"/>
                  </a:moveTo>
                  <a:lnTo>
                    <a:pt x="1" y="2413"/>
                  </a:lnTo>
                  <a:lnTo>
                    <a:pt x="10572" y="10024"/>
                  </a:lnTo>
                  <a:cubicBezTo>
                    <a:pt x="10621" y="8789"/>
                    <a:pt x="10572" y="7529"/>
                    <a:pt x="10406" y="6244"/>
                  </a:cubicBezTo>
                  <a:lnTo>
                    <a:pt x="1742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69"/>
            <p:cNvSpPr/>
            <p:nvPr/>
          </p:nvSpPr>
          <p:spPr>
            <a:xfrm>
              <a:off x="4637650" y="2003700"/>
              <a:ext cx="671800" cy="471175"/>
            </a:xfrm>
            <a:custGeom>
              <a:avLst/>
              <a:gdLst/>
              <a:ahLst/>
              <a:cxnLst/>
              <a:rect l="l" t="t" r="r" b="b"/>
              <a:pathLst>
                <a:path w="26872" h="18847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lnTo>
                    <a:pt x="14568" y="12603"/>
                  </a:lnTo>
                  <a:lnTo>
                    <a:pt x="23232" y="18847"/>
                  </a:lnTo>
                  <a:cubicBezTo>
                    <a:pt x="24501" y="18590"/>
                    <a:pt x="25720" y="18241"/>
                    <a:pt x="26872" y="17802"/>
                  </a:cubicBezTo>
                  <a:lnTo>
                    <a:pt x="16309" y="10191"/>
                  </a:lnTo>
                  <a:lnTo>
                    <a:pt x="5738" y="2579"/>
                  </a:ln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69"/>
            <p:cNvSpPr/>
            <p:nvPr/>
          </p:nvSpPr>
          <p:spPr>
            <a:xfrm>
              <a:off x="5001825" y="2258450"/>
              <a:ext cx="307625" cy="216425"/>
            </a:xfrm>
            <a:custGeom>
              <a:avLst/>
              <a:gdLst/>
              <a:ahLst/>
              <a:cxnLst/>
              <a:rect l="l" t="t" r="r" b="b"/>
              <a:pathLst>
                <a:path w="12305" h="8657" extrusionOk="0">
                  <a:moveTo>
                    <a:pt x="1742" y="1"/>
                  </a:moveTo>
                  <a:lnTo>
                    <a:pt x="1" y="2413"/>
                  </a:lnTo>
                  <a:lnTo>
                    <a:pt x="8665" y="8657"/>
                  </a:lnTo>
                  <a:cubicBezTo>
                    <a:pt x="9934" y="8400"/>
                    <a:pt x="11153" y="8051"/>
                    <a:pt x="12305" y="7612"/>
                  </a:cubicBezTo>
                  <a:lnTo>
                    <a:pt x="174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69"/>
            <p:cNvSpPr/>
            <p:nvPr/>
          </p:nvSpPr>
          <p:spPr>
            <a:xfrm>
              <a:off x="4869375" y="959025"/>
              <a:ext cx="985225" cy="1753175"/>
            </a:xfrm>
            <a:custGeom>
              <a:avLst/>
              <a:gdLst/>
              <a:ahLst/>
              <a:cxnLst/>
              <a:rect l="l" t="t" r="r" b="b"/>
              <a:pathLst>
                <a:path w="39409" h="70127" extrusionOk="0">
                  <a:moveTo>
                    <a:pt x="28182" y="1"/>
                  </a:moveTo>
                  <a:lnTo>
                    <a:pt x="19958" y="2173"/>
                  </a:lnTo>
                  <a:lnTo>
                    <a:pt x="23904" y="17122"/>
                  </a:lnTo>
                  <a:lnTo>
                    <a:pt x="26110" y="25496"/>
                  </a:lnTo>
                  <a:lnTo>
                    <a:pt x="28846" y="35860"/>
                  </a:lnTo>
                  <a:cubicBezTo>
                    <a:pt x="29128" y="36954"/>
                    <a:pt x="29343" y="38032"/>
                    <a:pt x="29476" y="39102"/>
                  </a:cubicBezTo>
                  <a:cubicBezTo>
                    <a:pt x="29642" y="40387"/>
                    <a:pt x="29691" y="41647"/>
                    <a:pt x="29642" y="42882"/>
                  </a:cubicBezTo>
                  <a:cubicBezTo>
                    <a:pt x="29501" y="46132"/>
                    <a:pt x="28614" y="49175"/>
                    <a:pt x="27005" y="51845"/>
                  </a:cubicBezTo>
                  <a:cubicBezTo>
                    <a:pt x="26748" y="52268"/>
                    <a:pt x="26483" y="52682"/>
                    <a:pt x="26184" y="53080"/>
                  </a:cubicBezTo>
                  <a:cubicBezTo>
                    <a:pt x="25894" y="53487"/>
                    <a:pt x="25587" y="53876"/>
                    <a:pt x="25272" y="54258"/>
                  </a:cubicBezTo>
                  <a:cubicBezTo>
                    <a:pt x="23249" y="56621"/>
                    <a:pt x="20638" y="58428"/>
                    <a:pt x="17603" y="59589"/>
                  </a:cubicBezTo>
                  <a:cubicBezTo>
                    <a:pt x="16451" y="60028"/>
                    <a:pt x="15232" y="60377"/>
                    <a:pt x="13963" y="60634"/>
                  </a:cubicBezTo>
                  <a:cubicBezTo>
                    <a:pt x="12910" y="60841"/>
                    <a:pt x="11816" y="60982"/>
                    <a:pt x="10696" y="61056"/>
                  </a:cubicBezTo>
                  <a:lnTo>
                    <a:pt x="1" y="61745"/>
                  </a:lnTo>
                  <a:lnTo>
                    <a:pt x="2206" y="70127"/>
                  </a:lnTo>
                  <a:lnTo>
                    <a:pt x="7057" y="69812"/>
                  </a:lnTo>
                  <a:lnTo>
                    <a:pt x="11244" y="69538"/>
                  </a:lnTo>
                  <a:cubicBezTo>
                    <a:pt x="20422" y="68950"/>
                    <a:pt x="28174" y="64870"/>
                    <a:pt x="33083" y="58055"/>
                  </a:cubicBezTo>
                  <a:cubicBezTo>
                    <a:pt x="37999" y="51240"/>
                    <a:pt x="39409" y="42584"/>
                    <a:pt x="37062" y="33696"/>
                  </a:cubicBezTo>
                  <a:lnTo>
                    <a:pt x="34757" y="24940"/>
                  </a:lnTo>
                  <a:lnTo>
                    <a:pt x="32544" y="16558"/>
                  </a:lnTo>
                  <a:lnTo>
                    <a:pt x="281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69"/>
            <p:cNvSpPr/>
            <p:nvPr/>
          </p:nvSpPr>
          <p:spPr>
            <a:xfrm>
              <a:off x="4033025" y="2913450"/>
              <a:ext cx="781875" cy="584350"/>
            </a:xfrm>
            <a:custGeom>
              <a:avLst/>
              <a:gdLst/>
              <a:ahLst/>
              <a:cxnLst/>
              <a:rect l="l" t="t" r="r" b="b"/>
              <a:pathLst>
                <a:path w="31275" h="23374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26175" y="21267"/>
                  </a:lnTo>
                  <a:lnTo>
                    <a:pt x="28721" y="23100"/>
                  </a:lnTo>
                  <a:cubicBezTo>
                    <a:pt x="28978" y="23282"/>
                    <a:pt x="29285" y="23373"/>
                    <a:pt x="29583" y="23373"/>
                  </a:cubicBezTo>
                  <a:cubicBezTo>
                    <a:pt x="30047" y="23373"/>
                    <a:pt x="30503" y="23158"/>
                    <a:pt x="30793" y="22760"/>
                  </a:cubicBezTo>
                  <a:cubicBezTo>
                    <a:pt x="31274" y="22088"/>
                    <a:pt x="31117" y="21160"/>
                    <a:pt x="30454" y="20687"/>
                  </a:cubicBezTo>
                  <a:lnTo>
                    <a:pt x="27908" y="18855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69"/>
            <p:cNvSpPr/>
            <p:nvPr/>
          </p:nvSpPr>
          <p:spPr>
            <a:xfrm>
              <a:off x="4033025" y="2913450"/>
              <a:ext cx="370625" cy="296025"/>
            </a:xfrm>
            <a:custGeom>
              <a:avLst/>
              <a:gdLst/>
              <a:ahLst/>
              <a:cxnLst/>
              <a:rect l="l" t="t" r="r" b="b"/>
              <a:pathLst>
                <a:path w="14825" h="11841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69"/>
            <p:cNvSpPr/>
            <p:nvPr/>
          </p:nvSpPr>
          <p:spPr>
            <a:xfrm>
              <a:off x="4268075" y="2754050"/>
              <a:ext cx="667050" cy="471025"/>
            </a:xfrm>
            <a:custGeom>
              <a:avLst/>
              <a:gdLst/>
              <a:ahLst/>
              <a:cxnLst/>
              <a:rect l="l" t="t" r="r" b="b"/>
              <a:pathLst>
                <a:path w="26682" h="18841" extrusionOk="0">
                  <a:moveTo>
                    <a:pt x="3640" y="1"/>
                  </a:moveTo>
                  <a:cubicBezTo>
                    <a:pt x="2372" y="249"/>
                    <a:pt x="1161" y="598"/>
                    <a:pt x="0" y="1045"/>
                  </a:cubicBezTo>
                  <a:lnTo>
                    <a:pt x="10572" y="8657"/>
                  </a:lnTo>
                  <a:lnTo>
                    <a:pt x="21143" y="16268"/>
                  </a:lnTo>
                  <a:lnTo>
                    <a:pt x="24327" y="18565"/>
                  </a:lnTo>
                  <a:cubicBezTo>
                    <a:pt x="24587" y="18750"/>
                    <a:pt x="24890" y="18840"/>
                    <a:pt x="25189" y="18840"/>
                  </a:cubicBezTo>
                  <a:cubicBezTo>
                    <a:pt x="25651" y="18840"/>
                    <a:pt x="26108" y="18627"/>
                    <a:pt x="26399" y="18225"/>
                  </a:cubicBezTo>
                  <a:cubicBezTo>
                    <a:pt x="26590" y="17959"/>
                    <a:pt x="26681" y="17661"/>
                    <a:pt x="26681" y="17354"/>
                  </a:cubicBezTo>
                  <a:cubicBezTo>
                    <a:pt x="26681" y="17213"/>
                    <a:pt x="26656" y="17072"/>
                    <a:pt x="26615" y="16931"/>
                  </a:cubicBezTo>
                  <a:cubicBezTo>
                    <a:pt x="26590" y="16848"/>
                    <a:pt x="26565" y="16765"/>
                    <a:pt x="26524" y="16691"/>
                  </a:cubicBezTo>
                  <a:cubicBezTo>
                    <a:pt x="26457" y="16558"/>
                    <a:pt x="26374" y="16434"/>
                    <a:pt x="26267" y="16326"/>
                  </a:cubicBezTo>
                  <a:cubicBezTo>
                    <a:pt x="26225" y="16285"/>
                    <a:pt x="26184" y="16243"/>
                    <a:pt x="26134" y="16202"/>
                  </a:cubicBezTo>
                  <a:cubicBezTo>
                    <a:pt x="26109" y="16185"/>
                    <a:pt x="26084" y="16168"/>
                    <a:pt x="26059" y="16152"/>
                  </a:cubicBezTo>
                  <a:lnTo>
                    <a:pt x="20977" y="12487"/>
                  </a:lnTo>
                  <a:lnTo>
                    <a:pt x="12313" y="6244"/>
                  </a:lnTo>
                  <a:lnTo>
                    <a:pt x="364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69"/>
            <p:cNvSpPr/>
            <p:nvPr/>
          </p:nvSpPr>
          <p:spPr>
            <a:xfrm>
              <a:off x="4532350" y="2910125"/>
              <a:ext cx="402775" cy="314950"/>
            </a:xfrm>
            <a:custGeom>
              <a:avLst/>
              <a:gdLst/>
              <a:ahLst/>
              <a:cxnLst/>
              <a:rect l="l" t="t" r="r" b="b"/>
              <a:pathLst>
                <a:path w="16111" h="12598" extrusionOk="0">
                  <a:moveTo>
                    <a:pt x="1742" y="1"/>
                  </a:moveTo>
                  <a:lnTo>
                    <a:pt x="1" y="2414"/>
                  </a:lnTo>
                  <a:lnTo>
                    <a:pt x="10572" y="10025"/>
                  </a:lnTo>
                  <a:lnTo>
                    <a:pt x="13756" y="12322"/>
                  </a:lnTo>
                  <a:cubicBezTo>
                    <a:pt x="14016" y="12507"/>
                    <a:pt x="14319" y="12597"/>
                    <a:pt x="14618" y="12597"/>
                  </a:cubicBezTo>
                  <a:cubicBezTo>
                    <a:pt x="15080" y="12597"/>
                    <a:pt x="15537" y="12384"/>
                    <a:pt x="15828" y="11982"/>
                  </a:cubicBezTo>
                  <a:cubicBezTo>
                    <a:pt x="16019" y="11716"/>
                    <a:pt x="16110" y="11418"/>
                    <a:pt x="16110" y="11111"/>
                  </a:cubicBezTo>
                  <a:cubicBezTo>
                    <a:pt x="16110" y="10970"/>
                    <a:pt x="16085" y="10829"/>
                    <a:pt x="16044" y="10688"/>
                  </a:cubicBezTo>
                  <a:cubicBezTo>
                    <a:pt x="16019" y="10605"/>
                    <a:pt x="15994" y="10522"/>
                    <a:pt x="15953" y="10448"/>
                  </a:cubicBezTo>
                  <a:cubicBezTo>
                    <a:pt x="15886" y="10315"/>
                    <a:pt x="15803" y="10191"/>
                    <a:pt x="15696" y="10083"/>
                  </a:cubicBezTo>
                  <a:cubicBezTo>
                    <a:pt x="15654" y="10042"/>
                    <a:pt x="15613" y="10000"/>
                    <a:pt x="15563" y="9959"/>
                  </a:cubicBezTo>
                  <a:cubicBezTo>
                    <a:pt x="15538" y="9942"/>
                    <a:pt x="15513" y="9925"/>
                    <a:pt x="15488" y="9909"/>
                  </a:cubicBezTo>
                  <a:lnTo>
                    <a:pt x="10406" y="624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69"/>
            <p:cNvSpPr/>
            <p:nvPr/>
          </p:nvSpPr>
          <p:spPr>
            <a:xfrm>
              <a:off x="3966075" y="3197850"/>
              <a:ext cx="629725" cy="505150"/>
            </a:xfrm>
            <a:custGeom>
              <a:avLst/>
              <a:gdLst/>
              <a:ahLst/>
              <a:cxnLst/>
              <a:rect l="l" t="t" r="r" b="b"/>
              <a:pathLst>
                <a:path w="25189" h="20206" extrusionOk="0">
                  <a:moveTo>
                    <a:pt x="50" y="0"/>
                  </a:moveTo>
                  <a:lnTo>
                    <a:pt x="50" y="0"/>
                  </a:lnTo>
                  <a:cubicBezTo>
                    <a:pt x="0" y="1235"/>
                    <a:pt x="50" y="2496"/>
                    <a:pt x="216" y="3781"/>
                  </a:cubicBezTo>
                  <a:lnTo>
                    <a:pt x="8880" y="10024"/>
                  </a:lnTo>
                  <a:lnTo>
                    <a:pt x="17544" y="16267"/>
                  </a:lnTo>
                  <a:lnTo>
                    <a:pt x="17553" y="16267"/>
                  </a:lnTo>
                  <a:lnTo>
                    <a:pt x="22635" y="19932"/>
                  </a:lnTo>
                  <a:cubicBezTo>
                    <a:pt x="22892" y="20114"/>
                    <a:pt x="23199" y="20206"/>
                    <a:pt x="23497" y="20206"/>
                  </a:cubicBezTo>
                  <a:lnTo>
                    <a:pt x="23945" y="20139"/>
                  </a:lnTo>
                  <a:cubicBezTo>
                    <a:pt x="23995" y="20123"/>
                    <a:pt x="24044" y="20106"/>
                    <a:pt x="24086" y="20089"/>
                  </a:cubicBezTo>
                  <a:lnTo>
                    <a:pt x="24708" y="19592"/>
                  </a:lnTo>
                  <a:cubicBezTo>
                    <a:pt x="25189" y="18929"/>
                    <a:pt x="25039" y="18000"/>
                    <a:pt x="24368" y="17519"/>
                  </a:cubicBezTo>
                  <a:lnTo>
                    <a:pt x="21184" y="15223"/>
                  </a:lnTo>
                  <a:lnTo>
                    <a:pt x="10621" y="76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69"/>
            <p:cNvSpPr/>
            <p:nvPr/>
          </p:nvSpPr>
          <p:spPr>
            <a:xfrm>
              <a:off x="4188075" y="3388125"/>
              <a:ext cx="407725" cy="314875"/>
            </a:xfrm>
            <a:custGeom>
              <a:avLst/>
              <a:gdLst/>
              <a:ahLst/>
              <a:cxnLst/>
              <a:rect l="l" t="t" r="r" b="b"/>
              <a:pathLst>
                <a:path w="16309" h="12595" extrusionOk="0">
                  <a:moveTo>
                    <a:pt x="1741" y="0"/>
                  </a:moveTo>
                  <a:lnTo>
                    <a:pt x="0" y="2413"/>
                  </a:lnTo>
                  <a:lnTo>
                    <a:pt x="8664" y="8656"/>
                  </a:lnTo>
                  <a:lnTo>
                    <a:pt x="8673" y="8656"/>
                  </a:lnTo>
                  <a:lnTo>
                    <a:pt x="13755" y="12321"/>
                  </a:lnTo>
                  <a:cubicBezTo>
                    <a:pt x="14012" y="12503"/>
                    <a:pt x="14319" y="12595"/>
                    <a:pt x="14617" y="12595"/>
                  </a:cubicBezTo>
                  <a:lnTo>
                    <a:pt x="15065" y="12528"/>
                  </a:lnTo>
                  <a:cubicBezTo>
                    <a:pt x="15115" y="12512"/>
                    <a:pt x="15164" y="12495"/>
                    <a:pt x="15206" y="12478"/>
                  </a:cubicBezTo>
                  <a:lnTo>
                    <a:pt x="15828" y="11981"/>
                  </a:lnTo>
                  <a:cubicBezTo>
                    <a:pt x="16309" y="11318"/>
                    <a:pt x="16159" y="10389"/>
                    <a:pt x="15488" y="9908"/>
                  </a:cubicBezTo>
                  <a:lnTo>
                    <a:pt x="12304" y="7612"/>
                  </a:lnTo>
                  <a:lnTo>
                    <a:pt x="174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78" name="Google Shape;1178;p69"/>
          <p:cNvCxnSpPr/>
          <p:nvPr/>
        </p:nvCxnSpPr>
        <p:spPr>
          <a:xfrm flipH="1">
            <a:off x="4575175" y="405877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71CA0-E1F9-38B4-9F8D-BBD21185D0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507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6"/>
          <p:cNvSpPr txBox="1">
            <a:spLocks noGrp="1"/>
          </p:cNvSpPr>
          <p:nvPr>
            <p:ph type="title"/>
          </p:nvPr>
        </p:nvSpPr>
        <p:spPr>
          <a:xfrm>
            <a:off x="704150" y="886226"/>
            <a:ext cx="562045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Survival Selection</a:t>
            </a:r>
            <a:endParaRPr dirty="0"/>
          </a:p>
        </p:txBody>
      </p:sp>
      <p:sp>
        <p:nvSpPr>
          <p:cNvPr id="875" name="Google Shape;875;p56"/>
          <p:cNvSpPr txBox="1">
            <a:spLocks noGrp="1"/>
          </p:cNvSpPr>
          <p:nvPr>
            <p:ph type="body" idx="1"/>
          </p:nvPr>
        </p:nvSpPr>
        <p:spPr>
          <a:xfrm>
            <a:off x="704149" y="1458926"/>
            <a:ext cx="5293695" cy="30767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dirty="0">
                <a:solidFill>
                  <a:schemeClr val="tx1"/>
                </a:solidFill>
              </a:rPr>
              <a:t>Typical: generational scheme</a:t>
            </a:r>
          </a:p>
          <a:p>
            <a:pPr lvl="1"/>
            <a:r>
              <a:rPr lang="en-US" sz="1200" dirty="0">
                <a:solidFill>
                  <a:schemeClr val="tx1"/>
                </a:solidFill>
              </a:rPr>
              <a:t>Replacing parents with their offspring</a:t>
            </a:r>
          </a:p>
          <a:p>
            <a:r>
              <a:rPr lang="en-US" sz="1200" dirty="0">
                <a:solidFill>
                  <a:schemeClr val="tx1"/>
                </a:solidFill>
              </a:rPr>
              <a:t>Recently steady-state is becoming popular for its elitism</a:t>
            </a:r>
          </a:p>
          <a:p>
            <a:endParaRPr lang="en-US" sz="1200" dirty="0">
              <a:solidFill>
                <a:schemeClr val="tx1"/>
              </a:solidFill>
              <a:sym typeface="Symbol" pitchFamily="18" charset="2"/>
            </a:endParaRPr>
          </a:p>
        </p:txBody>
      </p:sp>
      <p:grpSp>
        <p:nvGrpSpPr>
          <p:cNvPr id="877" name="Google Shape;877;p56"/>
          <p:cNvGrpSpPr/>
          <p:nvPr/>
        </p:nvGrpSpPr>
        <p:grpSpPr>
          <a:xfrm>
            <a:off x="5445625" y="3943476"/>
            <a:ext cx="936749" cy="936749"/>
            <a:chOff x="245275" y="-61949"/>
            <a:chExt cx="936749" cy="936749"/>
          </a:xfrm>
        </p:grpSpPr>
        <p:sp>
          <p:nvSpPr>
            <p:cNvPr id="878" name="Google Shape;878;p56"/>
            <p:cNvSpPr/>
            <p:nvPr/>
          </p:nvSpPr>
          <p:spPr>
            <a:xfrm>
              <a:off x="245275" y="761100"/>
              <a:ext cx="113700" cy="113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879" name="Google Shape;879;p56"/>
            <p:cNvCxnSpPr>
              <a:stCxn id="878" idx="7"/>
            </p:cNvCxnSpPr>
            <p:nvPr/>
          </p:nvCxnSpPr>
          <p:spPr>
            <a:xfrm rot="10800000" flipH="1">
              <a:off x="342324" y="-61949"/>
              <a:ext cx="839700" cy="839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08AE09-07DC-F331-7219-E8003B1B3B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7189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69"/>
          <p:cNvSpPr txBox="1">
            <a:spLocks noGrp="1"/>
          </p:cNvSpPr>
          <p:nvPr>
            <p:ph type="title"/>
          </p:nvPr>
        </p:nvSpPr>
        <p:spPr>
          <a:xfrm>
            <a:off x="1031037" y="2233590"/>
            <a:ext cx="4725000" cy="106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</a:t>
            </a:r>
            <a:endParaRPr dirty="0"/>
          </a:p>
        </p:txBody>
      </p:sp>
      <p:sp>
        <p:nvSpPr>
          <p:cNvPr id="1153" name="Google Shape;1153;p69"/>
          <p:cNvSpPr txBox="1">
            <a:spLocks noGrp="1"/>
          </p:cNvSpPr>
          <p:nvPr>
            <p:ph type="subTitle" idx="1"/>
          </p:nvPr>
        </p:nvSpPr>
        <p:spPr>
          <a:xfrm>
            <a:off x="1166574" y="3080075"/>
            <a:ext cx="4725000" cy="4630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Survival of the Fattest</a:t>
            </a:r>
            <a:endParaRPr dirty="0"/>
          </a:p>
        </p:txBody>
      </p:sp>
      <p:grpSp>
        <p:nvGrpSpPr>
          <p:cNvPr id="1154" name="Google Shape;1154;p69"/>
          <p:cNvGrpSpPr/>
          <p:nvPr/>
        </p:nvGrpSpPr>
        <p:grpSpPr>
          <a:xfrm rot="1653072">
            <a:off x="5193703" y="1883314"/>
            <a:ext cx="4780889" cy="5927191"/>
            <a:chOff x="3453675" y="959025"/>
            <a:chExt cx="2670400" cy="3310675"/>
          </a:xfrm>
        </p:grpSpPr>
        <p:sp>
          <p:nvSpPr>
            <p:cNvPr id="1155" name="Google Shape;1155;p69"/>
            <p:cNvSpPr/>
            <p:nvPr/>
          </p:nvSpPr>
          <p:spPr>
            <a:xfrm>
              <a:off x="3453675" y="3646400"/>
              <a:ext cx="440900" cy="236925"/>
            </a:xfrm>
            <a:custGeom>
              <a:avLst/>
              <a:gdLst/>
              <a:ahLst/>
              <a:cxnLst/>
              <a:rect l="l" t="t" r="r" b="b"/>
              <a:pathLst>
                <a:path w="17636" h="9477" extrusionOk="0">
                  <a:moveTo>
                    <a:pt x="15430" y="0"/>
                  </a:moveTo>
                  <a:lnTo>
                    <a:pt x="1" y="995"/>
                  </a:lnTo>
                  <a:lnTo>
                    <a:pt x="548" y="9477"/>
                  </a:lnTo>
                  <a:lnTo>
                    <a:pt x="17636" y="8374"/>
                  </a:lnTo>
                  <a:lnTo>
                    <a:pt x="15430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69"/>
            <p:cNvSpPr/>
            <p:nvPr/>
          </p:nvSpPr>
          <p:spPr>
            <a:xfrm>
              <a:off x="4055600" y="1387050"/>
              <a:ext cx="1466525" cy="2454825"/>
            </a:xfrm>
            <a:custGeom>
              <a:avLst/>
              <a:gdLst/>
              <a:ahLst/>
              <a:cxnLst/>
              <a:rect l="l" t="t" r="r" b="b"/>
              <a:pathLst>
                <a:path w="58661" h="98193" extrusionOk="0">
                  <a:moveTo>
                    <a:pt x="56455" y="1"/>
                  </a:moveTo>
                  <a:lnTo>
                    <a:pt x="47418" y="581"/>
                  </a:lnTo>
                  <a:cubicBezTo>
                    <a:pt x="38240" y="1178"/>
                    <a:pt x="30479" y="5257"/>
                    <a:pt x="25571" y="12073"/>
                  </a:cubicBezTo>
                  <a:cubicBezTo>
                    <a:pt x="20662" y="18888"/>
                    <a:pt x="19253" y="27536"/>
                    <a:pt x="21599" y="36432"/>
                  </a:cubicBezTo>
                  <a:lnTo>
                    <a:pt x="22661" y="40486"/>
                  </a:lnTo>
                  <a:lnTo>
                    <a:pt x="23904" y="45187"/>
                  </a:lnTo>
                  <a:lnTo>
                    <a:pt x="26110" y="53561"/>
                  </a:lnTo>
                  <a:lnTo>
                    <a:pt x="28846" y="63925"/>
                  </a:lnTo>
                  <a:cubicBezTo>
                    <a:pt x="29128" y="65020"/>
                    <a:pt x="29343" y="66098"/>
                    <a:pt x="29476" y="67167"/>
                  </a:cubicBezTo>
                  <a:lnTo>
                    <a:pt x="34558" y="70832"/>
                  </a:lnTo>
                  <a:cubicBezTo>
                    <a:pt x="34583" y="70848"/>
                    <a:pt x="34608" y="70865"/>
                    <a:pt x="34633" y="70882"/>
                  </a:cubicBezTo>
                  <a:cubicBezTo>
                    <a:pt x="34683" y="70923"/>
                    <a:pt x="34724" y="70965"/>
                    <a:pt x="34766" y="71006"/>
                  </a:cubicBezTo>
                  <a:cubicBezTo>
                    <a:pt x="34873" y="71114"/>
                    <a:pt x="34956" y="71238"/>
                    <a:pt x="35023" y="71371"/>
                  </a:cubicBezTo>
                  <a:cubicBezTo>
                    <a:pt x="35064" y="71445"/>
                    <a:pt x="35089" y="71528"/>
                    <a:pt x="35114" y="71611"/>
                  </a:cubicBezTo>
                  <a:cubicBezTo>
                    <a:pt x="35155" y="71752"/>
                    <a:pt x="35180" y="71893"/>
                    <a:pt x="35180" y="72034"/>
                  </a:cubicBezTo>
                  <a:cubicBezTo>
                    <a:pt x="35180" y="72341"/>
                    <a:pt x="35089" y="72639"/>
                    <a:pt x="34898" y="72905"/>
                  </a:cubicBezTo>
                  <a:cubicBezTo>
                    <a:pt x="34607" y="73307"/>
                    <a:pt x="34150" y="73520"/>
                    <a:pt x="33688" y="73520"/>
                  </a:cubicBezTo>
                  <a:cubicBezTo>
                    <a:pt x="33389" y="73520"/>
                    <a:pt x="33086" y="73430"/>
                    <a:pt x="32826" y="73245"/>
                  </a:cubicBezTo>
                  <a:lnTo>
                    <a:pt x="29642" y="70948"/>
                  </a:lnTo>
                  <a:cubicBezTo>
                    <a:pt x="29501" y="74198"/>
                    <a:pt x="28614" y="77241"/>
                    <a:pt x="27005" y="79911"/>
                  </a:cubicBezTo>
                  <a:lnTo>
                    <a:pt x="29551" y="81743"/>
                  </a:lnTo>
                  <a:cubicBezTo>
                    <a:pt x="30214" y="82216"/>
                    <a:pt x="30371" y="83144"/>
                    <a:pt x="29890" y="83816"/>
                  </a:cubicBezTo>
                  <a:cubicBezTo>
                    <a:pt x="29600" y="84214"/>
                    <a:pt x="29144" y="84429"/>
                    <a:pt x="28680" y="84429"/>
                  </a:cubicBezTo>
                  <a:cubicBezTo>
                    <a:pt x="28382" y="84429"/>
                    <a:pt x="28075" y="84338"/>
                    <a:pt x="27818" y="84156"/>
                  </a:cubicBezTo>
                  <a:lnTo>
                    <a:pt x="25272" y="82323"/>
                  </a:lnTo>
                  <a:cubicBezTo>
                    <a:pt x="23249" y="84686"/>
                    <a:pt x="20638" y="86486"/>
                    <a:pt x="17603" y="87655"/>
                  </a:cubicBezTo>
                  <a:lnTo>
                    <a:pt x="20787" y="89951"/>
                  </a:lnTo>
                  <a:cubicBezTo>
                    <a:pt x="21458" y="90424"/>
                    <a:pt x="21608" y="91352"/>
                    <a:pt x="21127" y="92024"/>
                  </a:cubicBezTo>
                  <a:lnTo>
                    <a:pt x="20505" y="92521"/>
                  </a:lnTo>
                  <a:cubicBezTo>
                    <a:pt x="20463" y="92538"/>
                    <a:pt x="20414" y="92555"/>
                    <a:pt x="20364" y="92571"/>
                  </a:cubicBezTo>
                  <a:lnTo>
                    <a:pt x="19916" y="92638"/>
                  </a:lnTo>
                  <a:cubicBezTo>
                    <a:pt x="19618" y="92638"/>
                    <a:pt x="19311" y="92546"/>
                    <a:pt x="19054" y="92356"/>
                  </a:cubicBezTo>
                  <a:lnTo>
                    <a:pt x="13972" y="88699"/>
                  </a:lnTo>
                  <a:lnTo>
                    <a:pt x="13963" y="88699"/>
                  </a:lnTo>
                  <a:cubicBezTo>
                    <a:pt x="12910" y="88907"/>
                    <a:pt x="11816" y="89047"/>
                    <a:pt x="10697" y="89122"/>
                  </a:cubicBezTo>
                  <a:lnTo>
                    <a:pt x="1" y="89810"/>
                  </a:lnTo>
                  <a:lnTo>
                    <a:pt x="2206" y="98193"/>
                  </a:lnTo>
                  <a:lnTo>
                    <a:pt x="11244" y="97604"/>
                  </a:lnTo>
                  <a:cubicBezTo>
                    <a:pt x="20422" y="97015"/>
                    <a:pt x="28174" y="92936"/>
                    <a:pt x="33091" y="86121"/>
                  </a:cubicBezTo>
                  <a:cubicBezTo>
                    <a:pt x="37999" y="79305"/>
                    <a:pt x="39409" y="70649"/>
                    <a:pt x="37062" y="61761"/>
                  </a:cubicBezTo>
                  <a:lnTo>
                    <a:pt x="35993" y="57699"/>
                  </a:lnTo>
                  <a:lnTo>
                    <a:pt x="34757" y="53006"/>
                  </a:lnTo>
                  <a:lnTo>
                    <a:pt x="32552" y="44624"/>
                  </a:lnTo>
                  <a:lnTo>
                    <a:pt x="29816" y="34260"/>
                  </a:lnTo>
                  <a:cubicBezTo>
                    <a:pt x="29526" y="33174"/>
                    <a:pt x="29318" y="32096"/>
                    <a:pt x="29186" y="31026"/>
                  </a:cubicBezTo>
                  <a:lnTo>
                    <a:pt x="24095" y="27361"/>
                  </a:lnTo>
                  <a:cubicBezTo>
                    <a:pt x="23432" y="26881"/>
                    <a:pt x="23282" y="25952"/>
                    <a:pt x="23755" y="25280"/>
                  </a:cubicBezTo>
                  <a:cubicBezTo>
                    <a:pt x="24045" y="24882"/>
                    <a:pt x="24501" y="24667"/>
                    <a:pt x="24966" y="24667"/>
                  </a:cubicBezTo>
                  <a:cubicBezTo>
                    <a:pt x="25264" y="24667"/>
                    <a:pt x="25571" y="24758"/>
                    <a:pt x="25836" y="24949"/>
                  </a:cubicBezTo>
                  <a:lnTo>
                    <a:pt x="29020" y="27245"/>
                  </a:lnTo>
                  <a:cubicBezTo>
                    <a:pt x="29161" y="23995"/>
                    <a:pt x="30048" y="20952"/>
                    <a:pt x="31648" y="18283"/>
                  </a:cubicBezTo>
                  <a:lnTo>
                    <a:pt x="29103" y="16450"/>
                  </a:lnTo>
                  <a:cubicBezTo>
                    <a:pt x="28440" y="15969"/>
                    <a:pt x="28290" y="15041"/>
                    <a:pt x="28771" y="14378"/>
                  </a:cubicBezTo>
                  <a:lnTo>
                    <a:pt x="29385" y="13880"/>
                  </a:lnTo>
                  <a:cubicBezTo>
                    <a:pt x="29434" y="13855"/>
                    <a:pt x="29484" y="13839"/>
                    <a:pt x="29534" y="13830"/>
                  </a:cubicBezTo>
                  <a:lnTo>
                    <a:pt x="29973" y="13756"/>
                  </a:lnTo>
                  <a:cubicBezTo>
                    <a:pt x="30280" y="13756"/>
                    <a:pt x="30579" y="13847"/>
                    <a:pt x="30844" y="14038"/>
                  </a:cubicBezTo>
                  <a:lnTo>
                    <a:pt x="33389" y="15870"/>
                  </a:lnTo>
                  <a:cubicBezTo>
                    <a:pt x="35412" y="13507"/>
                    <a:pt x="38016" y="11700"/>
                    <a:pt x="41050" y="10539"/>
                  </a:cubicBezTo>
                  <a:lnTo>
                    <a:pt x="37867" y="8242"/>
                  </a:lnTo>
                  <a:cubicBezTo>
                    <a:pt x="37469" y="7952"/>
                    <a:pt x="37253" y="7496"/>
                    <a:pt x="37253" y="7032"/>
                  </a:cubicBezTo>
                  <a:cubicBezTo>
                    <a:pt x="37253" y="6733"/>
                    <a:pt x="37344" y="6426"/>
                    <a:pt x="37535" y="6169"/>
                  </a:cubicBezTo>
                  <a:cubicBezTo>
                    <a:pt x="37821" y="5763"/>
                    <a:pt x="38274" y="5548"/>
                    <a:pt x="38736" y="5548"/>
                  </a:cubicBezTo>
                  <a:cubicBezTo>
                    <a:pt x="39037" y="5548"/>
                    <a:pt x="39342" y="5639"/>
                    <a:pt x="39608" y="5829"/>
                  </a:cubicBezTo>
                  <a:lnTo>
                    <a:pt x="44690" y="9494"/>
                  </a:lnTo>
                  <a:cubicBezTo>
                    <a:pt x="45751" y="9287"/>
                    <a:pt x="46838" y="9138"/>
                    <a:pt x="47965" y="9071"/>
                  </a:cubicBezTo>
                  <a:lnTo>
                    <a:pt x="58661" y="8375"/>
                  </a:lnTo>
                  <a:lnTo>
                    <a:pt x="5645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69"/>
            <p:cNvSpPr/>
            <p:nvPr/>
          </p:nvSpPr>
          <p:spPr>
            <a:xfrm>
              <a:off x="4637650" y="2003700"/>
              <a:ext cx="147600" cy="159025"/>
            </a:xfrm>
            <a:custGeom>
              <a:avLst/>
              <a:gdLst/>
              <a:ahLst/>
              <a:cxnLst/>
              <a:rect l="l" t="t" r="r" b="b"/>
              <a:pathLst>
                <a:path w="5904" h="6361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cubicBezTo>
                    <a:pt x="5738" y="5075"/>
                    <a:pt x="5680" y="3806"/>
                    <a:pt x="5738" y="2579"/>
                  </a:cubicBez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69"/>
            <p:cNvSpPr/>
            <p:nvPr/>
          </p:nvSpPr>
          <p:spPr>
            <a:xfrm>
              <a:off x="4762850" y="1730925"/>
              <a:ext cx="127500" cy="113200"/>
            </a:xfrm>
            <a:custGeom>
              <a:avLst/>
              <a:gdLst/>
              <a:ahLst/>
              <a:cxnLst/>
              <a:rect l="l" t="t" r="r" b="b"/>
              <a:pathLst>
                <a:path w="5100" h="4528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cubicBezTo>
                    <a:pt x="3615" y="4105"/>
                    <a:pt x="3889" y="3690"/>
                    <a:pt x="4179" y="3284"/>
                  </a:cubicBezTo>
                  <a:cubicBezTo>
                    <a:pt x="4469" y="2886"/>
                    <a:pt x="4776" y="2488"/>
                    <a:pt x="5099" y="2115"/>
                  </a:cubicBez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69"/>
            <p:cNvSpPr/>
            <p:nvPr/>
          </p:nvSpPr>
          <p:spPr>
            <a:xfrm>
              <a:off x="4986925" y="1525725"/>
              <a:ext cx="185950" cy="124800"/>
            </a:xfrm>
            <a:custGeom>
              <a:avLst/>
              <a:gdLst/>
              <a:ahLst/>
              <a:cxnLst/>
              <a:rect l="l" t="t" r="r" b="b"/>
              <a:pathLst>
                <a:path w="7438" h="4992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cubicBezTo>
                    <a:pt x="4950" y="4544"/>
                    <a:pt x="6169" y="4196"/>
                    <a:pt x="7437" y="3947"/>
                  </a:cubicBez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69"/>
            <p:cNvSpPr/>
            <p:nvPr/>
          </p:nvSpPr>
          <p:spPr>
            <a:xfrm>
              <a:off x="5682950" y="1345400"/>
              <a:ext cx="441125" cy="237150"/>
            </a:xfrm>
            <a:custGeom>
              <a:avLst/>
              <a:gdLst/>
              <a:ahLst/>
              <a:cxnLst/>
              <a:rect l="l" t="t" r="r" b="b"/>
              <a:pathLst>
                <a:path w="17645" h="9486" extrusionOk="0">
                  <a:moveTo>
                    <a:pt x="17097" y="0"/>
                  </a:moveTo>
                  <a:lnTo>
                    <a:pt x="1" y="1111"/>
                  </a:lnTo>
                  <a:lnTo>
                    <a:pt x="2214" y="9485"/>
                  </a:lnTo>
                  <a:lnTo>
                    <a:pt x="17644" y="8490"/>
                  </a:lnTo>
                  <a:lnTo>
                    <a:pt x="17097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69"/>
            <p:cNvSpPr/>
            <p:nvPr/>
          </p:nvSpPr>
          <p:spPr>
            <a:xfrm>
              <a:off x="4404875" y="3578400"/>
              <a:ext cx="190925" cy="124600"/>
            </a:xfrm>
            <a:custGeom>
              <a:avLst/>
              <a:gdLst/>
              <a:ahLst/>
              <a:cxnLst/>
              <a:rect l="l" t="t" r="r" b="b"/>
              <a:pathLst>
                <a:path w="7637" h="4984" extrusionOk="0">
                  <a:moveTo>
                    <a:pt x="3632" y="1"/>
                  </a:moveTo>
                  <a:cubicBezTo>
                    <a:pt x="2480" y="440"/>
                    <a:pt x="1269" y="788"/>
                    <a:pt x="1" y="1045"/>
                  </a:cubicBezTo>
                  <a:lnTo>
                    <a:pt x="5083" y="4710"/>
                  </a:lnTo>
                  <a:cubicBezTo>
                    <a:pt x="5340" y="4892"/>
                    <a:pt x="5647" y="4984"/>
                    <a:pt x="5945" y="4984"/>
                  </a:cubicBezTo>
                  <a:lnTo>
                    <a:pt x="6393" y="4917"/>
                  </a:lnTo>
                  <a:cubicBezTo>
                    <a:pt x="6443" y="4901"/>
                    <a:pt x="6492" y="4884"/>
                    <a:pt x="6534" y="4867"/>
                  </a:cubicBezTo>
                  <a:lnTo>
                    <a:pt x="7156" y="4370"/>
                  </a:lnTo>
                  <a:cubicBezTo>
                    <a:pt x="7637" y="3707"/>
                    <a:pt x="7487" y="2778"/>
                    <a:pt x="6816" y="2297"/>
                  </a:cubicBezTo>
                  <a:lnTo>
                    <a:pt x="3632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69"/>
            <p:cNvSpPr/>
            <p:nvPr/>
          </p:nvSpPr>
          <p:spPr>
            <a:xfrm>
              <a:off x="4687400" y="3384800"/>
              <a:ext cx="127500" cy="113000"/>
            </a:xfrm>
            <a:custGeom>
              <a:avLst/>
              <a:gdLst/>
              <a:ahLst/>
              <a:cxnLst/>
              <a:rect l="l" t="t" r="r" b="b"/>
              <a:pathLst>
                <a:path w="5100" h="4520" extrusionOk="0">
                  <a:moveTo>
                    <a:pt x="1733" y="1"/>
                  </a:moveTo>
                  <a:cubicBezTo>
                    <a:pt x="1484" y="423"/>
                    <a:pt x="1211" y="838"/>
                    <a:pt x="921" y="1236"/>
                  </a:cubicBezTo>
                  <a:cubicBezTo>
                    <a:pt x="622" y="1642"/>
                    <a:pt x="315" y="2032"/>
                    <a:pt x="0" y="2413"/>
                  </a:cubicBezTo>
                  <a:lnTo>
                    <a:pt x="2546" y="4246"/>
                  </a:lnTo>
                  <a:cubicBezTo>
                    <a:pt x="2803" y="4428"/>
                    <a:pt x="3110" y="4519"/>
                    <a:pt x="3408" y="4519"/>
                  </a:cubicBezTo>
                  <a:cubicBezTo>
                    <a:pt x="3872" y="4519"/>
                    <a:pt x="4328" y="4304"/>
                    <a:pt x="4618" y="3906"/>
                  </a:cubicBezTo>
                  <a:cubicBezTo>
                    <a:pt x="5099" y="3234"/>
                    <a:pt x="4942" y="2306"/>
                    <a:pt x="4279" y="183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69"/>
            <p:cNvSpPr/>
            <p:nvPr/>
          </p:nvSpPr>
          <p:spPr>
            <a:xfrm>
              <a:off x="4792475" y="3066225"/>
              <a:ext cx="142650" cy="158850"/>
            </a:xfrm>
            <a:custGeom>
              <a:avLst/>
              <a:gdLst/>
              <a:ahLst/>
              <a:cxnLst/>
              <a:rect l="l" t="t" r="r" b="b"/>
              <a:pathLst>
                <a:path w="5706" h="6354" extrusionOk="0">
                  <a:moveTo>
                    <a:pt x="1" y="0"/>
                  </a:moveTo>
                  <a:lnTo>
                    <a:pt x="1" y="0"/>
                  </a:lnTo>
                  <a:cubicBezTo>
                    <a:pt x="167" y="1285"/>
                    <a:pt x="217" y="2546"/>
                    <a:pt x="167" y="3781"/>
                  </a:cubicBezTo>
                  <a:lnTo>
                    <a:pt x="3351" y="6078"/>
                  </a:lnTo>
                  <a:cubicBezTo>
                    <a:pt x="3611" y="6263"/>
                    <a:pt x="3914" y="6353"/>
                    <a:pt x="4213" y="6353"/>
                  </a:cubicBezTo>
                  <a:cubicBezTo>
                    <a:pt x="4675" y="6353"/>
                    <a:pt x="5132" y="6140"/>
                    <a:pt x="5423" y="5738"/>
                  </a:cubicBezTo>
                  <a:cubicBezTo>
                    <a:pt x="5614" y="5472"/>
                    <a:pt x="5705" y="5174"/>
                    <a:pt x="5705" y="4867"/>
                  </a:cubicBezTo>
                  <a:cubicBezTo>
                    <a:pt x="5705" y="4726"/>
                    <a:pt x="5680" y="4585"/>
                    <a:pt x="5639" y="4444"/>
                  </a:cubicBezTo>
                  <a:cubicBezTo>
                    <a:pt x="5614" y="4361"/>
                    <a:pt x="5589" y="4278"/>
                    <a:pt x="5548" y="4204"/>
                  </a:cubicBezTo>
                  <a:cubicBezTo>
                    <a:pt x="5481" y="4071"/>
                    <a:pt x="5398" y="3947"/>
                    <a:pt x="5291" y="3839"/>
                  </a:cubicBezTo>
                  <a:cubicBezTo>
                    <a:pt x="5249" y="3798"/>
                    <a:pt x="5208" y="3756"/>
                    <a:pt x="5158" y="3715"/>
                  </a:cubicBezTo>
                  <a:cubicBezTo>
                    <a:pt x="5133" y="3698"/>
                    <a:pt x="5108" y="3681"/>
                    <a:pt x="5083" y="36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69"/>
            <p:cNvSpPr/>
            <p:nvPr/>
          </p:nvSpPr>
          <p:spPr>
            <a:xfrm>
              <a:off x="3723150" y="2516725"/>
              <a:ext cx="985200" cy="1752975"/>
            </a:xfrm>
            <a:custGeom>
              <a:avLst/>
              <a:gdLst/>
              <a:ahLst/>
              <a:cxnLst/>
              <a:rect l="l" t="t" r="r" b="b"/>
              <a:pathLst>
                <a:path w="39408" h="70119" extrusionOk="0">
                  <a:moveTo>
                    <a:pt x="37202" y="0"/>
                  </a:moveTo>
                  <a:lnTo>
                    <a:pt x="32352" y="315"/>
                  </a:lnTo>
                  <a:lnTo>
                    <a:pt x="28165" y="581"/>
                  </a:lnTo>
                  <a:cubicBezTo>
                    <a:pt x="18987" y="1178"/>
                    <a:pt x="11226" y="5257"/>
                    <a:pt x="6318" y="12072"/>
                  </a:cubicBezTo>
                  <a:cubicBezTo>
                    <a:pt x="1410" y="18888"/>
                    <a:pt x="0" y="27535"/>
                    <a:pt x="2346" y="36432"/>
                  </a:cubicBezTo>
                  <a:lnTo>
                    <a:pt x="4651" y="45187"/>
                  </a:lnTo>
                  <a:lnTo>
                    <a:pt x="6857" y="53561"/>
                  </a:lnTo>
                  <a:lnTo>
                    <a:pt x="11226" y="70118"/>
                  </a:lnTo>
                  <a:lnTo>
                    <a:pt x="19443" y="67954"/>
                  </a:lnTo>
                  <a:lnTo>
                    <a:pt x="15504" y="53006"/>
                  </a:lnTo>
                  <a:lnTo>
                    <a:pt x="13299" y="44632"/>
                  </a:lnTo>
                  <a:lnTo>
                    <a:pt x="10563" y="34268"/>
                  </a:lnTo>
                  <a:cubicBezTo>
                    <a:pt x="10273" y="33173"/>
                    <a:pt x="10065" y="32087"/>
                    <a:pt x="9933" y="31026"/>
                  </a:cubicBezTo>
                  <a:cubicBezTo>
                    <a:pt x="9767" y="29741"/>
                    <a:pt x="9717" y="28480"/>
                    <a:pt x="9767" y="27245"/>
                  </a:cubicBezTo>
                  <a:cubicBezTo>
                    <a:pt x="9908" y="23995"/>
                    <a:pt x="10795" y="20952"/>
                    <a:pt x="12395" y="18282"/>
                  </a:cubicBezTo>
                  <a:cubicBezTo>
                    <a:pt x="12652" y="17859"/>
                    <a:pt x="12926" y="17445"/>
                    <a:pt x="13216" y="17039"/>
                  </a:cubicBezTo>
                  <a:cubicBezTo>
                    <a:pt x="13506" y="16632"/>
                    <a:pt x="13813" y="16243"/>
                    <a:pt x="14136" y="15870"/>
                  </a:cubicBezTo>
                  <a:cubicBezTo>
                    <a:pt x="16159" y="13507"/>
                    <a:pt x="18763" y="11699"/>
                    <a:pt x="21797" y="10538"/>
                  </a:cubicBezTo>
                  <a:cubicBezTo>
                    <a:pt x="22958" y="10091"/>
                    <a:pt x="24169" y="9742"/>
                    <a:pt x="25437" y="9494"/>
                  </a:cubicBezTo>
                  <a:cubicBezTo>
                    <a:pt x="26498" y="9286"/>
                    <a:pt x="27593" y="9137"/>
                    <a:pt x="28712" y="9071"/>
                  </a:cubicBezTo>
                  <a:lnTo>
                    <a:pt x="39408" y="8374"/>
                  </a:lnTo>
                  <a:lnTo>
                    <a:pt x="372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69"/>
            <p:cNvSpPr/>
            <p:nvPr/>
          </p:nvSpPr>
          <p:spPr>
            <a:xfrm>
              <a:off x="4762850" y="1730925"/>
              <a:ext cx="781675" cy="584550"/>
            </a:xfrm>
            <a:custGeom>
              <a:avLst/>
              <a:gdLst/>
              <a:ahLst/>
              <a:cxnLst/>
              <a:rect l="l" t="t" r="r" b="b"/>
              <a:pathLst>
                <a:path w="31267" h="23382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29533" y="23382"/>
                  </a:lnTo>
                  <a:cubicBezTo>
                    <a:pt x="29848" y="23000"/>
                    <a:pt x="30155" y="22611"/>
                    <a:pt x="30445" y="22204"/>
                  </a:cubicBezTo>
                  <a:cubicBezTo>
                    <a:pt x="30744" y="21806"/>
                    <a:pt x="31009" y="21392"/>
                    <a:pt x="31266" y="20969"/>
                  </a:cubicBez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69"/>
            <p:cNvSpPr/>
            <p:nvPr/>
          </p:nvSpPr>
          <p:spPr>
            <a:xfrm>
              <a:off x="4762850" y="1730925"/>
              <a:ext cx="454575" cy="348875"/>
            </a:xfrm>
            <a:custGeom>
              <a:avLst/>
              <a:gdLst/>
              <a:ahLst/>
              <a:cxnLst/>
              <a:rect l="l" t="t" r="r" b="b"/>
              <a:pathLst>
                <a:path w="18183" h="13955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69"/>
            <p:cNvSpPr/>
            <p:nvPr/>
          </p:nvSpPr>
          <p:spPr>
            <a:xfrm>
              <a:off x="4986925" y="1525725"/>
              <a:ext cx="624750" cy="505375"/>
            </a:xfrm>
            <a:custGeom>
              <a:avLst/>
              <a:gdLst/>
              <a:ahLst/>
              <a:cxnLst/>
              <a:rect l="l" t="t" r="r" b="b"/>
              <a:pathLst>
                <a:path w="24990" h="20215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lnTo>
                    <a:pt x="14369" y="12603"/>
                  </a:lnTo>
                  <a:lnTo>
                    <a:pt x="24940" y="20214"/>
                  </a:lnTo>
                  <a:cubicBezTo>
                    <a:pt x="24989" y="18979"/>
                    <a:pt x="24940" y="17719"/>
                    <a:pt x="24774" y="16434"/>
                  </a:cubicBezTo>
                  <a:lnTo>
                    <a:pt x="16110" y="10190"/>
                  </a:lnTo>
                  <a:lnTo>
                    <a:pt x="7437" y="3947"/>
                  </a:ln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69"/>
            <p:cNvSpPr/>
            <p:nvPr/>
          </p:nvSpPr>
          <p:spPr>
            <a:xfrm>
              <a:off x="5346125" y="1780475"/>
              <a:ext cx="265550" cy="250625"/>
            </a:xfrm>
            <a:custGeom>
              <a:avLst/>
              <a:gdLst/>
              <a:ahLst/>
              <a:cxnLst/>
              <a:rect l="l" t="t" r="r" b="b"/>
              <a:pathLst>
                <a:path w="10622" h="10025" extrusionOk="0">
                  <a:moveTo>
                    <a:pt x="1742" y="0"/>
                  </a:moveTo>
                  <a:lnTo>
                    <a:pt x="1" y="2413"/>
                  </a:lnTo>
                  <a:lnTo>
                    <a:pt x="10572" y="10024"/>
                  </a:lnTo>
                  <a:cubicBezTo>
                    <a:pt x="10621" y="8789"/>
                    <a:pt x="10572" y="7529"/>
                    <a:pt x="10406" y="6244"/>
                  </a:cubicBezTo>
                  <a:lnTo>
                    <a:pt x="1742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69"/>
            <p:cNvSpPr/>
            <p:nvPr/>
          </p:nvSpPr>
          <p:spPr>
            <a:xfrm>
              <a:off x="4637650" y="2003700"/>
              <a:ext cx="671800" cy="471175"/>
            </a:xfrm>
            <a:custGeom>
              <a:avLst/>
              <a:gdLst/>
              <a:ahLst/>
              <a:cxnLst/>
              <a:rect l="l" t="t" r="r" b="b"/>
              <a:pathLst>
                <a:path w="26872" h="18847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lnTo>
                    <a:pt x="14568" y="12603"/>
                  </a:lnTo>
                  <a:lnTo>
                    <a:pt x="23232" y="18847"/>
                  </a:lnTo>
                  <a:cubicBezTo>
                    <a:pt x="24501" y="18590"/>
                    <a:pt x="25720" y="18241"/>
                    <a:pt x="26872" y="17802"/>
                  </a:cubicBezTo>
                  <a:lnTo>
                    <a:pt x="16309" y="10191"/>
                  </a:lnTo>
                  <a:lnTo>
                    <a:pt x="5738" y="2579"/>
                  </a:ln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69"/>
            <p:cNvSpPr/>
            <p:nvPr/>
          </p:nvSpPr>
          <p:spPr>
            <a:xfrm>
              <a:off x="5001825" y="2258450"/>
              <a:ext cx="307625" cy="216425"/>
            </a:xfrm>
            <a:custGeom>
              <a:avLst/>
              <a:gdLst/>
              <a:ahLst/>
              <a:cxnLst/>
              <a:rect l="l" t="t" r="r" b="b"/>
              <a:pathLst>
                <a:path w="12305" h="8657" extrusionOk="0">
                  <a:moveTo>
                    <a:pt x="1742" y="1"/>
                  </a:moveTo>
                  <a:lnTo>
                    <a:pt x="1" y="2413"/>
                  </a:lnTo>
                  <a:lnTo>
                    <a:pt x="8665" y="8657"/>
                  </a:lnTo>
                  <a:cubicBezTo>
                    <a:pt x="9934" y="8400"/>
                    <a:pt x="11153" y="8051"/>
                    <a:pt x="12305" y="7612"/>
                  </a:cubicBezTo>
                  <a:lnTo>
                    <a:pt x="174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69"/>
            <p:cNvSpPr/>
            <p:nvPr/>
          </p:nvSpPr>
          <p:spPr>
            <a:xfrm>
              <a:off x="4869375" y="959025"/>
              <a:ext cx="985225" cy="1753175"/>
            </a:xfrm>
            <a:custGeom>
              <a:avLst/>
              <a:gdLst/>
              <a:ahLst/>
              <a:cxnLst/>
              <a:rect l="l" t="t" r="r" b="b"/>
              <a:pathLst>
                <a:path w="39409" h="70127" extrusionOk="0">
                  <a:moveTo>
                    <a:pt x="28182" y="1"/>
                  </a:moveTo>
                  <a:lnTo>
                    <a:pt x="19958" y="2173"/>
                  </a:lnTo>
                  <a:lnTo>
                    <a:pt x="23904" y="17122"/>
                  </a:lnTo>
                  <a:lnTo>
                    <a:pt x="26110" y="25496"/>
                  </a:lnTo>
                  <a:lnTo>
                    <a:pt x="28846" y="35860"/>
                  </a:lnTo>
                  <a:cubicBezTo>
                    <a:pt x="29128" y="36954"/>
                    <a:pt x="29343" y="38032"/>
                    <a:pt x="29476" y="39102"/>
                  </a:cubicBezTo>
                  <a:cubicBezTo>
                    <a:pt x="29642" y="40387"/>
                    <a:pt x="29691" y="41647"/>
                    <a:pt x="29642" y="42882"/>
                  </a:cubicBezTo>
                  <a:cubicBezTo>
                    <a:pt x="29501" y="46132"/>
                    <a:pt x="28614" y="49175"/>
                    <a:pt x="27005" y="51845"/>
                  </a:cubicBezTo>
                  <a:cubicBezTo>
                    <a:pt x="26748" y="52268"/>
                    <a:pt x="26483" y="52682"/>
                    <a:pt x="26184" y="53080"/>
                  </a:cubicBezTo>
                  <a:cubicBezTo>
                    <a:pt x="25894" y="53487"/>
                    <a:pt x="25587" y="53876"/>
                    <a:pt x="25272" y="54258"/>
                  </a:cubicBezTo>
                  <a:cubicBezTo>
                    <a:pt x="23249" y="56621"/>
                    <a:pt x="20638" y="58428"/>
                    <a:pt x="17603" y="59589"/>
                  </a:cubicBezTo>
                  <a:cubicBezTo>
                    <a:pt x="16451" y="60028"/>
                    <a:pt x="15232" y="60377"/>
                    <a:pt x="13963" y="60634"/>
                  </a:cubicBezTo>
                  <a:cubicBezTo>
                    <a:pt x="12910" y="60841"/>
                    <a:pt x="11816" y="60982"/>
                    <a:pt x="10696" y="61056"/>
                  </a:cubicBezTo>
                  <a:lnTo>
                    <a:pt x="1" y="61745"/>
                  </a:lnTo>
                  <a:lnTo>
                    <a:pt x="2206" y="70127"/>
                  </a:lnTo>
                  <a:lnTo>
                    <a:pt x="7057" y="69812"/>
                  </a:lnTo>
                  <a:lnTo>
                    <a:pt x="11244" y="69538"/>
                  </a:lnTo>
                  <a:cubicBezTo>
                    <a:pt x="20422" y="68950"/>
                    <a:pt x="28174" y="64870"/>
                    <a:pt x="33083" y="58055"/>
                  </a:cubicBezTo>
                  <a:cubicBezTo>
                    <a:pt x="37999" y="51240"/>
                    <a:pt x="39409" y="42584"/>
                    <a:pt x="37062" y="33696"/>
                  </a:cubicBezTo>
                  <a:lnTo>
                    <a:pt x="34757" y="24940"/>
                  </a:lnTo>
                  <a:lnTo>
                    <a:pt x="32544" y="16558"/>
                  </a:lnTo>
                  <a:lnTo>
                    <a:pt x="281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69"/>
            <p:cNvSpPr/>
            <p:nvPr/>
          </p:nvSpPr>
          <p:spPr>
            <a:xfrm>
              <a:off x="4033025" y="2913450"/>
              <a:ext cx="781875" cy="584350"/>
            </a:xfrm>
            <a:custGeom>
              <a:avLst/>
              <a:gdLst/>
              <a:ahLst/>
              <a:cxnLst/>
              <a:rect l="l" t="t" r="r" b="b"/>
              <a:pathLst>
                <a:path w="31275" h="23374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26175" y="21267"/>
                  </a:lnTo>
                  <a:lnTo>
                    <a:pt x="28721" y="23100"/>
                  </a:lnTo>
                  <a:cubicBezTo>
                    <a:pt x="28978" y="23282"/>
                    <a:pt x="29285" y="23373"/>
                    <a:pt x="29583" y="23373"/>
                  </a:cubicBezTo>
                  <a:cubicBezTo>
                    <a:pt x="30047" y="23373"/>
                    <a:pt x="30503" y="23158"/>
                    <a:pt x="30793" y="22760"/>
                  </a:cubicBezTo>
                  <a:cubicBezTo>
                    <a:pt x="31274" y="22088"/>
                    <a:pt x="31117" y="21160"/>
                    <a:pt x="30454" y="20687"/>
                  </a:cubicBezTo>
                  <a:lnTo>
                    <a:pt x="27908" y="18855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69"/>
            <p:cNvSpPr/>
            <p:nvPr/>
          </p:nvSpPr>
          <p:spPr>
            <a:xfrm>
              <a:off x="4033025" y="2913450"/>
              <a:ext cx="370625" cy="296025"/>
            </a:xfrm>
            <a:custGeom>
              <a:avLst/>
              <a:gdLst/>
              <a:ahLst/>
              <a:cxnLst/>
              <a:rect l="l" t="t" r="r" b="b"/>
              <a:pathLst>
                <a:path w="14825" h="11841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69"/>
            <p:cNvSpPr/>
            <p:nvPr/>
          </p:nvSpPr>
          <p:spPr>
            <a:xfrm>
              <a:off x="4268075" y="2754050"/>
              <a:ext cx="667050" cy="471025"/>
            </a:xfrm>
            <a:custGeom>
              <a:avLst/>
              <a:gdLst/>
              <a:ahLst/>
              <a:cxnLst/>
              <a:rect l="l" t="t" r="r" b="b"/>
              <a:pathLst>
                <a:path w="26682" h="18841" extrusionOk="0">
                  <a:moveTo>
                    <a:pt x="3640" y="1"/>
                  </a:moveTo>
                  <a:cubicBezTo>
                    <a:pt x="2372" y="249"/>
                    <a:pt x="1161" y="598"/>
                    <a:pt x="0" y="1045"/>
                  </a:cubicBezTo>
                  <a:lnTo>
                    <a:pt x="10572" y="8657"/>
                  </a:lnTo>
                  <a:lnTo>
                    <a:pt x="21143" y="16268"/>
                  </a:lnTo>
                  <a:lnTo>
                    <a:pt x="24327" y="18565"/>
                  </a:lnTo>
                  <a:cubicBezTo>
                    <a:pt x="24587" y="18750"/>
                    <a:pt x="24890" y="18840"/>
                    <a:pt x="25189" y="18840"/>
                  </a:cubicBezTo>
                  <a:cubicBezTo>
                    <a:pt x="25651" y="18840"/>
                    <a:pt x="26108" y="18627"/>
                    <a:pt x="26399" y="18225"/>
                  </a:cubicBezTo>
                  <a:cubicBezTo>
                    <a:pt x="26590" y="17959"/>
                    <a:pt x="26681" y="17661"/>
                    <a:pt x="26681" y="17354"/>
                  </a:cubicBezTo>
                  <a:cubicBezTo>
                    <a:pt x="26681" y="17213"/>
                    <a:pt x="26656" y="17072"/>
                    <a:pt x="26615" y="16931"/>
                  </a:cubicBezTo>
                  <a:cubicBezTo>
                    <a:pt x="26590" y="16848"/>
                    <a:pt x="26565" y="16765"/>
                    <a:pt x="26524" y="16691"/>
                  </a:cubicBezTo>
                  <a:cubicBezTo>
                    <a:pt x="26457" y="16558"/>
                    <a:pt x="26374" y="16434"/>
                    <a:pt x="26267" y="16326"/>
                  </a:cubicBezTo>
                  <a:cubicBezTo>
                    <a:pt x="26225" y="16285"/>
                    <a:pt x="26184" y="16243"/>
                    <a:pt x="26134" y="16202"/>
                  </a:cubicBezTo>
                  <a:cubicBezTo>
                    <a:pt x="26109" y="16185"/>
                    <a:pt x="26084" y="16168"/>
                    <a:pt x="26059" y="16152"/>
                  </a:cubicBezTo>
                  <a:lnTo>
                    <a:pt x="20977" y="12487"/>
                  </a:lnTo>
                  <a:lnTo>
                    <a:pt x="12313" y="6244"/>
                  </a:lnTo>
                  <a:lnTo>
                    <a:pt x="364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69"/>
            <p:cNvSpPr/>
            <p:nvPr/>
          </p:nvSpPr>
          <p:spPr>
            <a:xfrm>
              <a:off x="4532350" y="2910125"/>
              <a:ext cx="402775" cy="314950"/>
            </a:xfrm>
            <a:custGeom>
              <a:avLst/>
              <a:gdLst/>
              <a:ahLst/>
              <a:cxnLst/>
              <a:rect l="l" t="t" r="r" b="b"/>
              <a:pathLst>
                <a:path w="16111" h="12598" extrusionOk="0">
                  <a:moveTo>
                    <a:pt x="1742" y="1"/>
                  </a:moveTo>
                  <a:lnTo>
                    <a:pt x="1" y="2414"/>
                  </a:lnTo>
                  <a:lnTo>
                    <a:pt x="10572" y="10025"/>
                  </a:lnTo>
                  <a:lnTo>
                    <a:pt x="13756" y="12322"/>
                  </a:lnTo>
                  <a:cubicBezTo>
                    <a:pt x="14016" y="12507"/>
                    <a:pt x="14319" y="12597"/>
                    <a:pt x="14618" y="12597"/>
                  </a:cubicBezTo>
                  <a:cubicBezTo>
                    <a:pt x="15080" y="12597"/>
                    <a:pt x="15537" y="12384"/>
                    <a:pt x="15828" y="11982"/>
                  </a:cubicBezTo>
                  <a:cubicBezTo>
                    <a:pt x="16019" y="11716"/>
                    <a:pt x="16110" y="11418"/>
                    <a:pt x="16110" y="11111"/>
                  </a:cubicBezTo>
                  <a:cubicBezTo>
                    <a:pt x="16110" y="10970"/>
                    <a:pt x="16085" y="10829"/>
                    <a:pt x="16044" y="10688"/>
                  </a:cubicBezTo>
                  <a:cubicBezTo>
                    <a:pt x="16019" y="10605"/>
                    <a:pt x="15994" y="10522"/>
                    <a:pt x="15953" y="10448"/>
                  </a:cubicBezTo>
                  <a:cubicBezTo>
                    <a:pt x="15886" y="10315"/>
                    <a:pt x="15803" y="10191"/>
                    <a:pt x="15696" y="10083"/>
                  </a:cubicBezTo>
                  <a:cubicBezTo>
                    <a:pt x="15654" y="10042"/>
                    <a:pt x="15613" y="10000"/>
                    <a:pt x="15563" y="9959"/>
                  </a:cubicBezTo>
                  <a:cubicBezTo>
                    <a:pt x="15538" y="9942"/>
                    <a:pt x="15513" y="9925"/>
                    <a:pt x="15488" y="9909"/>
                  </a:cubicBezTo>
                  <a:lnTo>
                    <a:pt x="10406" y="624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69"/>
            <p:cNvSpPr/>
            <p:nvPr/>
          </p:nvSpPr>
          <p:spPr>
            <a:xfrm>
              <a:off x="3966075" y="3197850"/>
              <a:ext cx="629725" cy="505150"/>
            </a:xfrm>
            <a:custGeom>
              <a:avLst/>
              <a:gdLst/>
              <a:ahLst/>
              <a:cxnLst/>
              <a:rect l="l" t="t" r="r" b="b"/>
              <a:pathLst>
                <a:path w="25189" h="20206" extrusionOk="0">
                  <a:moveTo>
                    <a:pt x="50" y="0"/>
                  </a:moveTo>
                  <a:lnTo>
                    <a:pt x="50" y="0"/>
                  </a:lnTo>
                  <a:cubicBezTo>
                    <a:pt x="0" y="1235"/>
                    <a:pt x="50" y="2496"/>
                    <a:pt x="216" y="3781"/>
                  </a:cubicBezTo>
                  <a:lnTo>
                    <a:pt x="8880" y="10024"/>
                  </a:lnTo>
                  <a:lnTo>
                    <a:pt x="17544" y="16267"/>
                  </a:lnTo>
                  <a:lnTo>
                    <a:pt x="17553" y="16267"/>
                  </a:lnTo>
                  <a:lnTo>
                    <a:pt x="22635" y="19932"/>
                  </a:lnTo>
                  <a:cubicBezTo>
                    <a:pt x="22892" y="20114"/>
                    <a:pt x="23199" y="20206"/>
                    <a:pt x="23497" y="20206"/>
                  </a:cubicBezTo>
                  <a:lnTo>
                    <a:pt x="23945" y="20139"/>
                  </a:lnTo>
                  <a:cubicBezTo>
                    <a:pt x="23995" y="20123"/>
                    <a:pt x="24044" y="20106"/>
                    <a:pt x="24086" y="20089"/>
                  </a:cubicBezTo>
                  <a:lnTo>
                    <a:pt x="24708" y="19592"/>
                  </a:lnTo>
                  <a:cubicBezTo>
                    <a:pt x="25189" y="18929"/>
                    <a:pt x="25039" y="18000"/>
                    <a:pt x="24368" y="17519"/>
                  </a:cubicBezTo>
                  <a:lnTo>
                    <a:pt x="21184" y="15223"/>
                  </a:lnTo>
                  <a:lnTo>
                    <a:pt x="10621" y="76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69"/>
            <p:cNvSpPr/>
            <p:nvPr/>
          </p:nvSpPr>
          <p:spPr>
            <a:xfrm>
              <a:off x="4188075" y="3388125"/>
              <a:ext cx="407725" cy="314875"/>
            </a:xfrm>
            <a:custGeom>
              <a:avLst/>
              <a:gdLst/>
              <a:ahLst/>
              <a:cxnLst/>
              <a:rect l="l" t="t" r="r" b="b"/>
              <a:pathLst>
                <a:path w="16309" h="12595" extrusionOk="0">
                  <a:moveTo>
                    <a:pt x="1741" y="0"/>
                  </a:moveTo>
                  <a:lnTo>
                    <a:pt x="0" y="2413"/>
                  </a:lnTo>
                  <a:lnTo>
                    <a:pt x="8664" y="8656"/>
                  </a:lnTo>
                  <a:lnTo>
                    <a:pt x="8673" y="8656"/>
                  </a:lnTo>
                  <a:lnTo>
                    <a:pt x="13755" y="12321"/>
                  </a:lnTo>
                  <a:cubicBezTo>
                    <a:pt x="14012" y="12503"/>
                    <a:pt x="14319" y="12595"/>
                    <a:pt x="14617" y="12595"/>
                  </a:cubicBezTo>
                  <a:lnTo>
                    <a:pt x="15065" y="12528"/>
                  </a:lnTo>
                  <a:cubicBezTo>
                    <a:pt x="15115" y="12512"/>
                    <a:pt x="15164" y="12495"/>
                    <a:pt x="15206" y="12478"/>
                  </a:cubicBezTo>
                  <a:lnTo>
                    <a:pt x="15828" y="11981"/>
                  </a:lnTo>
                  <a:cubicBezTo>
                    <a:pt x="16309" y="11318"/>
                    <a:pt x="16159" y="10389"/>
                    <a:pt x="15488" y="9908"/>
                  </a:cubicBezTo>
                  <a:lnTo>
                    <a:pt x="12304" y="7612"/>
                  </a:lnTo>
                  <a:lnTo>
                    <a:pt x="174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78" name="Google Shape;1178;p69"/>
          <p:cNvCxnSpPr/>
          <p:nvPr/>
        </p:nvCxnSpPr>
        <p:spPr>
          <a:xfrm flipH="1">
            <a:off x="4575175" y="405877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sp>
        <p:nvSpPr>
          <p:cNvPr id="30" name="TextBox 29"/>
          <p:cNvSpPr txBox="1"/>
          <p:nvPr/>
        </p:nvSpPr>
        <p:spPr>
          <a:xfrm>
            <a:off x="121920" y="4765548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32/35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A2D74-6D36-C680-79C3-41161D1FE8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174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22478B-89FC-34E1-2F17-151474B02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What Is Bloat in GP?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986A6-F7A8-F804-9167-89ADF5421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Bloat is when trees (programs) in a GP population keep growing larger and larger as the evolution proceeds.</a:t>
            </a:r>
          </a:p>
          <a:p>
            <a:r>
              <a:rPr lang="en-US" dirty="0"/>
              <a:t>It’s often called "survival of the fattest" — because bigger trees tend to survive, even when they don’t perform better than smaller ones.</a:t>
            </a:r>
          </a:p>
          <a:p>
            <a:r>
              <a:rPr lang="en-US" dirty="0"/>
              <a:t>Over time, this leads to:</a:t>
            </a:r>
          </a:p>
          <a:p>
            <a:pPr marL="139700" indent="0">
              <a:buNone/>
            </a:pPr>
            <a:r>
              <a:rPr lang="en-US" dirty="0"/>
              <a:t>	Inefficient, oversized trees</a:t>
            </a:r>
          </a:p>
          <a:p>
            <a:pPr marL="139700" indent="0">
              <a:buNone/>
            </a:pPr>
            <a:r>
              <a:rPr lang="en-US" dirty="0"/>
              <a:t>	Slower evaluations</a:t>
            </a:r>
          </a:p>
          <a:p>
            <a:pPr marL="139700" indent="0">
              <a:buNone/>
            </a:pPr>
            <a:r>
              <a:rPr lang="en-US" dirty="0"/>
              <a:t>	Harder to interpret solutions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0A1D96-89AE-19E2-74FD-A842DB5A20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9903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22478B-89FC-34E1-2F17-151474B02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Bloat Happen?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986A6-F7A8-F804-9167-89ADF5421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82600" indent="-342900">
              <a:buFont typeface="+mj-lt"/>
              <a:buAutoNum type="arabicPeriod"/>
            </a:pPr>
            <a:r>
              <a:rPr lang="en-US" dirty="0"/>
              <a:t>Variable-Length Representation</a:t>
            </a:r>
          </a:p>
          <a:p>
            <a:pPr lvl="1">
              <a:buClr>
                <a:schemeClr val="accent1"/>
              </a:buClr>
            </a:pPr>
            <a:r>
              <a:rPr lang="en-US" dirty="0"/>
              <a:t>In GP, trees can vary in size, unlike fixed-length genomes in other algorithms.</a:t>
            </a:r>
          </a:p>
          <a:p>
            <a:pPr lvl="1">
              <a:buClr>
                <a:schemeClr val="accent1"/>
              </a:buClr>
            </a:pPr>
            <a:r>
              <a:rPr lang="en-US" dirty="0"/>
              <a:t>Because size can grow with each mutation or crossover, growth tends to accumulate unless it's actively controlled.</a:t>
            </a:r>
          </a:p>
          <a:p>
            <a:pPr lvl="1">
              <a:buClr>
                <a:schemeClr val="accent1"/>
              </a:buClr>
            </a:pPr>
            <a:endParaRPr lang="en-US" dirty="0"/>
          </a:p>
          <a:p>
            <a:pPr marL="482600" indent="-342900">
              <a:buFont typeface="+mj-lt"/>
              <a:buAutoNum type="arabicPeriod"/>
            </a:pPr>
            <a:r>
              <a:rPr lang="en-US" dirty="0"/>
              <a:t>Neutral Code (Introns)</a:t>
            </a:r>
          </a:p>
          <a:p>
            <a:pPr lvl="1">
              <a:buClr>
                <a:schemeClr val="accent1"/>
              </a:buClr>
            </a:pPr>
            <a:r>
              <a:rPr lang="en-US" dirty="0"/>
              <a:t>Some large parts of a tree might not affect output, but still get passed on.</a:t>
            </a:r>
          </a:p>
          <a:p>
            <a:pPr lvl="1">
              <a:buClr>
                <a:schemeClr val="accent1"/>
              </a:buClr>
            </a:pPr>
            <a:r>
              <a:rPr lang="en-US" dirty="0"/>
              <a:t>These "neutral" parts don’t hurt fitness, so they accumulate silently, increasing size.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63BA6D-08EF-3304-D530-F0B74B35F4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0144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1BDB7-F2D5-A882-CF91-0B10AD400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Bloat a Problem?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1DF50-7DE5-1F0F-3264-DCA455C54A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82600" indent="-342900">
              <a:buFont typeface="+mj-lt"/>
              <a:buAutoNum type="arabicPeriod"/>
            </a:pPr>
            <a:r>
              <a:rPr lang="en-US" dirty="0"/>
              <a:t>Slows down computation (evaluating big trees is expensive).</a:t>
            </a:r>
          </a:p>
          <a:p>
            <a:pPr marL="482600" indent="-342900">
              <a:buFont typeface="+mj-lt"/>
              <a:buAutoNum type="arabicPeriod"/>
            </a:pPr>
            <a:r>
              <a:rPr lang="en-US" dirty="0"/>
              <a:t>Wastes memory/resources.</a:t>
            </a:r>
          </a:p>
          <a:p>
            <a:pPr marL="482600" indent="-342900">
              <a:buFont typeface="+mj-lt"/>
              <a:buAutoNum type="arabicPeriod"/>
            </a:pPr>
            <a:r>
              <a:rPr lang="en-US" dirty="0"/>
              <a:t>Reduces generalization (overfitting).</a:t>
            </a:r>
          </a:p>
          <a:p>
            <a:pPr marL="482600" indent="-342900">
              <a:buFont typeface="+mj-lt"/>
              <a:buAutoNum type="arabicPeriod"/>
            </a:pPr>
            <a:r>
              <a:rPr lang="en-US" dirty="0"/>
              <a:t>Makes the final solution harder to understand and maintain.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6AF5F-B799-5332-BAA9-3A076209CD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1054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1BDB7-F2D5-A882-CF91-0B10AD400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Control Bloat?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A1DF50-7DE5-1F0F-3264-DCA455C54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25" y="1254600"/>
            <a:ext cx="7261602" cy="2658722"/>
          </a:xfrm>
        </p:spPr>
        <p:txBody>
          <a:bodyPr/>
          <a:lstStyle/>
          <a:p>
            <a:pPr marL="482600" indent="-342900">
              <a:buFont typeface="+mj-lt"/>
              <a:buAutoNum type="arabicPeriod"/>
            </a:pPr>
            <a:r>
              <a:rPr lang="en-US" dirty="0"/>
              <a:t>Max Tree Size → Hard limit on depth/size</a:t>
            </a:r>
          </a:p>
          <a:p>
            <a:pPr lvl="1">
              <a:buClr>
                <a:schemeClr val="accent1"/>
              </a:buClr>
            </a:pPr>
            <a:r>
              <a:rPr lang="en-US" dirty="0"/>
              <a:t>Define a maximum depth or node count.</a:t>
            </a:r>
          </a:p>
          <a:p>
            <a:pPr lvl="1">
              <a:buClr>
                <a:schemeClr val="accent1"/>
              </a:buClr>
            </a:pPr>
            <a:r>
              <a:rPr lang="en-US" dirty="0"/>
              <a:t>If mutation/crossover would create a tree that’s too large → reject it.</a:t>
            </a:r>
          </a:p>
          <a:p>
            <a:pPr lvl="1">
              <a:buClr>
                <a:schemeClr val="accent1"/>
              </a:buClr>
            </a:pPr>
            <a:r>
              <a:rPr lang="en-US" dirty="0"/>
              <a:t>This acts like a hard constraint.</a:t>
            </a:r>
          </a:p>
          <a:p>
            <a:pPr marL="482600" indent="-342900">
              <a:buFont typeface="+mj-lt"/>
              <a:buAutoNum type="arabicPeriod"/>
            </a:pPr>
            <a:r>
              <a:rPr lang="en-US" dirty="0"/>
              <a:t>Parsimony Pressure → Penalize large trees in fitness</a:t>
            </a:r>
          </a:p>
          <a:p>
            <a:pPr lvl="1">
              <a:buClr>
                <a:schemeClr val="accent1"/>
              </a:buClr>
            </a:pPr>
            <a:r>
              <a:rPr lang="en-US" dirty="0"/>
              <a:t>Add a penalty to the fitness function for large trees.</a:t>
            </a:r>
          </a:p>
          <a:p>
            <a:pPr lvl="1">
              <a:buClr>
                <a:schemeClr val="accent1"/>
              </a:buClr>
            </a:pPr>
            <a:r>
              <a:rPr lang="en-US" dirty="0"/>
              <a:t>Formula: Fitness = Raw Fitness − c × Size Penalty</a:t>
            </a:r>
          </a:p>
          <a:p>
            <a:pPr marL="482600" indent="-342900">
              <a:buFont typeface="+mj-lt"/>
              <a:buAutoNum type="arabicPeriod"/>
            </a:pPr>
            <a:r>
              <a:rPr lang="en-US" dirty="0"/>
              <a:t>Multi-objective Methods → Balance performance and size</a:t>
            </a:r>
          </a:p>
          <a:p>
            <a:pPr lvl="1">
              <a:buClr>
                <a:schemeClr val="accent1"/>
              </a:buClr>
            </a:pPr>
            <a:r>
              <a:rPr lang="en-US" dirty="0"/>
              <a:t>Treat performance and tree size as two separate objectives.</a:t>
            </a:r>
          </a:p>
          <a:p>
            <a:pPr lvl="1">
              <a:buClr>
                <a:schemeClr val="accent1"/>
              </a:buClr>
            </a:pPr>
            <a:r>
              <a:rPr lang="en-US" dirty="0"/>
              <a:t>Use methods like Pareto optimization to select trees that offer the best trade-off.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E8CBC-651B-61E2-43C4-2CA8E4624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1811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5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Summary</a:t>
            </a:r>
            <a:endParaRPr dirty="0"/>
          </a:p>
        </p:txBody>
      </p:sp>
      <p:sp>
        <p:nvSpPr>
          <p:cNvPr id="918" name="Google Shape;918;p58"/>
          <p:cNvSpPr txBox="1">
            <a:spLocks noGrp="1"/>
          </p:cNvSpPr>
          <p:nvPr>
            <p:ph type="subTitle" idx="1"/>
          </p:nvPr>
        </p:nvSpPr>
        <p:spPr>
          <a:xfrm>
            <a:off x="3252487" y="2692389"/>
            <a:ext cx="2638975" cy="78626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Survival Selection</a:t>
            </a:r>
            <a:endParaRPr dirty="0"/>
          </a:p>
        </p:txBody>
      </p:sp>
      <p:sp>
        <p:nvSpPr>
          <p:cNvPr id="919" name="Google Shape;919;p58"/>
          <p:cNvSpPr txBox="1">
            <a:spLocks noGrp="1"/>
          </p:cNvSpPr>
          <p:nvPr>
            <p:ph type="subTitle" idx="2"/>
          </p:nvPr>
        </p:nvSpPr>
        <p:spPr>
          <a:xfrm>
            <a:off x="3352175" y="3422499"/>
            <a:ext cx="243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</a:pPr>
            <a:r>
              <a:rPr lang="en-GB" dirty="0">
                <a:solidFill>
                  <a:schemeClr val="tx1"/>
                </a:solidFill>
              </a:rPr>
              <a:t>(</a:t>
            </a:r>
            <a:r>
              <a:rPr lang="en-GB" dirty="0">
                <a:solidFill>
                  <a:schemeClr val="tx1"/>
                </a:solidFill>
                <a:sym typeface="Symbol" pitchFamily="18" charset="2"/>
              </a:rPr>
              <a:t></a:t>
            </a:r>
            <a:r>
              <a:rPr lang="en-GB" dirty="0">
                <a:solidFill>
                  <a:schemeClr val="tx1"/>
                </a:solidFill>
              </a:rPr>
              <a:t>,</a:t>
            </a:r>
            <a:r>
              <a:rPr lang="en-GB" dirty="0">
                <a:solidFill>
                  <a:schemeClr val="tx1"/>
                </a:solidFill>
                <a:sym typeface="Symbol" pitchFamily="18" charset="2"/>
              </a:rPr>
              <a:t></a:t>
            </a:r>
            <a:r>
              <a:rPr lang="en-GB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920" name="Google Shape;920;p58"/>
          <p:cNvSpPr txBox="1">
            <a:spLocks noGrp="1"/>
          </p:cNvSpPr>
          <p:nvPr>
            <p:ph type="subTitle" idx="3"/>
          </p:nvPr>
        </p:nvSpPr>
        <p:spPr>
          <a:xfrm>
            <a:off x="3352175" y="1678650"/>
            <a:ext cx="2439600" cy="3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Recombination</a:t>
            </a:r>
            <a:endParaRPr dirty="0"/>
          </a:p>
        </p:txBody>
      </p:sp>
      <p:sp>
        <p:nvSpPr>
          <p:cNvPr id="921" name="Google Shape;921;p58"/>
          <p:cNvSpPr txBox="1">
            <a:spLocks noGrp="1"/>
          </p:cNvSpPr>
          <p:nvPr>
            <p:ph type="subTitle" idx="4"/>
          </p:nvPr>
        </p:nvSpPr>
        <p:spPr>
          <a:xfrm>
            <a:off x="3352175" y="1993877"/>
            <a:ext cx="243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</a:pPr>
            <a:r>
              <a:rPr lang="en-GB" dirty="0">
                <a:solidFill>
                  <a:schemeClr val="tx1"/>
                </a:solidFill>
              </a:rPr>
              <a:t>Exchange of Subtrees</a:t>
            </a:r>
          </a:p>
        </p:txBody>
      </p:sp>
      <p:sp>
        <p:nvSpPr>
          <p:cNvPr id="922" name="Google Shape;922;p58"/>
          <p:cNvSpPr txBox="1">
            <a:spLocks noGrp="1"/>
          </p:cNvSpPr>
          <p:nvPr>
            <p:ph type="subTitle" idx="5"/>
          </p:nvPr>
        </p:nvSpPr>
        <p:spPr>
          <a:xfrm>
            <a:off x="5991150" y="1678660"/>
            <a:ext cx="2439600" cy="3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Mutation</a:t>
            </a:r>
            <a:endParaRPr dirty="0"/>
          </a:p>
        </p:txBody>
      </p:sp>
      <p:sp>
        <p:nvSpPr>
          <p:cNvPr id="923" name="Google Shape;923;p58"/>
          <p:cNvSpPr txBox="1">
            <a:spLocks noGrp="1"/>
          </p:cNvSpPr>
          <p:nvPr>
            <p:ph type="subTitle" idx="6"/>
          </p:nvPr>
        </p:nvSpPr>
        <p:spPr>
          <a:xfrm>
            <a:off x="5991150" y="1993888"/>
            <a:ext cx="243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</a:pPr>
            <a:r>
              <a:rPr lang="en-GB" dirty="0">
                <a:solidFill>
                  <a:schemeClr val="tx1"/>
                </a:solidFill>
              </a:rPr>
              <a:t>Random Change in Trees</a:t>
            </a:r>
          </a:p>
        </p:txBody>
      </p:sp>
      <p:sp>
        <p:nvSpPr>
          <p:cNvPr id="924" name="Google Shape;924;p58"/>
          <p:cNvSpPr txBox="1">
            <a:spLocks noGrp="1"/>
          </p:cNvSpPr>
          <p:nvPr>
            <p:ph type="subTitle" idx="7"/>
          </p:nvPr>
        </p:nvSpPr>
        <p:spPr>
          <a:xfrm>
            <a:off x="713200" y="1678650"/>
            <a:ext cx="2439600" cy="3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Representation</a:t>
            </a:r>
            <a:endParaRPr dirty="0"/>
          </a:p>
        </p:txBody>
      </p:sp>
      <p:sp>
        <p:nvSpPr>
          <p:cNvPr id="925" name="Google Shape;925;p58"/>
          <p:cNvSpPr txBox="1">
            <a:spLocks noGrp="1"/>
          </p:cNvSpPr>
          <p:nvPr>
            <p:ph type="subTitle" idx="8"/>
          </p:nvPr>
        </p:nvSpPr>
        <p:spPr>
          <a:xfrm>
            <a:off x="713200" y="1993877"/>
            <a:ext cx="243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Tree Structures</a:t>
            </a:r>
            <a:endParaRPr dirty="0"/>
          </a:p>
        </p:txBody>
      </p:sp>
      <p:sp>
        <p:nvSpPr>
          <p:cNvPr id="926" name="Google Shape;926;p58"/>
          <p:cNvSpPr txBox="1">
            <a:spLocks noGrp="1"/>
          </p:cNvSpPr>
          <p:nvPr>
            <p:ph type="subTitle" idx="9"/>
          </p:nvPr>
        </p:nvSpPr>
        <p:spPr>
          <a:xfrm>
            <a:off x="713200" y="3107261"/>
            <a:ext cx="2439600" cy="3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Parent Selection</a:t>
            </a:r>
            <a:endParaRPr dirty="0"/>
          </a:p>
        </p:txBody>
      </p:sp>
      <p:sp>
        <p:nvSpPr>
          <p:cNvPr id="927" name="Google Shape;927;p58"/>
          <p:cNvSpPr txBox="1">
            <a:spLocks noGrp="1"/>
          </p:cNvSpPr>
          <p:nvPr>
            <p:ph type="subTitle" idx="13"/>
          </p:nvPr>
        </p:nvSpPr>
        <p:spPr>
          <a:xfrm>
            <a:off x="713200" y="3422499"/>
            <a:ext cx="2439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Over-Selection</a:t>
            </a:r>
            <a:endParaRPr dirty="0"/>
          </a:p>
        </p:txBody>
      </p:sp>
      <p:sp>
        <p:nvSpPr>
          <p:cNvPr id="928" name="Google Shape;928;p58"/>
          <p:cNvSpPr txBox="1">
            <a:spLocks noGrp="1"/>
          </p:cNvSpPr>
          <p:nvPr>
            <p:ph type="subTitle" idx="14"/>
          </p:nvPr>
        </p:nvSpPr>
        <p:spPr>
          <a:xfrm>
            <a:off x="5991150" y="3107250"/>
            <a:ext cx="2439600" cy="37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Speciality</a:t>
            </a:r>
            <a:endParaRPr dirty="0"/>
          </a:p>
        </p:txBody>
      </p:sp>
      <p:sp>
        <p:nvSpPr>
          <p:cNvPr id="2" name="Google Shape;923;p58">
            <a:extLst>
              <a:ext uri="{FF2B5EF4-FFF2-40B4-BE49-F238E27FC236}">
                <a16:creationId xmlns:a16="http://schemas.microsoft.com/office/drawing/2014/main" id="{D43353C5-BCA9-5830-E9E7-55D66CD42E4B}"/>
              </a:ext>
            </a:extLst>
          </p:cNvPr>
          <p:cNvSpPr txBox="1">
            <a:spLocks/>
          </p:cNvSpPr>
          <p:nvPr/>
        </p:nvSpPr>
        <p:spPr>
          <a:xfrm>
            <a:off x="6090838" y="3422499"/>
            <a:ext cx="243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None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</a:pPr>
            <a:r>
              <a:rPr lang="en-GB" dirty="0">
                <a:solidFill>
                  <a:schemeClr val="tx1"/>
                </a:solidFill>
              </a:rPr>
              <a:t>Variable Chromosome Length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73425E-8BE5-E91C-DFFB-9302818643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5679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5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grpSp>
        <p:nvGrpSpPr>
          <p:cNvPr id="886" name="Google Shape;886;p57"/>
          <p:cNvGrpSpPr/>
          <p:nvPr/>
        </p:nvGrpSpPr>
        <p:grpSpPr>
          <a:xfrm>
            <a:off x="6040505" y="2550332"/>
            <a:ext cx="4780550" cy="5926770"/>
            <a:chOff x="3453675" y="959025"/>
            <a:chExt cx="2670400" cy="3310675"/>
          </a:xfrm>
        </p:grpSpPr>
        <p:sp>
          <p:nvSpPr>
            <p:cNvPr id="887" name="Google Shape;887;p57"/>
            <p:cNvSpPr/>
            <p:nvPr/>
          </p:nvSpPr>
          <p:spPr>
            <a:xfrm>
              <a:off x="3453675" y="3646400"/>
              <a:ext cx="440900" cy="236925"/>
            </a:xfrm>
            <a:custGeom>
              <a:avLst/>
              <a:gdLst/>
              <a:ahLst/>
              <a:cxnLst/>
              <a:rect l="l" t="t" r="r" b="b"/>
              <a:pathLst>
                <a:path w="17636" h="9477" extrusionOk="0">
                  <a:moveTo>
                    <a:pt x="15430" y="0"/>
                  </a:moveTo>
                  <a:lnTo>
                    <a:pt x="1" y="995"/>
                  </a:lnTo>
                  <a:lnTo>
                    <a:pt x="548" y="9477"/>
                  </a:lnTo>
                  <a:lnTo>
                    <a:pt x="17636" y="8374"/>
                  </a:lnTo>
                  <a:lnTo>
                    <a:pt x="15430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57"/>
            <p:cNvSpPr/>
            <p:nvPr/>
          </p:nvSpPr>
          <p:spPr>
            <a:xfrm>
              <a:off x="4055600" y="1387050"/>
              <a:ext cx="1466525" cy="2454825"/>
            </a:xfrm>
            <a:custGeom>
              <a:avLst/>
              <a:gdLst/>
              <a:ahLst/>
              <a:cxnLst/>
              <a:rect l="l" t="t" r="r" b="b"/>
              <a:pathLst>
                <a:path w="58661" h="98193" extrusionOk="0">
                  <a:moveTo>
                    <a:pt x="56455" y="1"/>
                  </a:moveTo>
                  <a:lnTo>
                    <a:pt x="47418" y="581"/>
                  </a:lnTo>
                  <a:cubicBezTo>
                    <a:pt x="38240" y="1178"/>
                    <a:pt x="30479" y="5257"/>
                    <a:pt x="25571" y="12073"/>
                  </a:cubicBezTo>
                  <a:cubicBezTo>
                    <a:pt x="20662" y="18888"/>
                    <a:pt x="19253" y="27536"/>
                    <a:pt x="21599" y="36432"/>
                  </a:cubicBezTo>
                  <a:lnTo>
                    <a:pt x="22661" y="40486"/>
                  </a:lnTo>
                  <a:lnTo>
                    <a:pt x="23904" y="45187"/>
                  </a:lnTo>
                  <a:lnTo>
                    <a:pt x="26110" y="53561"/>
                  </a:lnTo>
                  <a:lnTo>
                    <a:pt x="28846" y="63925"/>
                  </a:lnTo>
                  <a:cubicBezTo>
                    <a:pt x="29128" y="65020"/>
                    <a:pt x="29343" y="66098"/>
                    <a:pt x="29476" y="67167"/>
                  </a:cubicBezTo>
                  <a:lnTo>
                    <a:pt x="34558" y="70832"/>
                  </a:lnTo>
                  <a:cubicBezTo>
                    <a:pt x="34583" y="70848"/>
                    <a:pt x="34608" y="70865"/>
                    <a:pt x="34633" y="70882"/>
                  </a:cubicBezTo>
                  <a:cubicBezTo>
                    <a:pt x="34683" y="70923"/>
                    <a:pt x="34724" y="70965"/>
                    <a:pt x="34766" y="71006"/>
                  </a:cubicBezTo>
                  <a:cubicBezTo>
                    <a:pt x="34873" y="71114"/>
                    <a:pt x="34956" y="71238"/>
                    <a:pt x="35023" y="71371"/>
                  </a:cubicBezTo>
                  <a:cubicBezTo>
                    <a:pt x="35064" y="71445"/>
                    <a:pt x="35089" y="71528"/>
                    <a:pt x="35114" y="71611"/>
                  </a:cubicBezTo>
                  <a:cubicBezTo>
                    <a:pt x="35155" y="71752"/>
                    <a:pt x="35180" y="71893"/>
                    <a:pt x="35180" y="72034"/>
                  </a:cubicBezTo>
                  <a:cubicBezTo>
                    <a:pt x="35180" y="72341"/>
                    <a:pt x="35089" y="72639"/>
                    <a:pt x="34898" y="72905"/>
                  </a:cubicBezTo>
                  <a:cubicBezTo>
                    <a:pt x="34607" y="73307"/>
                    <a:pt x="34150" y="73520"/>
                    <a:pt x="33688" y="73520"/>
                  </a:cubicBezTo>
                  <a:cubicBezTo>
                    <a:pt x="33389" y="73520"/>
                    <a:pt x="33086" y="73430"/>
                    <a:pt x="32826" y="73245"/>
                  </a:cubicBezTo>
                  <a:lnTo>
                    <a:pt x="29642" y="70948"/>
                  </a:lnTo>
                  <a:cubicBezTo>
                    <a:pt x="29501" y="74198"/>
                    <a:pt x="28614" y="77241"/>
                    <a:pt x="27005" y="79911"/>
                  </a:cubicBezTo>
                  <a:lnTo>
                    <a:pt x="29551" y="81743"/>
                  </a:lnTo>
                  <a:cubicBezTo>
                    <a:pt x="30214" y="82216"/>
                    <a:pt x="30371" y="83144"/>
                    <a:pt x="29890" y="83816"/>
                  </a:cubicBezTo>
                  <a:cubicBezTo>
                    <a:pt x="29600" y="84214"/>
                    <a:pt x="29144" y="84429"/>
                    <a:pt x="28680" y="84429"/>
                  </a:cubicBezTo>
                  <a:cubicBezTo>
                    <a:pt x="28382" y="84429"/>
                    <a:pt x="28075" y="84338"/>
                    <a:pt x="27818" y="84156"/>
                  </a:cubicBezTo>
                  <a:lnTo>
                    <a:pt x="25272" y="82323"/>
                  </a:lnTo>
                  <a:cubicBezTo>
                    <a:pt x="23249" y="84686"/>
                    <a:pt x="20638" y="86486"/>
                    <a:pt x="17603" y="87655"/>
                  </a:cubicBezTo>
                  <a:lnTo>
                    <a:pt x="20787" y="89951"/>
                  </a:lnTo>
                  <a:cubicBezTo>
                    <a:pt x="21458" y="90424"/>
                    <a:pt x="21608" y="91352"/>
                    <a:pt x="21127" y="92024"/>
                  </a:cubicBezTo>
                  <a:lnTo>
                    <a:pt x="20505" y="92521"/>
                  </a:lnTo>
                  <a:cubicBezTo>
                    <a:pt x="20463" y="92538"/>
                    <a:pt x="20414" y="92555"/>
                    <a:pt x="20364" y="92571"/>
                  </a:cubicBezTo>
                  <a:lnTo>
                    <a:pt x="19916" y="92638"/>
                  </a:lnTo>
                  <a:cubicBezTo>
                    <a:pt x="19618" y="92638"/>
                    <a:pt x="19311" y="92546"/>
                    <a:pt x="19054" y="92356"/>
                  </a:cubicBezTo>
                  <a:lnTo>
                    <a:pt x="13972" y="88699"/>
                  </a:lnTo>
                  <a:lnTo>
                    <a:pt x="13963" y="88699"/>
                  </a:lnTo>
                  <a:cubicBezTo>
                    <a:pt x="12910" y="88907"/>
                    <a:pt x="11816" y="89047"/>
                    <a:pt x="10697" y="89122"/>
                  </a:cubicBezTo>
                  <a:lnTo>
                    <a:pt x="1" y="89810"/>
                  </a:lnTo>
                  <a:lnTo>
                    <a:pt x="2206" y="98193"/>
                  </a:lnTo>
                  <a:lnTo>
                    <a:pt x="11244" y="97604"/>
                  </a:lnTo>
                  <a:cubicBezTo>
                    <a:pt x="20422" y="97015"/>
                    <a:pt x="28174" y="92936"/>
                    <a:pt x="33091" y="86121"/>
                  </a:cubicBezTo>
                  <a:cubicBezTo>
                    <a:pt x="37999" y="79305"/>
                    <a:pt x="39409" y="70649"/>
                    <a:pt x="37062" y="61761"/>
                  </a:cubicBezTo>
                  <a:lnTo>
                    <a:pt x="35993" y="57699"/>
                  </a:lnTo>
                  <a:lnTo>
                    <a:pt x="34757" y="53006"/>
                  </a:lnTo>
                  <a:lnTo>
                    <a:pt x="32552" y="44624"/>
                  </a:lnTo>
                  <a:lnTo>
                    <a:pt x="29816" y="34260"/>
                  </a:lnTo>
                  <a:cubicBezTo>
                    <a:pt x="29526" y="33174"/>
                    <a:pt x="29318" y="32096"/>
                    <a:pt x="29186" y="31026"/>
                  </a:cubicBezTo>
                  <a:lnTo>
                    <a:pt x="24095" y="27361"/>
                  </a:lnTo>
                  <a:cubicBezTo>
                    <a:pt x="23432" y="26881"/>
                    <a:pt x="23282" y="25952"/>
                    <a:pt x="23755" y="25280"/>
                  </a:cubicBezTo>
                  <a:cubicBezTo>
                    <a:pt x="24045" y="24882"/>
                    <a:pt x="24501" y="24667"/>
                    <a:pt x="24966" y="24667"/>
                  </a:cubicBezTo>
                  <a:cubicBezTo>
                    <a:pt x="25264" y="24667"/>
                    <a:pt x="25571" y="24758"/>
                    <a:pt x="25836" y="24949"/>
                  </a:cubicBezTo>
                  <a:lnTo>
                    <a:pt x="29020" y="27245"/>
                  </a:lnTo>
                  <a:cubicBezTo>
                    <a:pt x="29161" y="23995"/>
                    <a:pt x="30048" y="20952"/>
                    <a:pt x="31648" y="18283"/>
                  </a:cubicBezTo>
                  <a:lnTo>
                    <a:pt x="29103" y="16450"/>
                  </a:lnTo>
                  <a:cubicBezTo>
                    <a:pt x="28440" y="15969"/>
                    <a:pt x="28290" y="15041"/>
                    <a:pt x="28771" y="14378"/>
                  </a:cubicBezTo>
                  <a:lnTo>
                    <a:pt x="29385" y="13880"/>
                  </a:lnTo>
                  <a:cubicBezTo>
                    <a:pt x="29434" y="13855"/>
                    <a:pt x="29484" y="13839"/>
                    <a:pt x="29534" y="13830"/>
                  </a:cubicBezTo>
                  <a:lnTo>
                    <a:pt x="29973" y="13756"/>
                  </a:lnTo>
                  <a:cubicBezTo>
                    <a:pt x="30280" y="13756"/>
                    <a:pt x="30579" y="13847"/>
                    <a:pt x="30844" y="14038"/>
                  </a:cubicBezTo>
                  <a:lnTo>
                    <a:pt x="33389" y="15870"/>
                  </a:lnTo>
                  <a:cubicBezTo>
                    <a:pt x="35412" y="13507"/>
                    <a:pt x="38016" y="11700"/>
                    <a:pt x="41050" y="10539"/>
                  </a:cubicBezTo>
                  <a:lnTo>
                    <a:pt x="37867" y="8242"/>
                  </a:lnTo>
                  <a:cubicBezTo>
                    <a:pt x="37469" y="7952"/>
                    <a:pt x="37253" y="7496"/>
                    <a:pt x="37253" y="7032"/>
                  </a:cubicBezTo>
                  <a:cubicBezTo>
                    <a:pt x="37253" y="6733"/>
                    <a:pt x="37344" y="6426"/>
                    <a:pt x="37535" y="6169"/>
                  </a:cubicBezTo>
                  <a:cubicBezTo>
                    <a:pt x="37821" y="5763"/>
                    <a:pt x="38274" y="5548"/>
                    <a:pt x="38736" y="5548"/>
                  </a:cubicBezTo>
                  <a:cubicBezTo>
                    <a:pt x="39037" y="5548"/>
                    <a:pt x="39342" y="5639"/>
                    <a:pt x="39608" y="5829"/>
                  </a:cubicBezTo>
                  <a:lnTo>
                    <a:pt x="44690" y="9494"/>
                  </a:lnTo>
                  <a:cubicBezTo>
                    <a:pt x="45751" y="9287"/>
                    <a:pt x="46838" y="9138"/>
                    <a:pt x="47965" y="9071"/>
                  </a:cubicBezTo>
                  <a:lnTo>
                    <a:pt x="58661" y="8375"/>
                  </a:lnTo>
                  <a:lnTo>
                    <a:pt x="5645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57"/>
            <p:cNvSpPr/>
            <p:nvPr/>
          </p:nvSpPr>
          <p:spPr>
            <a:xfrm>
              <a:off x="4637650" y="2003700"/>
              <a:ext cx="147600" cy="159025"/>
            </a:xfrm>
            <a:custGeom>
              <a:avLst/>
              <a:gdLst/>
              <a:ahLst/>
              <a:cxnLst/>
              <a:rect l="l" t="t" r="r" b="b"/>
              <a:pathLst>
                <a:path w="5904" h="6361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cubicBezTo>
                    <a:pt x="5738" y="5075"/>
                    <a:pt x="5680" y="3806"/>
                    <a:pt x="5738" y="2579"/>
                  </a:cubicBez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57"/>
            <p:cNvSpPr/>
            <p:nvPr/>
          </p:nvSpPr>
          <p:spPr>
            <a:xfrm>
              <a:off x="4762850" y="1730925"/>
              <a:ext cx="127500" cy="113200"/>
            </a:xfrm>
            <a:custGeom>
              <a:avLst/>
              <a:gdLst/>
              <a:ahLst/>
              <a:cxnLst/>
              <a:rect l="l" t="t" r="r" b="b"/>
              <a:pathLst>
                <a:path w="5100" h="4528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cubicBezTo>
                    <a:pt x="3615" y="4105"/>
                    <a:pt x="3889" y="3690"/>
                    <a:pt x="4179" y="3284"/>
                  </a:cubicBezTo>
                  <a:cubicBezTo>
                    <a:pt x="4469" y="2886"/>
                    <a:pt x="4776" y="2488"/>
                    <a:pt x="5099" y="2115"/>
                  </a:cubicBez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57"/>
            <p:cNvSpPr/>
            <p:nvPr/>
          </p:nvSpPr>
          <p:spPr>
            <a:xfrm>
              <a:off x="4986925" y="1525725"/>
              <a:ext cx="185950" cy="124800"/>
            </a:xfrm>
            <a:custGeom>
              <a:avLst/>
              <a:gdLst/>
              <a:ahLst/>
              <a:cxnLst/>
              <a:rect l="l" t="t" r="r" b="b"/>
              <a:pathLst>
                <a:path w="7438" h="4992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cubicBezTo>
                    <a:pt x="4950" y="4544"/>
                    <a:pt x="6169" y="4196"/>
                    <a:pt x="7437" y="3947"/>
                  </a:cubicBez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57"/>
            <p:cNvSpPr/>
            <p:nvPr/>
          </p:nvSpPr>
          <p:spPr>
            <a:xfrm>
              <a:off x="5682950" y="1345400"/>
              <a:ext cx="441125" cy="237150"/>
            </a:xfrm>
            <a:custGeom>
              <a:avLst/>
              <a:gdLst/>
              <a:ahLst/>
              <a:cxnLst/>
              <a:rect l="l" t="t" r="r" b="b"/>
              <a:pathLst>
                <a:path w="17645" h="9486" extrusionOk="0">
                  <a:moveTo>
                    <a:pt x="17097" y="0"/>
                  </a:moveTo>
                  <a:lnTo>
                    <a:pt x="1" y="1111"/>
                  </a:lnTo>
                  <a:lnTo>
                    <a:pt x="2214" y="9485"/>
                  </a:lnTo>
                  <a:lnTo>
                    <a:pt x="17644" y="8490"/>
                  </a:lnTo>
                  <a:lnTo>
                    <a:pt x="17097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57"/>
            <p:cNvSpPr/>
            <p:nvPr/>
          </p:nvSpPr>
          <p:spPr>
            <a:xfrm>
              <a:off x="4404875" y="3578400"/>
              <a:ext cx="190925" cy="124600"/>
            </a:xfrm>
            <a:custGeom>
              <a:avLst/>
              <a:gdLst/>
              <a:ahLst/>
              <a:cxnLst/>
              <a:rect l="l" t="t" r="r" b="b"/>
              <a:pathLst>
                <a:path w="7637" h="4984" extrusionOk="0">
                  <a:moveTo>
                    <a:pt x="3632" y="1"/>
                  </a:moveTo>
                  <a:cubicBezTo>
                    <a:pt x="2480" y="440"/>
                    <a:pt x="1269" y="788"/>
                    <a:pt x="1" y="1045"/>
                  </a:cubicBezTo>
                  <a:lnTo>
                    <a:pt x="5083" y="4710"/>
                  </a:lnTo>
                  <a:cubicBezTo>
                    <a:pt x="5340" y="4892"/>
                    <a:pt x="5647" y="4984"/>
                    <a:pt x="5945" y="4984"/>
                  </a:cubicBezTo>
                  <a:lnTo>
                    <a:pt x="6393" y="4917"/>
                  </a:lnTo>
                  <a:cubicBezTo>
                    <a:pt x="6443" y="4901"/>
                    <a:pt x="6492" y="4884"/>
                    <a:pt x="6534" y="4867"/>
                  </a:cubicBezTo>
                  <a:lnTo>
                    <a:pt x="7156" y="4370"/>
                  </a:lnTo>
                  <a:cubicBezTo>
                    <a:pt x="7637" y="3707"/>
                    <a:pt x="7487" y="2778"/>
                    <a:pt x="6816" y="2297"/>
                  </a:cubicBezTo>
                  <a:lnTo>
                    <a:pt x="3632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57"/>
            <p:cNvSpPr/>
            <p:nvPr/>
          </p:nvSpPr>
          <p:spPr>
            <a:xfrm>
              <a:off x="4687400" y="3384800"/>
              <a:ext cx="127500" cy="113000"/>
            </a:xfrm>
            <a:custGeom>
              <a:avLst/>
              <a:gdLst/>
              <a:ahLst/>
              <a:cxnLst/>
              <a:rect l="l" t="t" r="r" b="b"/>
              <a:pathLst>
                <a:path w="5100" h="4520" extrusionOk="0">
                  <a:moveTo>
                    <a:pt x="1733" y="1"/>
                  </a:moveTo>
                  <a:cubicBezTo>
                    <a:pt x="1484" y="423"/>
                    <a:pt x="1211" y="838"/>
                    <a:pt x="921" y="1236"/>
                  </a:cubicBezTo>
                  <a:cubicBezTo>
                    <a:pt x="622" y="1642"/>
                    <a:pt x="315" y="2032"/>
                    <a:pt x="0" y="2413"/>
                  </a:cubicBezTo>
                  <a:lnTo>
                    <a:pt x="2546" y="4246"/>
                  </a:lnTo>
                  <a:cubicBezTo>
                    <a:pt x="2803" y="4428"/>
                    <a:pt x="3110" y="4519"/>
                    <a:pt x="3408" y="4519"/>
                  </a:cubicBezTo>
                  <a:cubicBezTo>
                    <a:pt x="3872" y="4519"/>
                    <a:pt x="4328" y="4304"/>
                    <a:pt x="4618" y="3906"/>
                  </a:cubicBezTo>
                  <a:cubicBezTo>
                    <a:pt x="5099" y="3234"/>
                    <a:pt x="4942" y="2306"/>
                    <a:pt x="4279" y="183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57"/>
            <p:cNvSpPr/>
            <p:nvPr/>
          </p:nvSpPr>
          <p:spPr>
            <a:xfrm>
              <a:off x="4792475" y="3066225"/>
              <a:ext cx="142650" cy="158850"/>
            </a:xfrm>
            <a:custGeom>
              <a:avLst/>
              <a:gdLst/>
              <a:ahLst/>
              <a:cxnLst/>
              <a:rect l="l" t="t" r="r" b="b"/>
              <a:pathLst>
                <a:path w="5706" h="6354" extrusionOk="0">
                  <a:moveTo>
                    <a:pt x="1" y="0"/>
                  </a:moveTo>
                  <a:lnTo>
                    <a:pt x="1" y="0"/>
                  </a:lnTo>
                  <a:cubicBezTo>
                    <a:pt x="167" y="1285"/>
                    <a:pt x="217" y="2546"/>
                    <a:pt x="167" y="3781"/>
                  </a:cubicBezTo>
                  <a:lnTo>
                    <a:pt x="3351" y="6078"/>
                  </a:lnTo>
                  <a:cubicBezTo>
                    <a:pt x="3611" y="6263"/>
                    <a:pt x="3914" y="6353"/>
                    <a:pt x="4213" y="6353"/>
                  </a:cubicBezTo>
                  <a:cubicBezTo>
                    <a:pt x="4675" y="6353"/>
                    <a:pt x="5132" y="6140"/>
                    <a:pt x="5423" y="5738"/>
                  </a:cubicBezTo>
                  <a:cubicBezTo>
                    <a:pt x="5614" y="5472"/>
                    <a:pt x="5705" y="5174"/>
                    <a:pt x="5705" y="4867"/>
                  </a:cubicBezTo>
                  <a:cubicBezTo>
                    <a:pt x="5705" y="4726"/>
                    <a:pt x="5680" y="4585"/>
                    <a:pt x="5639" y="4444"/>
                  </a:cubicBezTo>
                  <a:cubicBezTo>
                    <a:pt x="5614" y="4361"/>
                    <a:pt x="5589" y="4278"/>
                    <a:pt x="5548" y="4204"/>
                  </a:cubicBezTo>
                  <a:cubicBezTo>
                    <a:pt x="5481" y="4071"/>
                    <a:pt x="5398" y="3947"/>
                    <a:pt x="5291" y="3839"/>
                  </a:cubicBezTo>
                  <a:cubicBezTo>
                    <a:pt x="5249" y="3798"/>
                    <a:pt x="5208" y="3756"/>
                    <a:pt x="5158" y="3715"/>
                  </a:cubicBezTo>
                  <a:cubicBezTo>
                    <a:pt x="5133" y="3698"/>
                    <a:pt x="5108" y="3681"/>
                    <a:pt x="5083" y="36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57"/>
            <p:cNvSpPr/>
            <p:nvPr/>
          </p:nvSpPr>
          <p:spPr>
            <a:xfrm>
              <a:off x="3723150" y="2516725"/>
              <a:ext cx="985200" cy="1752975"/>
            </a:xfrm>
            <a:custGeom>
              <a:avLst/>
              <a:gdLst/>
              <a:ahLst/>
              <a:cxnLst/>
              <a:rect l="l" t="t" r="r" b="b"/>
              <a:pathLst>
                <a:path w="39408" h="70119" extrusionOk="0">
                  <a:moveTo>
                    <a:pt x="37202" y="0"/>
                  </a:moveTo>
                  <a:lnTo>
                    <a:pt x="32352" y="315"/>
                  </a:lnTo>
                  <a:lnTo>
                    <a:pt x="28165" y="581"/>
                  </a:lnTo>
                  <a:cubicBezTo>
                    <a:pt x="18987" y="1178"/>
                    <a:pt x="11226" y="5257"/>
                    <a:pt x="6318" y="12072"/>
                  </a:cubicBezTo>
                  <a:cubicBezTo>
                    <a:pt x="1410" y="18888"/>
                    <a:pt x="0" y="27535"/>
                    <a:pt x="2346" y="36432"/>
                  </a:cubicBezTo>
                  <a:lnTo>
                    <a:pt x="4651" y="45187"/>
                  </a:lnTo>
                  <a:lnTo>
                    <a:pt x="6857" y="53561"/>
                  </a:lnTo>
                  <a:lnTo>
                    <a:pt x="11226" y="70118"/>
                  </a:lnTo>
                  <a:lnTo>
                    <a:pt x="19443" y="67954"/>
                  </a:lnTo>
                  <a:lnTo>
                    <a:pt x="15504" y="53006"/>
                  </a:lnTo>
                  <a:lnTo>
                    <a:pt x="13299" y="44632"/>
                  </a:lnTo>
                  <a:lnTo>
                    <a:pt x="10563" y="34268"/>
                  </a:lnTo>
                  <a:cubicBezTo>
                    <a:pt x="10273" y="33173"/>
                    <a:pt x="10065" y="32087"/>
                    <a:pt x="9933" y="31026"/>
                  </a:cubicBezTo>
                  <a:cubicBezTo>
                    <a:pt x="9767" y="29741"/>
                    <a:pt x="9717" y="28480"/>
                    <a:pt x="9767" y="27245"/>
                  </a:cubicBezTo>
                  <a:cubicBezTo>
                    <a:pt x="9908" y="23995"/>
                    <a:pt x="10795" y="20952"/>
                    <a:pt x="12395" y="18282"/>
                  </a:cubicBezTo>
                  <a:cubicBezTo>
                    <a:pt x="12652" y="17859"/>
                    <a:pt x="12926" y="17445"/>
                    <a:pt x="13216" y="17039"/>
                  </a:cubicBezTo>
                  <a:cubicBezTo>
                    <a:pt x="13506" y="16632"/>
                    <a:pt x="13813" y="16243"/>
                    <a:pt x="14136" y="15870"/>
                  </a:cubicBezTo>
                  <a:cubicBezTo>
                    <a:pt x="16159" y="13507"/>
                    <a:pt x="18763" y="11699"/>
                    <a:pt x="21797" y="10538"/>
                  </a:cubicBezTo>
                  <a:cubicBezTo>
                    <a:pt x="22958" y="10091"/>
                    <a:pt x="24169" y="9742"/>
                    <a:pt x="25437" y="9494"/>
                  </a:cubicBezTo>
                  <a:cubicBezTo>
                    <a:pt x="26498" y="9286"/>
                    <a:pt x="27593" y="9137"/>
                    <a:pt x="28712" y="9071"/>
                  </a:cubicBezTo>
                  <a:lnTo>
                    <a:pt x="39408" y="8374"/>
                  </a:lnTo>
                  <a:lnTo>
                    <a:pt x="372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57"/>
            <p:cNvSpPr/>
            <p:nvPr/>
          </p:nvSpPr>
          <p:spPr>
            <a:xfrm>
              <a:off x="4762850" y="1730925"/>
              <a:ext cx="781675" cy="584550"/>
            </a:xfrm>
            <a:custGeom>
              <a:avLst/>
              <a:gdLst/>
              <a:ahLst/>
              <a:cxnLst/>
              <a:rect l="l" t="t" r="r" b="b"/>
              <a:pathLst>
                <a:path w="31267" h="23382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29533" y="23382"/>
                  </a:lnTo>
                  <a:cubicBezTo>
                    <a:pt x="29848" y="23000"/>
                    <a:pt x="30155" y="22611"/>
                    <a:pt x="30445" y="22204"/>
                  </a:cubicBezTo>
                  <a:cubicBezTo>
                    <a:pt x="30744" y="21806"/>
                    <a:pt x="31009" y="21392"/>
                    <a:pt x="31266" y="20969"/>
                  </a:cubicBez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57"/>
            <p:cNvSpPr/>
            <p:nvPr/>
          </p:nvSpPr>
          <p:spPr>
            <a:xfrm>
              <a:off x="4762850" y="1730925"/>
              <a:ext cx="454575" cy="348875"/>
            </a:xfrm>
            <a:custGeom>
              <a:avLst/>
              <a:gdLst/>
              <a:ahLst/>
              <a:cxnLst/>
              <a:rect l="l" t="t" r="r" b="b"/>
              <a:pathLst>
                <a:path w="18183" h="13955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57"/>
            <p:cNvSpPr/>
            <p:nvPr/>
          </p:nvSpPr>
          <p:spPr>
            <a:xfrm>
              <a:off x="4986925" y="1525725"/>
              <a:ext cx="624750" cy="505375"/>
            </a:xfrm>
            <a:custGeom>
              <a:avLst/>
              <a:gdLst/>
              <a:ahLst/>
              <a:cxnLst/>
              <a:rect l="l" t="t" r="r" b="b"/>
              <a:pathLst>
                <a:path w="24990" h="20215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lnTo>
                    <a:pt x="14369" y="12603"/>
                  </a:lnTo>
                  <a:lnTo>
                    <a:pt x="24940" y="20214"/>
                  </a:lnTo>
                  <a:cubicBezTo>
                    <a:pt x="24989" y="18979"/>
                    <a:pt x="24940" y="17719"/>
                    <a:pt x="24774" y="16434"/>
                  </a:cubicBezTo>
                  <a:lnTo>
                    <a:pt x="16110" y="10190"/>
                  </a:lnTo>
                  <a:lnTo>
                    <a:pt x="7437" y="3947"/>
                  </a:ln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57"/>
            <p:cNvSpPr/>
            <p:nvPr/>
          </p:nvSpPr>
          <p:spPr>
            <a:xfrm>
              <a:off x="5346125" y="1780475"/>
              <a:ext cx="265550" cy="250625"/>
            </a:xfrm>
            <a:custGeom>
              <a:avLst/>
              <a:gdLst/>
              <a:ahLst/>
              <a:cxnLst/>
              <a:rect l="l" t="t" r="r" b="b"/>
              <a:pathLst>
                <a:path w="10622" h="10025" extrusionOk="0">
                  <a:moveTo>
                    <a:pt x="1742" y="0"/>
                  </a:moveTo>
                  <a:lnTo>
                    <a:pt x="1" y="2413"/>
                  </a:lnTo>
                  <a:lnTo>
                    <a:pt x="10572" y="10024"/>
                  </a:lnTo>
                  <a:cubicBezTo>
                    <a:pt x="10621" y="8789"/>
                    <a:pt x="10572" y="7529"/>
                    <a:pt x="10406" y="6244"/>
                  </a:cubicBezTo>
                  <a:lnTo>
                    <a:pt x="1742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57"/>
            <p:cNvSpPr/>
            <p:nvPr/>
          </p:nvSpPr>
          <p:spPr>
            <a:xfrm>
              <a:off x="4637650" y="2003700"/>
              <a:ext cx="671800" cy="471175"/>
            </a:xfrm>
            <a:custGeom>
              <a:avLst/>
              <a:gdLst/>
              <a:ahLst/>
              <a:cxnLst/>
              <a:rect l="l" t="t" r="r" b="b"/>
              <a:pathLst>
                <a:path w="26872" h="18847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lnTo>
                    <a:pt x="14568" y="12603"/>
                  </a:lnTo>
                  <a:lnTo>
                    <a:pt x="23232" y="18847"/>
                  </a:lnTo>
                  <a:cubicBezTo>
                    <a:pt x="24501" y="18590"/>
                    <a:pt x="25720" y="18241"/>
                    <a:pt x="26872" y="17802"/>
                  </a:cubicBezTo>
                  <a:lnTo>
                    <a:pt x="16309" y="10191"/>
                  </a:lnTo>
                  <a:lnTo>
                    <a:pt x="5738" y="2579"/>
                  </a:ln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57"/>
            <p:cNvSpPr/>
            <p:nvPr/>
          </p:nvSpPr>
          <p:spPr>
            <a:xfrm>
              <a:off x="5001825" y="2258450"/>
              <a:ext cx="307625" cy="216425"/>
            </a:xfrm>
            <a:custGeom>
              <a:avLst/>
              <a:gdLst/>
              <a:ahLst/>
              <a:cxnLst/>
              <a:rect l="l" t="t" r="r" b="b"/>
              <a:pathLst>
                <a:path w="12305" h="8657" extrusionOk="0">
                  <a:moveTo>
                    <a:pt x="1742" y="1"/>
                  </a:moveTo>
                  <a:lnTo>
                    <a:pt x="1" y="2413"/>
                  </a:lnTo>
                  <a:lnTo>
                    <a:pt x="8665" y="8657"/>
                  </a:lnTo>
                  <a:cubicBezTo>
                    <a:pt x="9934" y="8400"/>
                    <a:pt x="11153" y="8051"/>
                    <a:pt x="12305" y="7612"/>
                  </a:cubicBezTo>
                  <a:lnTo>
                    <a:pt x="174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57"/>
            <p:cNvSpPr/>
            <p:nvPr/>
          </p:nvSpPr>
          <p:spPr>
            <a:xfrm>
              <a:off x="4869375" y="959025"/>
              <a:ext cx="985225" cy="1753175"/>
            </a:xfrm>
            <a:custGeom>
              <a:avLst/>
              <a:gdLst/>
              <a:ahLst/>
              <a:cxnLst/>
              <a:rect l="l" t="t" r="r" b="b"/>
              <a:pathLst>
                <a:path w="39409" h="70127" extrusionOk="0">
                  <a:moveTo>
                    <a:pt x="28182" y="1"/>
                  </a:moveTo>
                  <a:lnTo>
                    <a:pt x="19958" y="2173"/>
                  </a:lnTo>
                  <a:lnTo>
                    <a:pt x="23904" y="17122"/>
                  </a:lnTo>
                  <a:lnTo>
                    <a:pt x="26110" y="25496"/>
                  </a:lnTo>
                  <a:lnTo>
                    <a:pt x="28846" y="35860"/>
                  </a:lnTo>
                  <a:cubicBezTo>
                    <a:pt x="29128" y="36954"/>
                    <a:pt x="29343" y="38032"/>
                    <a:pt x="29476" y="39102"/>
                  </a:cubicBezTo>
                  <a:cubicBezTo>
                    <a:pt x="29642" y="40387"/>
                    <a:pt x="29691" y="41647"/>
                    <a:pt x="29642" y="42882"/>
                  </a:cubicBezTo>
                  <a:cubicBezTo>
                    <a:pt x="29501" y="46132"/>
                    <a:pt x="28614" y="49175"/>
                    <a:pt x="27005" y="51845"/>
                  </a:cubicBezTo>
                  <a:cubicBezTo>
                    <a:pt x="26748" y="52268"/>
                    <a:pt x="26483" y="52682"/>
                    <a:pt x="26184" y="53080"/>
                  </a:cubicBezTo>
                  <a:cubicBezTo>
                    <a:pt x="25894" y="53487"/>
                    <a:pt x="25587" y="53876"/>
                    <a:pt x="25272" y="54258"/>
                  </a:cubicBezTo>
                  <a:cubicBezTo>
                    <a:pt x="23249" y="56621"/>
                    <a:pt x="20638" y="58428"/>
                    <a:pt x="17603" y="59589"/>
                  </a:cubicBezTo>
                  <a:cubicBezTo>
                    <a:pt x="16451" y="60028"/>
                    <a:pt x="15232" y="60377"/>
                    <a:pt x="13963" y="60634"/>
                  </a:cubicBezTo>
                  <a:cubicBezTo>
                    <a:pt x="12910" y="60841"/>
                    <a:pt x="11816" y="60982"/>
                    <a:pt x="10696" y="61056"/>
                  </a:cubicBezTo>
                  <a:lnTo>
                    <a:pt x="1" y="61745"/>
                  </a:lnTo>
                  <a:lnTo>
                    <a:pt x="2206" y="70127"/>
                  </a:lnTo>
                  <a:lnTo>
                    <a:pt x="7057" y="69812"/>
                  </a:lnTo>
                  <a:lnTo>
                    <a:pt x="11244" y="69538"/>
                  </a:lnTo>
                  <a:cubicBezTo>
                    <a:pt x="20422" y="68950"/>
                    <a:pt x="28174" y="64870"/>
                    <a:pt x="33083" y="58055"/>
                  </a:cubicBezTo>
                  <a:cubicBezTo>
                    <a:pt x="37999" y="51240"/>
                    <a:pt x="39409" y="42584"/>
                    <a:pt x="37062" y="33696"/>
                  </a:cubicBezTo>
                  <a:lnTo>
                    <a:pt x="34757" y="24940"/>
                  </a:lnTo>
                  <a:lnTo>
                    <a:pt x="32544" y="16558"/>
                  </a:lnTo>
                  <a:lnTo>
                    <a:pt x="281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57"/>
            <p:cNvSpPr/>
            <p:nvPr/>
          </p:nvSpPr>
          <p:spPr>
            <a:xfrm>
              <a:off x="4033025" y="2913450"/>
              <a:ext cx="781875" cy="584350"/>
            </a:xfrm>
            <a:custGeom>
              <a:avLst/>
              <a:gdLst/>
              <a:ahLst/>
              <a:cxnLst/>
              <a:rect l="l" t="t" r="r" b="b"/>
              <a:pathLst>
                <a:path w="31275" h="23374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26175" y="21267"/>
                  </a:lnTo>
                  <a:lnTo>
                    <a:pt x="28721" y="23100"/>
                  </a:lnTo>
                  <a:cubicBezTo>
                    <a:pt x="28978" y="23282"/>
                    <a:pt x="29285" y="23373"/>
                    <a:pt x="29583" y="23373"/>
                  </a:cubicBezTo>
                  <a:cubicBezTo>
                    <a:pt x="30047" y="23373"/>
                    <a:pt x="30503" y="23158"/>
                    <a:pt x="30793" y="22760"/>
                  </a:cubicBezTo>
                  <a:cubicBezTo>
                    <a:pt x="31274" y="22088"/>
                    <a:pt x="31117" y="21160"/>
                    <a:pt x="30454" y="20687"/>
                  </a:cubicBezTo>
                  <a:lnTo>
                    <a:pt x="27908" y="18855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57"/>
            <p:cNvSpPr/>
            <p:nvPr/>
          </p:nvSpPr>
          <p:spPr>
            <a:xfrm>
              <a:off x="4033025" y="2913450"/>
              <a:ext cx="370625" cy="296025"/>
            </a:xfrm>
            <a:custGeom>
              <a:avLst/>
              <a:gdLst/>
              <a:ahLst/>
              <a:cxnLst/>
              <a:rect l="l" t="t" r="r" b="b"/>
              <a:pathLst>
                <a:path w="14825" h="11841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57"/>
            <p:cNvSpPr/>
            <p:nvPr/>
          </p:nvSpPr>
          <p:spPr>
            <a:xfrm>
              <a:off x="4268075" y="2754050"/>
              <a:ext cx="667050" cy="471025"/>
            </a:xfrm>
            <a:custGeom>
              <a:avLst/>
              <a:gdLst/>
              <a:ahLst/>
              <a:cxnLst/>
              <a:rect l="l" t="t" r="r" b="b"/>
              <a:pathLst>
                <a:path w="26682" h="18841" extrusionOk="0">
                  <a:moveTo>
                    <a:pt x="3640" y="1"/>
                  </a:moveTo>
                  <a:cubicBezTo>
                    <a:pt x="2372" y="249"/>
                    <a:pt x="1161" y="598"/>
                    <a:pt x="0" y="1045"/>
                  </a:cubicBezTo>
                  <a:lnTo>
                    <a:pt x="10572" y="8657"/>
                  </a:lnTo>
                  <a:lnTo>
                    <a:pt x="21143" y="16268"/>
                  </a:lnTo>
                  <a:lnTo>
                    <a:pt x="24327" y="18565"/>
                  </a:lnTo>
                  <a:cubicBezTo>
                    <a:pt x="24587" y="18750"/>
                    <a:pt x="24890" y="18840"/>
                    <a:pt x="25189" y="18840"/>
                  </a:cubicBezTo>
                  <a:cubicBezTo>
                    <a:pt x="25651" y="18840"/>
                    <a:pt x="26108" y="18627"/>
                    <a:pt x="26399" y="18225"/>
                  </a:cubicBezTo>
                  <a:cubicBezTo>
                    <a:pt x="26590" y="17959"/>
                    <a:pt x="26681" y="17661"/>
                    <a:pt x="26681" y="17354"/>
                  </a:cubicBezTo>
                  <a:cubicBezTo>
                    <a:pt x="26681" y="17213"/>
                    <a:pt x="26656" y="17072"/>
                    <a:pt x="26615" y="16931"/>
                  </a:cubicBezTo>
                  <a:cubicBezTo>
                    <a:pt x="26590" y="16848"/>
                    <a:pt x="26565" y="16765"/>
                    <a:pt x="26524" y="16691"/>
                  </a:cubicBezTo>
                  <a:cubicBezTo>
                    <a:pt x="26457" y="16558"/>
                    <a:pt x="26374" y="16434"/>
                    <a:pt x="26267" y="16326"/>
                  </a:cubicBezTo>
                  <a:cubicBezTo>
                    <a:pt x="26225" y="16285"/>
                    <a:pt x="26184" y="16243"/>
                    <a:pt x="26134" y="16202"/>
                  </a:cubicBezTo>
                  <a:cubicBezTo>
                    <a:pt x="26109" y="16185"/>
                    <a:pt x="26084" y="16168"/>
                    <a:pt x="26059" y="16152"/>
                  </a:cubicBezTo>
                  <a:lnTo>
                    <a:pt x="20977" y="12487"/>
                  </a:lnTo>
                  <a:lnTo>
                    <a:pt x="12313" y="6244"/>
                  </a:lnTo>
                  <a:lnTo>
                    <a:pt x="364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57"/>
            <p:cNvSpPr/>
            <p:nvPr/>
          </p:nvSpPr>
          <p:spPr>
            <a:xfrm>
              <a:off x="4532350" y="2910125"/>
              <a:ext cx="402775" cy="314950"/>
            </a:xfrm>
            <a:custGeom>
              <a:avLst/>
              <a:gdLst/>
              <a:ahLst/>
              <a:cxnLst/>
              <a:rect l="l" t="t" r="r" b="b"/>
              <a:pathLst>
                <a:path w="16111" h="12598" extrusionOk="0">
                  <a:moveTo>
                    <a:pt x="1742" y="1"/>
                  </a:moveTo>
                  <a:lnTo>
                    <a:pt x="1" y="2414"/>
                  </a:lnTo>
                  <a:lnTo>
                    <a:pt x="10572" y="10025"/>
                  </a:lnTo>
                  <a:lnTo>
                    <a:pt x="13756" y="12322"/>
                  </a:lnTo>
                  <a:cubicBezTo>
                    <a:pt x="14016" y="12507"/>
                    <a:pt x="14319" y="12597"/>
                    <a:pt x="14618" y="12597"/>
                  </a:cubicBezTo>
                  <a:cubicBezTo>
                    <a:pt x="15080" y="12597"/>
                    <a:pt x="15537" y="12384"/>
                    <a:pt x="15828" y="11982"/>
                  </a:cubicBezTo>
                  <a:cubicBezTo>
                    <a:pt x="16019" y="11716"/>
                    <a:pt x="16110" y="11418"/>
                    <a:pt x="16110" y="11111"/>
                  </a:cubicBezTo>
                  <a:cubicBezTo>
                    <a:pt x="16110" y="10970"/>
                    <a:pt x="16085" y="10829"/>
                    <a:pt x="16044" y="10688"/>
                  </a:cubicBezTo>
                  <a:cubicBezTo>
                    <a:pt x="16019" y="10605"/>
                    <a:pt x="15994" y="10522"/>
                    <a:pt x="15953" y="10448"/>
                  </a:cubicBezTo>
                  <a:cubicBezTo>
                    <a:pt x="15886" y="10315"/>
                    <a:pt x="15803" y="10191"/>
                    <a:pt x="15696" y="10083"/>
                  </a:cubicBezTo>
                  <a:cubicBezTo>
                    <a:pt x="15654" y="10042"/>
                    <a:pt x="15613" y="10000"/>
                    <a:pt x="15563" y="9959"/>
                  </a:cubicBezTo>
                  <a:cubicBezTo>
                    <a:pt x="15538" y="9942"/>
                    <a:pt x="15513" y="9925"/>
                    <a:pt x="15488" y="9909"/>
                  </a:cubicBezTo>
                  <a:lnTo>
                    <a:pt x="10406" y="624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57"/>
            <p:cNvSpPr/>
            <p:nvPr/>
          </p:nvSpPr>
          <p:spPr>
            <a:xfrm>
              <a:off x="3966075" y="3197850"/>
              <a:ext cx="629725" cy="505150"/>
            </a:xfrm>
            <a:custGeom>
              <a:avLst/>
              <a:gdLst/>
              <a:ahLst/>
              <a:cxnLst/>
              <a:rect l="l" t="t" r="r" b="b"/>
              <a:pathLst>
                <a:path w="25189" h="20206" extrusionOk="0">
                  <a:moveTo>
                    <a:pt x="50" y="0"/>
                  </a:moveTo>
                  <a:lnTo>
                    <a:pt x="50" y="0"/>
                  </a:lnTo>
                  <a:cubicBezTo>
                    <a:pt x="0" y="1235"/>
                    <a:pt x="50" y="2496"/>
                    <a:pt x="216" y="3781"/>
                  </a:cubicBezTo>
                  <a:lnTo>
                    <a:pt x="8880" y="10024"/>
                  </a:lnTo>
                  <a:lnTo>
                    <a:pt x="17544" y="16267"/>
                  </a:lnTo>
                  <a:lnTo>
                    <a:pt x="17553" y="16267"/>
                  </a:lnTo>
                  <a:lnTo>
                    <a:pt x="22635" y="19932"/>
                  </a:lnTo>
                  <a:cubicBezTo>
                    <a:pt x="22892" y="20114"/>
                    <a:pt x="23199" y="20206"/>
                    <a:pt x="23497" y="20206"/>
                  </a:cubicBezTo>
                  <a:lnTo>
                    <a:pt x="23945" y="20139"/>
                  </a:lnTo>
                  <a:cubicBezTo>
                    <a:pt x="23995" y="20123"/>
                    <a:pt x="24044" y="20106"/>
                    <a:pt x="24086" y="20089"/>
                  </a:cubicBezTo>
                  <a:lnTo>
                    <a:pt x="24708" y="19592"/>
                  </a:lnTo>
                  <a:cubicBezTo>
                    <a:pt x="25189" y="18929"/>
                    <a:pt x="25039" y="18000"/>
                    <a:pt x="24368" y="17519"/>
                  </a:cubicBezTo>
                  <a:lnTo>
                    <a:pt x="21184" y="15223"/>
                  </a:lnTo>
                  <a:lnTo>
                    <a:pt x="10621" y="76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57"/>
            <p:cNvSpPr/>
            <p:nvPr/>
          </p:nvSpPr>
          <p:spPr>
            <a:xfrm>
              <a:off x="4188075" y="3388125"/>
              <a:ext cx="407725" cy="314875"/>
            </a:xfrm>
            <a:custGeom>
              <a:avLst/>
              <a:gdLst/>
              <a:ahLst/>
              <a:cxnLst/>
              <a:rect l="l" t="t" r="r" b="b"/>
              <a:pathLst>
                <a:path w="16309" h="12595" extrusionOk="0">
                  <a:moveTo>
                    <a:pt x="1741" y="0"/>
                  </a:moveTo>
                  <a:lnTo>
                    <a:pt x="0" y="2413"/>
                  </a:lnTo>
                  <a:lnTo>
                    <a:pt x="8664" y="8656"/>
                  </a:lnTo>
                  <a:lnTo>
                    <a:pt x="8673" y="8656"/>
                  </a:lnTo>
                  <a:lnTo>
                    <a:pt x="13755" y="12321"/>
                  </a:lnTo>
                  <a:cubicBezTo>
                    <a:pt x="14012" y="12503"/>
                    <a:pt x="14319" y="12595"/>
                    <a:pt x="14617" y="12595"/>
                  </a:cubicBezTo>
                  <a:lnTo>
                    <a:pt x="15065" y="12528"/>
                  </a:lnTo>
                  <a:cubicBezTo>
                    <a:pt x="15115" y="12512"/>
                    <a:pt x="15164" y="12495"/>
                    <a:pt x="15206" y="12478"/>
                  </a:cubicBezTo>
                  <a:lnTo>
                    <a:pt x="15828" y="11981"/>
                  </a:lnTo>
                  <a:cubicBezTo>
                    <a:pt x="16309" y="11318"/>
                    <a:pt x="16159" y="10389"/>
                    <a:pt x="15488" y="9908"/>
                  </a:cubicBezTo>
                  <a:lnTo>
                    <a:pt x="12304" y="7612"/>
                  </a:lnTo>
                  <a:lnTo>
                    <a:pt x="174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0" name="Google Shape;910;p57"/>
          <p:cNvGrpSpPr/>
          <p:nvPr/>
        </p:nvGrpSpPr>
        <p:grpSpPr>
          <a:xfrm>
            <a:off x="6714613" y="4009946"/>
            <a:ext cx="613379" cy="610156"/>
            <a:chOff x="4705338" y="292646"/>
            <a:chExt cx="613379" cy="610156"/>
          </a:xfrm>
        </p:grpSpPr>
        <p:sp>
          <p:nvSpPr>
            <p:cNvPr id="911" name="Google Shape;911;p57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57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Freeform 4"/>
          <p:cNvSpPr/>
          <p:nvPr/>
        </p:nvSpPr>
        <p:spPr>
          <a:xfrm>
            <a:off x="857826" y="1228989"/>
            <a:ext cx="5999223" cy="434082"/>
          </a:xfrm>
          <a:custGeom>
            <a:avLst/>
            <a:gdLst>
              <a:gd name="connsiteX0" fmla="*/ 72348 w 434082"/>
              <a:gd name="connsiteY0" fmla="*/ 0 h 4035218"/>
              <a:gd name="connsiteX1" fmla="*/ 361734 w 434082"/>
              <a:gd name="connsiteY1" fmla="*/ 0 h 4035218"/>
              <a:gd name="connsiteX2" fmla="*/ 434082 w 434082"/>
              <a:gd name="connsiteY2" fmla="*/ 72348 h 4035218"/>
              <a:gd name="connsiteX3" fmla="*/ 434082 w 434082"/>
              <a:gd name="connsiteY3" fmla="*/ 4035218 h 4035218"/>
              <a:gd name="connsiteX4" fmla="*/ 434082 w 434082"/>
              <a:gd name="connsiteY4" fmla="*/ 4035218 h 4035218"/>
              <a:gd name="connsiteX5" fmla="*/ 0 w 434082"/>
              <a:gd name="connsiteY5" fmla="*/ 4035218 h 4035218"/>
              <a:gd name="connsiteX6" fmla="*/ 0 w 434082"/>
              <a:gd name="connsiteY6" fmla="*/ 4035218 h 4035218"/>
              <a:gd name="connsiteX7" fmla="*/ 0 w 434082"/>
              <a:gd name="connsiteY7" fmla="*/ 72348 h 4035218"/>
              <a:gd name="connsiteX8" fmla="*/ 72348 w 434082"/>
              <a:gd name="connsiteY8" fmla="*/ 0 h 4035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082" h="4035218">
                <a:moveTo>
                  <a:pt x="434082" y="672546"/>
                </a:moveTo>
                <a:lnTo>
                  <a:pt x="434082" y="3362672"/>
                </a:lnTo>
                <a:cubicBezTo>
                  <a:pt x="434082" y="3734112"/>
                  <a:pt x="430598" y="4035218"/>
                  <a:pt x="426299" y="4035218"/>
                </a:cubicBezTo>
                <a:lnTo>
                  <a:pt x="0" y="4035218"/>
                </a:lnTo>
                <a:lnTo>
                  <a:pt x="0" y="4035218"/>
                </a:lnTo>
                <a:lnTo>
                  <a:pt x="0" y="0"/>
                </a:lnTo>
                <a:lnTo>
                  <a:pt x="0" y="0"/>
                </a:lnTo>
                <a:lnTo>
                  <a:pt x="426299" y="0"/>
                </a:lnTo>
                <a:cubicBezTo>
                  <a:pt x="430598" y="0"/>
                  <a:pt x="434082" y="301106"/>
                  <a:pt x="434082" y="672546"/>
                </a:cubicBez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99568" tIns="30080" rIns="30080" bIns="30080" numCol="1" spcCol="1270" anchor="ctr" anchorCtr="0">
            <a:noAutofit/>
          </a:bodyPr>
          <a:lstStyle/>
          <a:p>
            <a:pPr lvl="1" algn="l" defTabSz="62230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dirty="0">
                <a:latin typeface="Abhaya Libre" panose="02000503000000000000" pitchFamily="2" charset="0"/>
                <a:cs typeface="Abhaya Libre" panose="02000503000000000000" pitchFamily="2" charset="0"/>
              </a:rPr>
              <a:t>Supports variable-length solutions, enabling flexible model structures.</a:t>
            </a:r>
            <a:endParaRPr lang="en-US" sz="1400" kern="1200" dirty="0">
              <a:latin typeface="Abhaya Libre" panose="02000503000000000000" pitchFamily="2" charset="0"/>
              <a:cs typeface="Abhaya Libre" panose="02000503000000000000" pitchFamily="2" charset="0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857826" y="1770604"/>
            <a:ext cx="5999222" cy="434082"/>
          </a:xfrm>
          <a:custGeom>
            <a:avLst/>
            <a:gdLst>
              <a:gd name="connsiteX0" fmla="*/ 72348 w 434082"/>
              <a:gd name="connsiteY0" fmla="*/ 0 h 4035218"/>
              <a:gd name="connsiteX1" fmla="*/ 361734 w 434082"/>
              <a:gd name="connsiteY1" fmla="*/ 0 h 4035218"/>
              <a:gd name="connsiteX2" fmla="*/ 434082 w 434082"/>
              <a:gd name="connsiteY2" fmla="*/ 72348 h 4035218"/>
              <a:gd name="connsiteX3" fmla="*/ 434082 w 434082"/>
              <a:gd name="connsiteY3" fmla="*/ 4035218 h 4035218"/>
              <a:gd name="connsiteX4" fmla="*/ 434082 w 434082"/>
              <a:gd name="connsiteY4" fmla="*/ 4035218 h 4035218"/>
              <a:gd name="connsiteX5" fmla="*/ 0 w 434082"/>
              <a:gd name="connsiteY5" fmla="*/ 4035218 h 4035218"/>
              <a:gd name="connsiteX6" fmla="*/ 0 w 434082"/>
              <a:gd name="connsiteY6" fmla="*/ 4035218 h 4035218"/>
              <a:gd name="connsiteX7" fmla="*/ 0 w 434082"/>
              <a:gd name="connsiteY7" fmla="*/ 72348 h 4035218"/>
              <a:gd name="connsiteX8" fmla="*/ 72348 w 434082"/>
              <a:gd name="connsiteY8" fmla="*/ 0 h 4035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082" h="4035218">
                <a:moveTo>
                  <a:pt x="434082" y="672546"/>
                </a:moveTo>
                <a:lnTo>
                  <a:pt x="434082" y="3362672"/>
                </a:lnTo>
                <a:cubicBezTo>
                  <a:pt x="434082" y="3734112"/>
                  <a:pt x="430598" y="4035218"/>
                  <a:pt x="426299" y="4035218"/>
                </a:cubicBezTo>
                <a:lnTo>
                  <a:pt x="0" y="4035218"/>
                </a:lnTo>
                <a:lnTo>
                  <a:pt x="0" y="4035218"/>
                </a:lnTo>
                <a:lnTo>
                  <a:pt x="0" y="0"/>
                </a:lnTo>
                <a:lnTo>
                  <a:pt x="0" y="0"/>
                </a:lnTo>
                <a:lnTo>
                  <a:pt x="426299" y="0"/>
                </a:lnTo>
                <a:cubicBezTo>
                  <a:pt x="430598" y="0"/>
                  <a:pt x="434082" y="301106"/>
                  <a:pt x="434082" y="672546"/>
                </a:cubicBez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99568" tIns="30080" rIns="30080" bIns="30080" numCol="1" spcCol="1270" anchor="ctr" anchorCtr="0">
            <a:noAutofit/>
          </a:bodyPr>
          <a:lstStyle/>
          <a:p>
            <a:pPr lvl="1" algn="l" defTabSz="62230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dirty="0">
                <a:latin typeface="Abhaya Libre" panose="02000503000000000000" pitchFamily="2" charset="0"/>
                <a:cs typeface="Abhaya Libre" panose="02000503000000000000" pitchFamily="2" charset="0"/>
              </a:rPr>
              <a:t>Can discover both structure and parameters of solutions automatically.</a:t>
            </a:r>
            <a:endParaRPr lang="en-US" sz="1400" kern="1200" dirty="0">
              <a:latin typeface="Abhaya Libre" panose="02000503000000000000" pitchFamily="2" charset="0"/>
              <a:cs typeface="Abhaya Libre" panose="02000503000000000000" pitchFamily="2" charset="0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857827" y="2312219"/>
            <a:ext cx="5999222" cy="434082"/>
          </a:xfrm>
          <a:custGeom>
            <a:avLst/>
            <a:gdLst>
              <a:gd name="connsiteX0" fmla="*/ 72348 w 434082"/>
              <a:gd name="connsiteY0" fmla="*/ 0 h 4035218"/>
              <a:gd name="connsiteX1" fmla="*/ 361734 w 434082"/>
              <a:gd name="connsiteY1" fmla="*/ 0 h 4035218"/>
              <a:gd name="connsiteX2" fmla="*/ 434082 w 434082"/>
              <a:gd name="connsiteY2" fmla="*/ 72348 h 4035218"/>
              <a:gd name="connsiteX3" fmla="*/ 434082 w 434082"/>
              <a:gd name="connsiteY3" fmla="*/ 4035218 h 4035218"/>
              <a:gd name="connsiteX4" fmla="*/ 434082 w 434082"/>
              <a:gd name="connsiteY4" fmla="*/ 4035218 h 4035218"/>
              <a:gd name="connsiteX5" fmla="*/ 0 w 434082"/>
              <a:gd name="connsiteY5" fmla="*/ 4035218 h 4035218"/>
              <a:gd name="connsiteX6" fmla="*/ 0 w 434082"/>
              <a:gd name="connsiteY6" fmla="*/ 4035218 h 4035218"/>
              <a:gd name="connsiteX7" fmla="*/ 0 w 434082"/>
              <a:gd name="connsiteY7" fmla="*/ 72348 h 4035218"/>
              <a:gd name="connsiteX8" fmla="*/ 72348 w 434082"/>
              <a:gd name="connsiteY8" fmla="*/ 0 h 4035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082" h="4035218">
                <a:moveTo>
                  <a:pt x="434082" y="672546"/>
                </a:moveTo>
                <a:lnTo>
                  <a:pt x="434082" y="3362672"/>
                </a:lnTo>
                <a:cubicBezTo>
                  <a:pt x="434082" y="3734112"/>
                  <a:pt x="430598" y="4035218"/>
                  <a:pt x="426299" y="4035218"/>
                </a:cubicBezTo>
                <a:lnTo>
                  <a:pt x="0" y="4035218"/>
                </a:lnTo>
                <a:lnTo>
                  <a:pt x="0" y="4035218"/>
                </a:lnTo>
                <a:lnTo>
                  <a:pt x="0" y="0"/>
                </a:lnTo>
                <a:lnTo>
                  <a:pt x="0" y="0"/>
                </a:lnTo>
                <a:lnTo>
                  <a:pt x="426299" y="0"/>
                </a:lnTo>
                <a:cubicBezTo>
                  <a:pt x="430598" y="0"/>
                  <a:pt x="434082" y="301106"/>
                  <a:pt x="434082" y="672546"/>
                </a:cubicBez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99568" tIns="30080" rIns="30080" bIns="30080" numCol="1" spcCol="1270" anchor="ctr" anchorCtr="0">
            <a:noAutofit/>
          </a:bodyPr>
          <a:lstStyle/>
          <a:p>
            <a:pPr lvl="1" algn="l" defTabSz="62230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dirty="0">
                <a:latin typeface="Abhaya Libre" panose="02000503000000000000" pitchFamily="2" charset="0"/>
                <a:cs typeface="Abhaya Libre" panose="02000503000000000000" pitchFamily="2" charset="0"/>
              </a:rPr>
              <a:t>Prone to bloat, but can be managed with constraints or parsimony pressure.</a:t>
            </a:r>
            <a:endParaRPr lang="en-US" kern="1200" dirty="0">
              <a:latin typeface="Abhaya Libre" panose="02000503000000000000" pitchFamily="2" charset="0"/>
              <a:cs typeface="Abhaya Libre" panose="02000503000000000000" pitchFamily="2" charset="0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857826" y="2853833"/>
            <a:ext cx="5999221" cy="434083"/>
          </a:xfrm>
          <a:custGeom>
            <a:avLst/>
            <a:gdLst>
              <a:gd name="connsiteX0" fmla="*/ 72348 w 434082"/>
              <a:gd name="connsiteY0" fmla="*/ 0 h 4035218"/>
              <a:gd name="connsiteX1" fmla="*/ 361734 w 434082"/>
              <a:gd name="connsiteY1" fmla="*/ 0 h 4035218"/>
              <a:gd name="connsiteX2" fmla="*/ 434082 w 434082"/>
              <a:gd name="connsiteY2" fmla="*/ 72348 h 4035218"/>
              <a:gd name="connsiteX3" fmla="*/ 434082 w 434082"/>
              <a:gd name="connsiteY3" fmla="*/ 4035218 h 4035218"/>
              <a:gd name="connsiteX4" fmla="*/ 434082 w 434082"/>
              <a:gd name="connsiteY4" fmla="*/ 4035218 h 4035218"/>
              <a:gd name="connsiteX5" fmla="*/ 0 w 434082"/>
              <a:gd name="connsiteY5" fmla="*/ 4035218 h 4035218"/>
              <a:gd name="connsiteX6" fmla="*/ 0 w 434082"/>
              <a:gd name="connsiteY6" fmla="*/ 4035218 h 4035218"/>
              <a:gd name="connsiteX7" fmla="*/ 0 w 434082"/>
              <a:gd name="connsiteY7" fmla="*/ 72348 h 4035218"/>
              <a:gd name="connsiteX8" fmla="*/ 72348 w 434082"/>
              <a:gd name="connsiteY8" fmla="*/ 0 h 4035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082" h="4035218">
                <a:moveTo>
                  <a:pt x="434082" y="672546"/>
                </a:moveTo>
                <a:lnTo>
                  <a:pt x="434082" y="3362672"/>
                </a:lnTo>
                <a:cubicBezTo>
                  <a:pt x="434082" y="3734112"/>
                  <a:pt x="430598" y="4035218"/>
                  <a:pt x="426299" y="4035218"/>
                </a:cubicBezTo>
                <a:lnTo>
                  <a:pt x="0" y="4035218"/>
                </a:lnTo>
                <a:lnTo>
                  <a:pt x="0" y="4035218"/>
                </a:lnTo>
                <a:lnTo>
                  <a:pt x="0" y="0"/>
                </a:lnTo>
                <a:lnTo>
                  <a:pt x="0" y="0"/>
                </a:lnTo>
                <a:lnTo>
                  <a:pt x="426299" y="0"/>
                </a:lnTo>
                <a:cubicBezTo>
                  <a:pt x="430598" y="0"/>
                  <a:pt x="434082" y="301106"/>
                  <a:pt x="434082" y="672546"/>
                </a:cubicBezTo>
                <a:close/>
              </a:path>
            </a:pathLst>
          </a:cu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0" vert="horz" wrap="square" lIns="99568" tIns="30080" rIns="30080" bIns="30081" numCol="1" spcCol="1270" anchor="ctr" anchorCtr="0">
            <a:noAutofit/>
          </a:bodyPr>
          <a:lstStyle/>
          <a:p>
            <a:pPr lvl="1" algn="l" defTabSz="622300" rtl="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dirty="0">
                <a:latin typeface="Abhaya Libre" panose="02000503000000000000" pitchFamily="2" charset="0"/>
                <a:cs typeface="Abhaya Libre" panose="02000503000000000000" pitchFamily="2" charset="0"/>
              </a:rPr>
              <a:t>Mutation or crossover is applied — but not both at the same time.</a:t>
            </a:r>
            <a:endParaRPr lang="en-US" sz="1400" kern="1200" dirty="0">
              <a:latin typeface="Abhaya Libre" panose="02000503000000000000" pitchFamily="2" charset="0"/>
              <a:cs typeface="Abhaya Libre" panose="02000503000000000000" pitchFamily="2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60DD07-A125-A8FC-5117-E491D04B97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28</a:t>
            </a:fld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p93"/>
          <p:cNvSpPr txBox="1">
            <a:spLocks noGrp="1"/>
          </p:cNvSpPr>
          <p:nvPr>
            <p:ph type="title"/>
          </p:nvPr>
        </p:nvSpPr>
        <p:spPr>
          <a:xfrm>
            <a:off x="720025" y="5517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Reference</a:t>
            </a:r>
            <a:endParaRPr dirty="0"/>
          </a:p>
        </p:txBody>
      </p:sp>
      <p:sp>
        <p:nvSpPr>
          <p:cNvPr id="1862" name="Google Shape;1862;p93"/>
          <p:cNvSpPr txBox="1">
            <a:spLocks noGrp="1"/>
          </p:cNvSpPr>
          <p:nvPr>
            <p:ph type="body" idx="2"/>
          </p:nvPr>
        </p:nvSpPr>
        <p:spPr>
          <a:xfrm>
            <a:off x="720025" y="1244800"/>
            <a:ext cx="7836544" cy="36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spcBef>
                <a:spcPts val="1000"/>
              </a:spcBef>
              <a:spcAft>
                <a:spcPts val="1000"/>
              </a:spcAft>
            </a:pPr>
            <a:r>
              <a:rPr lang="en-US" sz="1400" dirty="0">
                <a:latin typeface="Abhaya Libre" panose="02000503000000000000" pitchFamily="2" charset="0"/>
                <a:cs typeface="Abhaya Libre" panose="02000503000000000000" pitchFamily="2" charset="0"/>
              </a:rPr>
              <a:t>Yao, X., Ong, Y.-S., &amp; Jin, Y. (2008). </a:t>
            </a:r>
            <a:r>
              <a:rPr lang="en-US" sz="1400" i="1" dirty="0">
                <a:latin typeface="Abhaya Libre" panose="02000503000000000000" pitchFamily="2" charset="0"/>
                <a:cs typeface="Abhaya Libre" panose="02000503000000000000" pitchFamily="2" charset="0"/>
              </a:rPr>
              <a:t>Introduction to evolutionary computation</a:t>
            </a:r>
            <a:r>
              <a:rPr lang="en-US" sz="1400" dirty="0">
                <a:latin typeface="Abhaya Libre" panose="02000503000000000000" pitchFamily="2" charset="0"/>
                <a:cs typeface="Abhaya Libre" panose="02000503000000000000" pitchFamily="2" charset="0"/>
              </a:rPr>
              <a:t> (Vol. 53). Chapter 4: Representation, Mutation, and Recombination. Springer.</a:t>
            </a:r>
          </a:p>
          <a:p>
            <a:pPr marL="171450" indent="-171450">
              <a:spcBef>
                <a:spcPts val="1000"/>
              </a:spcBef>
              <a:spcAft>
                <a:spcPts val="1000"/>
              </a:spcAft>
            </a:pPr>
            <a:r>
              <a:rPr lang="en-US" sz="1400" dirty="0">
                <a:latin typeface="Abhaya Libre" panose="02000503000000000000" pitchFamily="2" charset="0"/>
                <a:cs typeface="Abhaya Libre" panose="02000503000000000000" pitchFamily="2" charset="0"/>
              </a:rPr>
              <a:t>Yao, X., Ong, Y.-S., &amp; Jin, Y. (2008). </a:t>
            </a:r>
            <a:r>
              <a:rPr lang="en-US" sz="1400" i="1" dirty="0">
                <a:latin typeface="Abhaya Libre" panose="02000503000000000000" pitchFamily="2" charset="0"/>
                <a:cs typeface="Abhaya Libre" panose="02000503000000000000" pitchFamily="2" charset="0"/>
              </a:rPr>
              <a:t>Introduction to evolutionary computation</a:t>
            </a:r>
            <a:r>
              <a:rPr lang="en-US" sz="1400" dirty="0">
                <a:latin typeface="Abhaya Libre" panose="02000503000000000000" pitchFamily="2" charset="0"/>
                <a:cs typeface="Abhaya Libre" panose="02000503000000000000" pitchFamily="2" charset="0"/>
              </a:rPr>
              <a:t> (Vol. 53). Chapter 6: Popular Evolutionary Algorithm Variants. Springer.</a:t>
            </a:r>
            <a:endParaRPr lang="en-US" sz="1100" dirty="0">
              <a:latin typeface="Abhaya Libre" panose="02000503000000000000" pitchFamily="2" charset="0"/>
              <a:cs typeface="Abhaya Libre" panose="02000503000000000000" pitchFamily="2" charset="0"/>
            </a:endParaRPr>
          </a:p>
        </p:txBody>
      </p:sp>
      <p:grpSp>
        <p:nvGrpSpPr>
          <p:cNvPr id="1863" name="Google Shape;1863;p93"/>
          <p:cNvGrpSpPr/>
          <p:nvPr/>
        </p:nvGrpSpPr>
        <p:grpSpPr>
          <a:xfrm rot="-509994">
            <a:off x="6880865" y="20826"/>
            <a:ext cx="4780451" cy="5926648"/>
            <a:chOff x="3453675" y="959025"/>
            <a:chExt cx="2670400" cy="3310675"/>
          </a:xfrm>
        </p:grpSpPr>
        <p:sp>
          <p:nvSpPr>
            <p:cNvPr id="1864" name="Google Shape;1864;p93"/>
            <p:cNvSpPr/>
            <p:nvPr/>
          </p:nvSpPr>
          <p:spPr>
            <a:xfrm>
              <a:off x="3453675" y="3646400"/>
              <a:ext cx="440900" cy="236925"/>
            </a:xfrm>
            <a:custGeom>
              <a:avLst/>
              <a:gdLst/>
              <a:ahLst/>
              <a:cxnLst/>
              <a:rect l="l" t="t" r="r" b="b"/>
              <a:pathLst>
                <a:path w="17636" h="9477" extrusionOk="0">
                  <a:moveTo>
                    <a:pt x="15430" y="0"/>
                  </a:moveTo>
                  <a:lnTo>
                    <a:pt x="1" y="995"/>
                  </a:lnTo>
                  <a:lnTo>
                    <a:pt x="548" y="9477"/>
                  </a:lnTo>
                  <a:lnTo>
                    <a:pt x="17636" y="8374"/>
                  </a:lnTo>
                  <a:lnTo>
                    <a:pt x="15430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93"/>
            <p:cNvSpPr/>
            <p:nvPr/>
          </p:nvSpPr>
          <p:spPr>
            <a:xfrm>
              <a:off x="4055600" y="1387050"/>
              <a:ext cx="1466525" cy="2454825"/>
            </a:xfrm>
            <a:custGeom>
              <a:avLst/>
              <a:gdLst/>
              <a:ahLst/>
              <a:cxnLst/>
              <a:rect l="l" t="t" r="r" b="b"/>
              <a:pathLst>
                <a:path w="58661" h="98193" extrusionOk="0">
                  <a:moveTo>
                    <a:pt x="56455" y="1"/>
                  </a:moveTo>
                  <a:lnTo>
                    <a:pt x="47418" y="581"/>
                  </a:lnTo>
                  <a:cubicBezTo>
                    <a:pt x="38240" y="1178"/>
                    <a:pt x="30479" y="5257"/>
                    <a:pt x="25571" y="12073"/>
                  </a:cubicBezTo>
                  <a:cubicBezTo>
                    <a:pt x="20662" y="18888"/>
                    <a:pt x="19253" y="27536"/>
                    <a:pt x="21599" y="36432"/>
                  </a:cubicBezTo>
                  <a:lnTo>
                    <a:pt x="22661" y="40486"/>
                  </a:lnTo>
                  <a:lnTo>
                    <a:pt x="23904" y="45187"/>
                  </a:lnTo>
                  <a:lnTo>
                    <a:pt x="26110" y="53561"/>
                  </a:lnTo>
                  <a:lnTo>
                    <a:pt x="28846" y="63925"/>
                  </a:lnTo>
                  <a:cubicBezTo>
                    <a:pt x="29128" y="65020"/>
                    <a:pt x="29343" y="66098"/>
                    <a:pt x="29476" y="67167"/>
                  </a:cubicBezTo>
                  <a:lnTo>
                    <a:pt x="34558" y="70832"/>
                  </a:lnTo>
                  <a:cubicBezTo>
                    <a:pt x="34583" y="70848"/>
                    <a:pt x="34608" y="70865"/>
                    <a:pt x="34633" y="70882"/>
                  </a:cubicBezTo>
                  <a:cubicBezTo>
                    <a:pt x="34683" y="70923"/>
                    <a:pt x="34724" y="70965"/>
                    <a:pt x="34766" y="71006"/>
                  </a:cubicBezTo>
                  <a:cubicBezTo>
                    <a:pt x="34873" y="71114"/>
                    <a:pt x="34956" y="71238"/>
                    <a:pt x="35023" y="71371"/>
                  </a:cubicBezTo>
                  <a:cubicBezTo>
                    <a:pt x="35064" y="71445"/>
                    <a:pt x="35089" y="71528"/>
                    <a:pt x="35114" y="71611"/>
                  </a:cubicBezTo>
                  <a:cubicBezTo>
                    <a:pt x="35155" y="71752"/>
                    <a:pt x="35180" y="71893"/>
                    <a:pt x="35180" y="72034"/>
                  </a:cubicBezTo>
                  <a:cubicBezTo>
                    <a:pt x="35180" y="72341"/>
                    <a:pt x="35089" y="72639"/>
                    <a:pt x="34898" y="72905"/>
                  </a:cubicBezTo>
                  <a:cubicBezTo>
                    <a:pt x="34607" y="73307"/>
                    <a:pt x="34150" y="73520"/>
                    <a:pt x="33688" y="73520"/>
                  </a:cubicBezTo>
                  <a:cubicBezTo>
                    <a:pt x="33389" y="73520"/>
                    <a:pt x="33086" y="73430"/>
                    <a:pt x="32826" y="73245"/>
                  </a:cubicBezTo>
                  <a:lnTo>
                    <a:pt x="29642" y="70948"/>
                  </a:lnTo>
                  <a:cubicBezTo>
                    <a:pt x="29501" y="74198"/>
                    <a:pt x="28614" y="77241"/>
                    <a:pt x="27005" y="79911"/>
                  </a:cubicBezTo>
                  <a:lnTo>
                    <a:pt x="29551" y="81743"/>
                  </a:lnTo>
                  <a:cubicBezTo>
                    <a:pt x="30214" y="82216"/>
                    <a:pt x="30371" y="83144"/>
                    <a:pt x="29890" y="83816"/>
                  </a:cubicBezTo>
                  <a:cubicBezTo>
                    <a:pt x="29600" y="84214"/>
                    <a:pt x="29144" y="84429"/>
                    <a:pt x="28680" y="84429"/>
                  </a:cubicBezTo>
                  <a:cubicBezTo>
                    <a:pt x="28382" y="84429"/>
                    <a:pt x="28075" y="84338"/>
                    <a:pt x="27818" y="84156"/>
                  </a:cubicBezTo>
                  <a:lnTo>
                    <a:pt x="25272" y="82323"/>
                  </a:lnTo>
                  <a:cubicBezTo>
                    <a:pt x="23249" y="84686"/>
                    <a:pt x="20638" y="86486"/>
                    <a:pt x="17603" y="87655"/>
                  </a:cubicBezTo>
                  <a:lnTo>
                    <a:pt x="20787" y="89951"/>
                  </a:lnTo>
                  <a:cubicBezTo>
                    <a:pt x="21458" y="90424"/>
                    <a:pt x="21608" y="91352"/>
                    <a:pt x="21127" y="92024"/>
                  </a:cubicBezTo>
                  <a:lnTo>
                    <a:pt x="20505" y="92521"/>
                  </a:lnTo>
                  <a:cubicBezTo>
                    <a:pt x="20463" y="92538"/>
                    <a:pt x="20414" y="92555"/>
                    <a:pt x="20364" y="92571"/>
                  </a:cubicBezTo>
                  <a:lnTo>
                    <a:pt x="19916" y="92638"/>
                  </a:lnTo>
                  <a:cubicBezTo>
                    <a:pt x="19618" y="92638"/>
                    <a:pt x="19311" y="92546"/>
                    <a:pt x="19054" y="92356"/>
                  </a:cubicBezTo>
                  <a:lnTo>
                    <a:pt x="13972" y="88699"/>
                  </a:lnTo>
                  <a:lnTo>
                    <a:pt x="13963" y="88699"/>
                  </a:lnTo>
                  <a:cubicBezTo>
                    <a:pt x="12910" y="88907"/>
                    <a:pt x="11816" y="89047"/>
                    <a:pt x="10697" y="89122"/>
                  </a:cubicBezTo>
                  <a:lnTo>
                    <a:pt x="1" y="89810"/>
                  </a:lnTo>
                  <a:lnTo>
                    <a:pt x="2206" y="98193"/>
                  </a:lnTo>
                  <a:lnTo>
                    <a:pt x="11244" y="97604"/>
                  </a:lnTo>
                  <a:cubicBezTo>
                    <a:pt x="20422" y="97015"/>
                    <a:pt x="28174" y="92936"/>
                    <a:pt x="33091" y="86121"/>
                  </a:cubicBezTo>
                  <a:cubicBezTo>
                    <a:pt x="37999" y="79305"/>
                    <a:pt x="39409" y="70649"/>
                    <a:pt x="37062" y="61761"/>
                  </a:cubicBezTo>
                  <a:lnTo>
                    <a:pt x="35993" y="57699"/>
                  </a:lnTo>
                  <a:lnTo>
                    <a:pt x="34757" y="53006"/>
                  </a:lnTo>
                  <a:lnTo>
                    <a:pt x="32552" y="44624"/>
                  </a:lnTo>
                  <a:lnTo>
                    <a:pt x="29816" y="34260"/>
                  </a:lnTo>
                  <a:cubicBezTo>
                    <a:pt x="29526" y="33174"/>
                    <a:pt x="29318" y="32096"/>
                    <a:pt x="29186" y="31026"/>
                  </a:cubicBezTo>
                  <a:lnTo>
                    <a:pt x="24095" y="27361"/>
                  </a:lnTo>
                  <a:cubicBezTo>
                    <a:pt x="23432" y="26881"/>
                    <a:pt x="23282" y="25952"/>
                    <a:pt x="23755" y="25280"/>
                  </a:cubicBezTo>
                  <a:cubicBezTo>
                    <a:pt x="24045" y="24882"/>
                    <a:pt x="24501" y="24667"/>
                    <a:pt x="24966" y="24667"/>
                  </a:cubicBezTo>
                  <a:cubicBezTo>
                    <a:pt x="25264" y="24667"/>
                    <a:pt x="25571" y="24758"/>
                    <a:pt x="25836" y="24949"/>
                  </a:cubicBezTo>
                  <a:lnTo>
                    <a:pt x="29020" y="27245"/>
                  </a:lnTo>
                  <a:cubicBezTo>
                    <a:pt x="29161" y="23995"/>
                    <a:pt x="30048" y="20952"/>
                    <a:pt x="31648" y="18283"/>
                  </a:cubicBezTo>
                  <a:lnTo>
                    <a:pt x="29103" y="16450"/>
                  </a:lnTo>
                  <a:cubicBezTo>
                    <a:pt x="28440" y="15969"/>
                    <a:pt x="28290" y="15041"/>
                    <a:pt x="28771" y="14378"/>
                  </a:cubicBezTo>
                  <a:lnTo>
                    <a:pt x="29385" y="13880"/>
                  </a:lnTo>
                  <a:cubicBezTo>
                    <a:pt x="29434" y="13855"/>
                    <a:pt x="29484" y="13839"/>
                    <a:pt x="29534" y="13830"/>
                  </a:cubicBezTo>
                  <a:lnTo>
                    <a:pt x="29973" y="13756"/>
                  </a:lnTo>
                  <a:cubicBezTo>
                    <a:pt x="30280" y="13756"/>
                    <a:pt x="30579" y="13847"/>
                    <a:pt x="30844" y="14038"/>
                  </a:cubicBezTo>
                  <a:lnTo>
                    <a:pt x="33389" y="15870"/>
                  </a:lnTo>
                  <a:cubicBezTo>
                    <a:pt x="35412" y="13507"/>
                    <a:pt x="38016" y="11700"/>
                    <a:pt x="41050" y="10539"/>
                  </a:cubicBezTo>
                  <a:lnTo>
                    <a:pt x="37867" y="8242"/>
                  </a:lnTo>
                  <a:cubicBezTo>
                    <a:pt x="37469" y="7952"/>
                    <a:pt x="37253" y="7496"/>
                    <a:pt x="37253" y="7032"/>
                  </a:cubicBezTo>
                  <a:cubicBezTo>
                    <a:pt x="37253" y="6733"/>
                    <a:pt x="37344" y="6426"/>
                    <a:pt x="37535" y="6169"/>
                  </a:cubicBezTo>
                  <a:cubicBezTo>
                    <a:pt x="37821" y="5763"/>
                    <a:pt x="38274" y="5548"/>
                    <a:pt x="38736" y="5548"/>
                  </a:cubicBezTo>
                  <a:cubicBezTo>
                    <a:pt x="39037" y="5548"/>
                    <a:pt x="39342" y="5639"/>
                    <a:pt x="39608" y="5829"/>
                  </a:cubicBezTo>
                  <a:lnTo>
                    <a:pt x="44690" y="9494"/>
                  </a:lnTo>
                  <a:cubicBezTo>
                    <a:pt x="45751" y="9287"/>
                    <a:pt x="46838" y="9138"/>
                    <a:pt x="47965" y="9071"/>
                  </a:cubicBezTo>
                  <a:lnTo>
                    <a:pt x="58661" y="8375"/>
                  </a:lnTo>
                  <a:lnTo>
                    <a:pt x="56455" y="1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93"/>
            <p:cNvSpPr/>
            <p:nvPr/>
          </p:nvSpPr>
          <p:spPr>
            <a:xfrm>
              <a:off x="4637650" y="2003700"/>
              <a:ext cx="147600" cy="159025"/>
            </a:xfrm>
            <a:custGeom>
              <a:avLst/>
              <a:gdLst/>
              <a:ahLst/>
              <a:cxnLst/>
              <a:rect l="l" t="t" r="r" b="b"/>
              <a:pathLst>
                <a:path w="5904" h="6361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cubicBezTo>
                    <a:pt x="5738" y="5075"/>
                    <a:pt x="5680" y="3806"/>
                    <a:pt x="5738" y="2579"/>
                  </a:cubicBez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93"/>
            <p:cNvSpPr/>
            <p:nvPr/>
          </p:nvSpPr>
          <p:spPr>
            <a:xfrm>
              <a:off x="4762850" y="1730925"/>
              <a:ext cx="127500" cy="113200"/>
            </a:xfrm>
            <a:custGeom>
              <a:avLst/>
              <a:gdLst/>
              <a:ahLst/>
              <a:cxnLst/>
              <a:rect l="l" t="t" r="r" b="b"/>
              <a:pathLst>
                <a:path w="5100" h="4528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cubicBezTo>
                    <a:pt x="3615" y="4105"/>
                    <a:pt x="3889" y="3690"/>
                    <a:pt x="4179" y="3284"/>
                  </a:cubicBezTo>
                  <a:cubicBezTo>
                    <a:pt x="4469" y="2886"/>
                    <a:pt x="4776" y="2488"/>
                    <a:pt x="5099" y="2115"/>
                  </a:cubicBez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93"/>
            <p:cNvSpPr/>
            <p:nvPr/>
          </p:nvSpPr>
          <p:spPr>
            <a:xfrm>
              <a:off x="4986925" y="1525725"/>
              <a:ext cx="185950" cy="124800"/>
            </a:xfrm>
            <a:custGeom>
              <a:avLst/>
              <a:gdLst/>
              <a:ahLst/>
              <a:cxnLst/>
              <a:rect l="l" t="t" r="r" b="b"/>
              <a:pathLst>
                <a:path w="7438" h="4992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cubicBezTo>
                    <a:pt x="4950" y="4544"/>
                    <a:pt x="6169" y="4196"/>
                    <a:pt x="7437" y="3947"/>
                  </a:cubicBez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93"/>
            <p:cNvSpPr/>
            <p:nvPr/>
          </p:nvSpPr>
          <p:spPr>
            <a:xfrm>
              <a:off x="5682950" y="1345400"/>
              <a:ext cx="441125" cy="237150"/>
            </a:xfrm>
            <a:custGeom>
              <a:avLst/>
              <a:gdLst/>
              <a:ahLst/>
              <a:cxnLst/>
              <a:rect l="l" t="t" r="r" b="b"/>
              <a:pathLst>
                <a:path w="17645" h="9486" extrusionOk="0">
                  <a:moveTo>
                    <a:pt x="17097" y="0"/>
                  </a:moveTo>
                  <a:lnTo>
                    <a:pt x="1" y="1111"/>
                  </a:lnTo>
                  <a:lnTo>
                    <a:pt x="2214" y="9485"/>
                  </a:lnTo>
                  <a:lnTo>
                    <a:pt x="17644" y="8490"/>
                  </a:lnTo>
                  <a:lnTo>
                    <a:pt x="17097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93"/>
            <p:cNvSpPr/>
            <p:nvPr/>
          </p:nvSpPr>
          <p:spPr>
            <a:xfrm>
              <a:off x="4404875" y="3578400"/>
              <a:ext cx="190925" cy="124600"/>
            </a:xfrm>
            <a:custGeom>
              <a:avLst/>
              <a:gdLst/>
              <a:ahLst/>
              <a:cxnLst/>
              <a:rect l="l" t="t" r="r" b="b"/>
              <a:pathLst>
                <a:path w="7637" h="4984" extrusionOk="0">
                  <a:moveTo>
                    <a:pt x="3632" y="1"/>
                  </a:moveTo>
                  <a:cubicBezTo>
                    <a:pt x="2480" y="440"/>
                    <a:pt x="1269" y="788"/>
                    <a:pt x="1" y="1045"/>
                  </a:cubicBezTo>
                  <a:lnTo>
                    <a:pt x="5083" y="4710"/>
                  </a:lnTo>
                  <a:cubicBezTo>
                    <a:pt x="5340" y="4892"/>
                    <a:pt x="5647" y="4984"/>
                    <a:pt x="5945" y="4984"/>
                  </a:cubicBezTo>
                  <a:lnTo>
                    <a:pt x="6393" y="4917"/>
                  </a:lnTo>
                  <a:cubicBezTo>
                    <a:pt x="6443" y="4901"/>
                    <a:pt x="6492" y="4884"/>
                    <a:pt x="6534" y="4867"/>
                  </a:cubicBezTo>
                  <a:lnTo>
                    <a:pt x="7156" y="4370"/>
                  </a:lnTo>
                  <a:cubicBezTo>
                    <a:pt x="7637" y="3707"/>
                    <a:pt x="7487" y="2778"/>
                    <a:pt x="6816" y="2297"/>
                  </a:cubicBezTo>
                  <a:lnTo>
                    <a:pt x="3632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93"/>
            <p:cNvSpPr/>
            <p:nvPr/>
          </p:nvSpPr>
          <p:spPr>
            <a:xfrm>
              <a:off x="4687400" y="3384800"/>
              <a:ext cx="127500" cy="113000"/>
            </a:xfrm>
            <a:custGeom>
              <a:avLst/>
              <a:gdLst/>
              <a:ahLst/>
              <a:cxnLst/>
              <a:rect l="l" t="t" r="r" b="b"/>
              <a:pathLst>
                <a:path w="5100" h="4520" extrusionOk="0">
                  <a:moveTo>
                    <a:pt x="1733" y="1"/>
                  </a:moveTo>
                  <a:cubicBezTo>
                    <a:pt x="1484" y="423"/>
                    <a:pt x="1211" y="838"/>
                    <a:pt x="921" y="1236"/>
                  </a:cubicBezTo>
                  <a:cubicBezTo>
                    <a:pt x="622" y="1642"/>
                    <a:pt x="315" y="2032"/>
                    <a:pt x="0" y="2413"/>
                  </a:cubicBezTo>
                  <a:lnTo>
                    <a:pt x="2546" y="4246"/>
                  </a:lnTo>
                  <a:cubicBezTo>
                    <a:pt x="2803" y="4428"/>
                    <a:pt x="3110" y="4519"/>
                    <a:pt x="3408" y="4519"/>
                  </a:cubicBezTo>
                  <a:cubicBezTo>
                    <a:pt x="3872" y="4519"/>
                    <a:pt x="4328" y="4304"/>
                    <a:pt x="4618" y="3906"/>
                  </a:cubicBezTo>
                  <a:cubicBezTo>
                    <a:pt x="5099" y="3234"/>
                    <a:pt x="4942" y="2306"/>
                    <a:pt x="4279" y="183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93"/>
            <p:cNvSpPr/>
            <p:nvPr/>
          </p:nvSpPr>
          <p:spPr>
            <a:xfrm>
              <a:off x="4792475" y="3066225"/>
              <a:ext cx="142650" cy="158850"/>
            </a:xfrm>
            <a:custGeom>
              <a:avLst/>
              <a:gdLst/>
              <a:ahLst/>
              <a:cxnLst/>
              <a:rect l="l" t="t" r="r" b="b"/>
              <a:pathLst>
                <a:path w="5706" h="6354" extrusionOk="0">
                  <a:moveTo>
                    <a:pt x="1" y="0"/>
                  </a:moveTo>
                  <a:lnTo>
                    <a:pt x="1" y="0"/>
                  </a:lnTo>
                  <a:cubicBezTo>
                    <a:pt x="167" y="1285"/>
                    <a:pt x="217" y="2546"/>
                    <a:pt x="167" y="3781"/>
                  </a:cubicBezTo>
                  <a:lnTo>
                    <a:pt x="3351" y="6078"/>
                  </a:lnTo>
                  <a:cubicBezTo>
                    <a:pt x="3611" y="6263"/>
                    <a:pt x="3914" y="6353"/>
                    <a:pt x="4213" y="6353"/>
                  </a:cubicBezTo>
                  <a:cubicBezTo>
                    <a:pt x="4675" y="6353"/>
                    <a:pt x="5132" y="6140"/>
                    <a:pt x="5423" y="5738"/>
                  </a:cubicBezTo>
                  <a:cubicBezTo>
                    <a:pt x="5614" y="5472"/>
                    <a:pt x="5705" y="5174"/>
                    <a:pt x="5705" y="4867"/>
                  </a:cubicBezTo>
                  <a:cubicBezTo>
                    <a:pt x="5705" y="4726"/>
                    <a:pt x="5680" y="4585"/>
                    <a:pt x="5639" y="4444"/>
                  </a:cubicBezTo>
                  <a:cubicBezTo>
                    <a:pt x="5614" y="4361"/>
                    <a:pt x="5589" y="4278"/>
                    <a:pt x="5548" y="4204"/>
                  </a:cubicBezTo>
                  <a:cubicBezTo>
                    <a:pt x="5481" y="4071"/>
                    <a:pt x="5398" y="3947"/>
                    <a:pt x="5291" y="3839"/>
                  </a:cubicBezTo>
                  <a:cubicBezTo>
                    <a:pt x="5249" y="3798"/>
                    <a:pt x="5208" y="3756"/>
                    <a:pt x="5158" y="3715"/>
                  </a:cubicBezTo>
                  <a:cubicBezTo>
                    <a:pt x="5133" y="3698"/>
                    <a:pt x="5108" y="3681"/>
                    <a:pt x="5083" y="366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36E2EB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93"/>
            <p:cNvSpPr/>
            <p:nvPr/>
          </p:nvSpPr>
          <p:spPr>
            <a:xfrm>
              <a:off x="3723150" y="2516725"/>
              <a:ext cx="985200" cy="1752975"/>
            </a:xfrm>
            <a:custGeom>
              <a:avLst/>
              <a:gdLst/>
              <a:ahLst/>
              <a:cxnLst/>
              <a:rect l="l" t="t" r="r" b="b"/>
              <a:pathLst>
                <a:path w="39408" h="70119" extrusionOk="0">
                  <a:moveTo>
                    <a:pt x="37202" y="0"/>
                  </a:moveTo>
                  <a:lnTo>
                    <a:pt x="32352" y="315"/>
                  </a:lnTo>
                  <a:lnTo>
                    <a:pt x="28165" y="581"/>
                  </a:lnTo>
                  <a:cubicBezTo>
                    <a:pt x="18987" y="1178"/>
                    <a:pt x="11226" y="5257"/>
                    <a:pt x="6318" y="12072"/>
                  </a:cubicBezTo>
                  <a:cubicBezTo>
                    <a:pt x="1410" y="18888"/>
                    <a:pt x="0" y="27535"/>
                    <a:pt x="2346" y="36432"/>
                  </a:cubicBezTo>
                  <a:lnTo>
                    <a:pt x="4651" y="45187"/>
                  </a:lnTo>
                  <a:lnTo>
                    <a:pt x="6857" y="53561"/>
                  </a:lnTo>
                  <a:lnTo>
                    <a:pt x="11226" y="70118"/>
                  </a:lnTo>
                  <a:lnTo>
                    <a:pt x="19443" y="67954"/>
                  </a:lnTo>
                  <a:lnTo>
                    <a:pt x="15504" y="53006"/>
                  </a:lnTo>
                  <a:lnTo>
                    <a:pt x="13299" y="44632"/>
                  </a:lnTo>
                  <a:lnTo>
                    <a:pt x="10563" y="34268"/>
                  </a:lnTo>
                  <a:cubicBezTo>
                    <a:pt x="10273" y="33173"/>
                    <a:pt x="10065" y="32087"/>
                    <a:pt x="9933" y="31026"/>
                  </a:cubicBezTo>
                  <a:cubicBezTo>
                    <a:pt x="9767" y="29741"/>
                    <a:pt x="9717" y="28480"/>
                    <a:pt x="9767" y="27245"/>
                  </a:cubicBezTo>
                  <a:cubicBezTo>
                    <a:pt x="9908" y="23995"/>
                    <a:pt x="10795" y="20952"/>
                    <a:pt x="12395" y="18282"/>
                  </a:cubicBezTo>
                  <a:cubicBezTo>
                    <a:pt x="12652" y="17859"/>
                    <a:pt x="12926" y="17445"/>
                    <a:pt x="13216" y="17039"/>
                  </a:cubicBezTo>
                  <a:cubicBezTo>
                    <a:pt x="13506" y="16632"/>
                    <a:pt x="13813" y="16243"/>
                    <a:pt x="14136" y="15870"/>
                  </a:cubicBezTo>
                  <a:cubicBezTo>
                    <a:pt x="16159" y="13507"/>
                    <a:pt x="18763" y="11699"/>
                    <a:pt x="21797" y="10538"/>
                  </a:cubicBezTo>
                  <a:cubicBezTo>
                    <a:pt x="22958" y="10091"/>
                    <a:pt x="24169" y="9742"/>
                    <a:pt x="25437" y="9494"/>
                  </a:cubicBezTo>
                  <a:cubicBezTo>
                    <a:pt x="26498" y="9286"/>
                    <a:pt x="27593" y="9137"/>
                    <a:pt x="28712" y="9071"/>
                  </a:cubicBezTo>
                  <a:lnTo>
                    <a:pt x="39408" y="8374"/>
                  </a:lnTo>
                  <a:lnTo>
                    <a:pt x="37202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93"/>
            <p:cNvSpPr/>
            <p:nvPr/>
          </p:nvSpPr>
          <p:spPr>
            <a:xfrm>
              <a:off x="4762850" y="1730925"/>
              <a:ext cx="781675" cy="584550"/>
            </a:xfrm>
            <a:custGeom>
              <a:avLst/>
              <a:gdLst/>
              <a:ahLst/>
              <a:cxnLst/>
              <a:rect l="l" t="t" r="r" b="b"/>
              <a:pathLst>
                <a:path w="31267" h="23382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29533" y="23382"/>
                  </a:lnTo>
                  <a:cubicBezTo>
                    <a:pt x="29848" y="23000"/>
                    <a:pt x="30155" y="22611"/>
                    <a:pt x="30445" y="22204"/>
                  </a:cubicBezTo>
                  <a:cubicBezTo>
                    <a:pt x="30744" y="21806"/>
                    <a:pt x="31009" y="21392"/>
                    <a:pt x="31266" y="20969"/>
                  </a:cubicBez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93"/>
            <p:cNvSpPr/>
            <p:nvPr/>
          </p:nvSpPr>
          <p:spPr>
            <a:xfrm>
              <a:off x="4762850" y="1730925"/>
              <a:ext cx="454575" cy="348875"/>
            </a:xfrm>
            <a:custGeom>
              <a:avLst/>
              <a:gdLst/>
              <a:ahLst/>
              <a:cxnLst/>
              <a:rect l="l" t="t" r="r" b="b"/>
              <a:pathLst>
                <a:path w="18183" h="13955" extrusionOk="0">
                  <a:moveTo>
                    <a:pt x="1683" y="1"/>
                  </a:moveTo>
                  <a:lnTo>
                    <a:pt x="1244" y="75"/>
                  </a:lnTo>
                  <a:cubicBezTo>
                    <a:pt x="1194" y="84"/>
                    <a:pt x="1144" y="100"/>
                    <a:pt x="1095" y="125"/>
                  </a:cubicBezTo>
                  <a:lnTo>
                    <a:pt x="481" y="623"/>
                  </a:lnTo>
                  <a:cubicBezTo>
                    <a:pt x="0" y="1286"/>
                    <a:pt x="150" y="2214"/>
                    <a:pt x="813" y="2695"/>
                  </a:cubicBezTo>
                  <a:lnTo>
                    <a:pt x="3358" y="4528"/>
                  </a:lnTo>
                  <a:lnTo>
                    <a:pt x="16442" y="13955"/>
                  </a:lnTo>
                  <a:lnTo>
                    <a:pt x="18183" y="11542"/>
                  </a:lnTo>
                  <a:lnTo>
                    <a:pt x="5099" y="2115"/>
                  </a:lnTo>
                  <a:lnTo>
                    <a:pt x="2554" y="283"/>
                  </a:lnTo>
                  <a:cubicBezTo>
                    <a:pt x="2289" y="92"/>
                    <a:pt x="1990" y="1"/>
                    <a:pt x="16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93"/>
            <p:cNvSpPr/>
            <p:nvPr/>
          </p:nvSpPr>
          <p:spPr>
            <a:xfrm>
              <a:off x="4986925" y="1525725"/>
              <a:ext cx="624750" cy="505375"/>
            </a:xfrm>
            <a:custGeom>
              <a:avLst/>
              <a:gdLst/>
              <a:ahLst/>
              <a:cxnLst/>
              <a:rect l="l" t="t" r="r" b="b"/>
              <a:pathLst>
                <a:path w="24990" h="20215" extrusionOk="0">
                  <a:moveTo>
                    <a:pt x="1483" y="1"/>
                  </a:moveTo>
                  <a:cubicBezTo>
                    <a:pt x="1021" y="1"/>
                    <a:pt x="568" y="216"/>
                    <a:pt x="282" y="622"/>
                  </a:cubicBezTo>
                  <a:cubicBezTo>
                    <a:pt x="91" y="879"/>
                    <a:pt x="0" y="1186"/>
                    <a:pt x="0" y="1485"/>
                  </a:cubicBezTo>
                  <a:cubicBezTo>
                    <a:pt x="0" y="1949"/>
                    <a:pt x="216" y="2405"/>
                    <a:pt x="614" y="2695"/>
                  </a:cubicBezTo>
                  <a:lnTo>
                    <a:pt x="3797" y="4992"/>
                  </a:lnTo>
                  <a:lnTo>
                    <a:pt x="14369" y="12603"/>
                  </a:lnTo>
                  <a:lnTo>
                    <a:pt x="24940" y="20214"/>
                  </a:lnTo>
                  <a:cubicBezTo>
                    <a:pt x="24989" y="18979"/>
                    <a:pt x="24940" y="17719"/>
                    <a:pt x="24774" y="16434"/>
                  </a:cubicBezTo>
                  <a:lnTo>
                    <a:pt x="16110" y="10190"/>
                  </a:lnTo>
                  <a:lnTo>
                    <a:pt x="7437" y="3947"/>
                  </a:lnTo>
                  <a:lnTo>
                    <a:pt x="2355" y="282"/>
                  </a:lnTo>
                  <a:cubicBezTo>
                    <a:pt x="2089" y="92"/>
                    <a:pt x="1784" y="1"/>
                    <a:pt x="1483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93"/>
            <p:cNvSpPr/>
            <p:nvPr/>
          </p:nvSpPr>
          <p:spPr>
            <a:xfrm>
              <a:off x="5346125" y="1780475"/>
              <a:ext cx="265550" cy="250625"/>
            </a:xfrm>
            <a:custGeom>
              <a:avLst/>
              <a:gdLst/>
              <a:ahLst/>
              <a:cxnLst/>
              <a:rect l="l" t="t" r="r" b="b"/>
              <a:pathLst>
                <a:path w="10622" h="10025" extrusionOk="0">
                  <a:moveTo>
                    <a:pt x="1742" y="0"/>
                  </a:moveTo>
                  <a:lnTo>
                    <a:pt x="1" y="2413"/>
                  </a:lnTo>
                  <a:lnTo>
                    <a:pt x="10572" y="10024"/>
                  </a:lnTo>
                  <a:cubicBezTo>
                    <a:pt x="10621" y="8789"/>
                    <a:pt x="10572" y="7529"/>
                    <a:pt x="10406" y="6244"/>
                  </a:cubicBezTo>
                  <a:lnTo>
                    <a:pt x="1742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93"/>
            <p:cNvSpPr/>
            <p:nvPr/>
          </p:nvSpPr>
          <p:spPr>
            <a:xfrm>
              <a:off x="4637650" y="2003700"/>
              <a:ext cx="671800" cy="471175"/>
            </a:xfrm>
            <a:custGeom>
              <a:avLst/>
              <a:gdLst/>
              <a:ahLst/>
              <a:cxnLst/>
              <a:rect l="l" t="t" r="r" b="b"/>
              <a:pathLst>
                <a:path w="26872" h="18847" extrusionOk="0">
                  <a:moveTo>
                    <a:pt x="1684" y="1"/>
                  </a:moveTo>
                  <a:cubicBezTo>
                    <a:pt x="1219" y="1"/>
                    <a:pt x="763" y="216"/>
                    <a:pt x="473" y="614"/>
                  </a:cubicBezTo>
                  <a:cubicBezTo>
                    <a:pt x="0" y="1286"/>
                    <a:pt x="150" y="2215"/>
                    <a:pt x="813" y="2695"/>
                  </a:cubicBezTo>
                  <a:lnTo>
                    <a:pt x="5904" y="6360"/>
                  </a:lnTo>
                  <a:lnTo>
                    <a:pt x="14568" y="12603"/>
                  </a:lnTo>
                  <a:lnTo>
                    <a:pt x="23232" y="18847"/>
                  </a:lnTo>
                  <a:cubicBezTo>
                    <a:pt x="24501" y="18590"/>
                    <a:pt x="25720" y="18241"/>
                    <a:pt x="26872" y="17802"/>
                  </a:cubicBezTo>
                  <a:lnTo>
                    <a:pt x="16309" y="10191"/>
                  </a:lnTo>
                  <a:lnTo>
                    <a:pt x="5738" y="2579"/>
                  </a:lnTo>
                  <a:lnTo>
                    <a:pt x="2554" y="283"/>
                  </a:lnTo>
                  <a:cubicBezTo>
                    <a:pt x="2289" y="92"/>
                    <a:pt x="1982" y="1"/>
                    <a:pt x="1684" y="1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93"/>
            <p:cNvSpPr/>
            <p:nvPr/>
          </p:nvSpPr>
          <p:spPr>
            <a:xfrm>
              <a:off x="5001825" y="2258450"/>
              <a:ext cx="307625" cy="216425"/>
            </a:xfrm>
            <a:custGeom>
              <a:avLst/>
              <a:gdLst/>
              <a:ahLst/>
              <a:cxnLst/>
              <a:rect l="l" t="t" r="r" b="b"/>
              <a:pathLst>
                <a:path w="12305" h="8657" extrusionOk="0">
                  <a:moveTo>
                    <a:pt x="1742" y="1"/>
                  </a:moveTo>
                  <a:lnTo>
                    <a:pt x="1" y="2413"/>
                  </a:lnTo>
                  <a:lnTo>
                    <a:pt x="8665" y="8657"/>
                  </a:lnTo>
                  <a:cubicBezTo>
                    <a:pt x="9934" y="8400"/>
                    <a:pt x="11153" y="8051"/>
                    <a:pt x="12305" y="7612"/>
                  </a:cubicBezTo>
                  <a:lnTo>
                    <a:pt x="1742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93"/>
            <p:cNvSpPr/>
            <p:nvPr/>
          </p:nvSpPr>
          <p:spPr>
            <a:xfrm>
              <a:off x="4869375" y="959025"/>
              <a:ext cx="985225" cy="1753175"/>
            </a:xfrm>
            <a:custGeom>
              <a:avLst/>
              <a:gdLst/>
              <a:ahLst/>
              <a:cxnLst/>
              <a:rect l="l" t="t" r="r" b="b"/>
              <a:pathLst>
                <a:path w="39409" h="70127" extrusionOk="0">
                  <a:moveTo>
                    <a:pt x="28182" y="1"/>
                  </a:moveTo>
                  <a:lnTo>
                    <a:pt x="19958" y="2173"/>
                  </a:lnTo>
                  <a:lnTo>
                    <a:pt x="23904" y="17122"/>
                  </a:lnTo>
                  <a:lnTo>
                    <a:pt x="26110" y="25496"/>
                  </a:lnTo>
                  <a:lnTo>
                    <a:pt x="28846" y="35860"/>
                  </a:lnTo>
                  <a:cubicBezTo>
                    <a:pt x="29128" y="36954"/>
                    <a:pt x="29343" y="38032"/>
                    <a:pt x="29476" y="39102"/>
                  </a:cubicBezTo>
                  <a:cubicBezTo>
                    <a:pt x="29642" y="40387"/>
                    <a:pt x="29691" y="41647"/>
                    <a:pt x="29642" y="42882"/>
                  </a:cubicBezTo>
                  <a:cubicBezTo>
                    <a:pt x="29501" y="46132"/>
                    <a:pt x="28614" y="49175"/>
                    <a:pt x="27005" y="51845"/>
                  </a:cubicBezTo>
                  <a:cubicBezTo>
                    <a:pt x="26748" y="52268"/>
                    <a:pt x="26483" y="52682"/>
                    <a:pt x="26184" y="53080"/>
                  </a:cubicBezTo>
                  <a:cubicBezTo>
                    <a:pt x="25894" y="53487"/>
                    <a:pt x="25587" y="53876"/>
                    <a:pt x="25272" y="54258"/>
                  </a:cubicBezTo>
                  <a:cubicBezTo>
                    <a:pt x="23249" y="56621"/>
                    <a:pt x="20638" y="58428"/>
                    <a:pt x="17603" y="59589"/>
                  </a:cubicBezTo>
                  <a:cubicBezTo>
                    <a:pt x="16451" y="60028"/>
                    <a:pt x="15232" y="60377"/>
                    <a:pt x="13963" y="60634"/>
                  </a:cubicBezTo>
                  <a:cubicBezTo>
                    <a:pt x="12910" y="60841"/>
                    <a:pt x="11816" y="60982"/>
                    <a:pt x="10696" y="61056"/>
                  </a:cubicBezTo>
                  <a:lnTo>
                    <a:pt x="1" y="61745"/>
                  </a:lnTo>
                  <a:lnTo>
                    <a:pt x="2206" y="70127"/>
                  </a:lnTo>
                  <a:lnTo>
                    <a:pt x="7057" y="69812"/>
                  </a:lnTo>
                  <a:lnTo>
                    <a:pt x="11244" y="69538"/>
                  </a:lnTo>
                  <a:cubicBezTo>
                    <a:pt x="20422" y="68950"/>
                    <a:pt x="28174" y="64870"/>
                    <a:pt x="33083" y="58055"/>
                  </a:cubicBezTo>
                  <a:cubicBezTo>
                    <a:pt x="37999" y="51240"/>
                    <a:pt x="39409" y="42584"/>
                    <a:pt x="37062" y="33696"/>
                  </a:cubicBezTo>
                  <a:lnTo>
                    <a:pt x="34757" y="24940"/>
                  </a:lnTo>
                  <a:lnTo>
                    <a:pt x="32544" y="16558"/>
                  </a:lnTo>
                  <a:lnTo>
                    <a:pt x="2818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93"/>
            <p:cNvSpPr/>
            <p:nvPr/>
          </p:nvSpPr>
          <p:spPr>
            <a:xfrm>
              <a:off x="4033025" y="2913450"/>
              <a:ext cx="781875" cy="584350"/>
            </a:xfrm>
            <a:custGeom>
              <a:avLst/>
              <a:gdLst/>
              <a:ahLst/>
              <a:cxnLst/>
              <a:rect l="l" t="t" r="r" b="b"/>
              <a:pathLst>
                <a:path w="31275" h="23374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26175" y="21267"/>
                  </a:lnTo>
                  <a:lnTo>
                    <a:pt x="28721" y="23100"/>
                  </a:lnTo>
                  <a:cubicBezTo>
                    <a:pt x="28978" y="23282"/>
                    <a:pt x="29285" y="23373"/>
                    <a:pt x="29583" y="23373"/>
                  </a:cubicBezTo>
                  <a:cubicBezTo>
                    <a:pt x="30047" y="23373"/>
                    <a:pt x="30503" y="23158"/>
                    <a:pt x="30793" y="22760"/>
                  </a:cubicBezTo>
                  <a:cubicBezTo>
                    <a:pt x="31274" y="22088"/>
                    <a:pt x="31117" y="21160"/>
                    <a:pt x="30454" y="20687"/>
                  </a:cubicBezTo>
                  <a:lnTo>
                    <a:pt x="27908" y="18855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93"/>
            <p:cNvSpPr/>
            <p:nvPr/>
          </p:nvSpPr>
          <p:spPr>
            <a:xfrm>
              <a:off x="4033025" y="2913450"/>
              <a:ext cx="370625" cy="296025"/>
            </a:xfrm>
            <a:custGeom>
              <a:avLst/>
              <a:gdLst/>
              <a:ahLst/>
              <a:cxnLst/>
              <a:rect l="l" t="t" r="r" b="b"/>
              <a:pathLst>
                <a:path w="14825" h="11841" extrusionOk="0">
                  <a:moveTo>
                    <a:pt x="1741" y="1"/>
                  </a:moveTo>
                  <a:cubicBezTo>
                    <a:pt x="1418" y="374"/>
                    <a:pt x="1111" y="763"/>
                    <a:pt x="821" y="1170"/>
                  </a:cubicBezTo>
                  <a:cubicBezTo>
                    <a:pt x="531" y="1576"/>
                    <a:pt x="257" y="1990"/>
                    <a:pt x="0" y="2413"/>
                  </a:cubicBezTo>
                  <a:lnTo>
                    <a:pt x="13092" y="11840"/>
                  </a:lnTo>
                  <a:lnTo>
                    <a:pt x="14825" y="9428"/>
                  </a:lnTo>
                  <a:lnTo>
                    <a:pt x="1741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93"/>
            <p:cNvSpPr/>
            <p:nvPr/>
          </p:nvSpPr>
          <p:spPr>
            <a:xfrm>
              <a:off x="4268075" y="2754050"/>
              <a:ext cx="667050" cy="471025"/>
            </a:xfrm>
            <a:custGeom>
              <a:avLst/>
              <a:gdLst/>
              <a:ahLst/>
              <a:cxnLst/>
              <a:rect l="l" t="t" r="r" b="b"/>
              <a:pathLst>
                <a:path w="26682" h="18841" extrusionOk="0">
                  <a:moveTo>
                    <a:pt x="3640" y="1"/>
                  </a:moveTo>
                  <a:cubicBezTo>
                    <a:pt x="2372" y="249"/>
                    <a:pt x="1161" y="598"/>
                    <a:pt x="0" y="1045"/>
                  </a:cubicBezTo>
                  <a:lnTo>
                    <a:pt x="10572" y="8657"/>
                  </a:lnTo>
                  <a:lnTo>
                    <a:pt x="21143" y="16268"/>
                  </a:lnTo>
                  <a:lnTo>
                    <a:pt x="24327" y="18565"/>
                  </a:lnTo>
                  <a:cubicBezTo>
                    <a:pt x="24587" y="18750"/>
                    <a:pt x="24890" y="18840"/>
                    <a:pt x="25189" y="18840"/>
                  </a:cubicBezTo>
                  <a:cubicBezTo>
                    <a:pt x="25651" y="18840"/>
                    <a:pt x="26108" y="18627"/>
                    <a:pt x="26399" y="18225"/>
                  </a:cubicBezTo>
                  <a:cubicBezTo>
                    <a:pt x="26590" y="17959"/>
                    <a:pt x="26681" y="17661"/>
                    <a:pt x="26681" y="17354"/>
                  </a:cubicBezTo>
                  <a:cubicBezTo>
                    <a:pt x="26681" y="17213"/>
                    <a:pt x="26656" y="17072"/>
                    <a:pt x="26615" y="16931"/>
                  </a:cubicBezTo>
                  <a:cubicBezTo>
                    <a:pt x="26590" y="16848"/>
                    <a:pt x="26565" y="16765"/>
                    <a:pt x="26524" y="16691"/>
                  </a:cubicBezTo>
                  <a:cubicBezTo>
                    <a:pt x="26457" y="16558"/>
                    <a:pt x="26374" y="16434"/>
                    <a:pt x="26267" y="16326"/>
                  </a:cubicBezTo>
                  <a:cubicBezTo>
                    <a:pt x="26225" y="16285"/>
                    <a:pt x="26184" y="16243"/>
                    <a:pt x="26134" y="16202"/>
                  </a:cubicBezTo>
                  <a:cubicBezTo>
                    <a:pt x="26109" y="16185"/>
                    <a:pt x="26084" y="16168"/>
                    <a:pt x="26059" y="16152"/>
                  </a:cubicBezTo>
                  <a:lnTo>
                    <a:pt x="20977" y="12487"/>
                  </a:lnTo>
                  <a:lnTo>
                    <a:pt x="12313" y="6244"/>
                  </a:lnTo>
                  <a:lnTo>
                    <a:pt x="3640" y="1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93"/>
            <p:cNvSpPr/>
            <p:nvPr/>
          </p:nvSpPr>
          <p:spPr>
            <a:xfrm>
              <a:off x="4532350" y="2910125"/>
              <a:ext cx="402775" cy="314950"/>
            </a:xfrm>
            <a:custGeom>
              <a:avLst/>
              <a:gdLst/>
              <a:ahLst/>
              <a:cxnLst/>
              <a:rect l="l" t="t" r="r" b="b"/>
              <a:pathLst>
                <a:path w="16111" h="12598" extrusionOk="0">
                  <a:moveTo>
                    <a:pt x="1742" y="1"/>
                  </a:moveTo>
                  <a:lnTo>
                    <a:pt x="1" y="2414"/>
                  </a:lnTo>
                  <a:lnTo>
                    <a:pt x="10572" y="10025"/>
                  </a:lnTo>
                  <a:lnTo>
                    <a:pt x="13756" y="12322"/>
                  </a:lnTo>
                  <a:cubicBezTo>
                    <a:pt x="14016" y="12507"/>
                    <a:pt x="14319" y="12597"/>
                    <a:pt x="14618" y="12597"/>
                  </a:cubicBezTo>
                  <a:cubicBezTo>
                    <a:pt x="15080" y="12597"/>
                    <a:pt x="15537" y="12384"/>
                    <a:pt x="15828" y="11982"/>
                  </a:cubicBezTo>
                  <a:cubicBezTo>
                    <a:pt x="16019" y="11716"/>
                    <a:pt x="16110" y="11418"/>
                    <a:pt x="16110" y="11111"/>
                  </a:cubicBezTo>
                  <a:cubicBezTo>
                    <a:pt x="16110" y="10970"/>
                    <a:pt x="16085" y="10829"/>
                    <a:pt x="16044" y="10688"/>
                  </a:cubicBezTo>
                  <a:cubicBezTo>
                    <a:pt x="16019" y="10605"/>
                    <a:pt x="15994" y="10522"/>
                    <a:pt x="15953" y="10448"/>
                  </a:cubicBezTo>
                  <a:cubicBezTo>
                    <a:pt x="15886" y="10315"/>
                    <a:pt x="15803" y="10191"/>
                    <a:pt x="15696" y="10083"/>
                  </a:cubicBezTo>
                  <a:cubicBezTo>
                    <a:pt x="15654" y="10042"/>
                    <a:pt x="15613" y="10000"/>
                    <a:pt x="15563" y="9959"/>
                  </a:cubicBezTo>
                  <a:cubicBezTo>
                    <a:pt x="15538" y="9942"/>
                    <a:pt x="15513" y="9925"/>
                    <a:pt x="15488" y="9909"/>
                  </a:cubicBezTo>
                  <a:lnTo>
                    <a:pt x="10406" y="6244"/>
                  </a:lnTo>
                  <a:lnTo>
                    <a:pt x="1742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93"/>
            <p:cNvSpPr/>
            <p:nvPr/>
          </p:nvSpPr>
          <p:spPr>
            <a:xfrm>
              <a:off x="3966075" y="3197850"/>
              <a:ext cx="629725" cy="505150"/>
            </a:xfrm>
            <a:custGeom>
              <a:avLst/>
              <a:gdLst/>
              <a:ahLst/>
              <a:cxnLst/>
              <a:rect l="l" t="t" r="r" b="b"/>
              <a:pathLst>
                <a:path w="25189" h="20206" extrusionOk="0">
                  <a:moveTo>
                    <a:pt x="50" y="0"/>
                  </a:moveTo>
                  <a:lnTo>
                    <a:pt x="50" y="0"/>
                  </a:lnTo>
                  <a:cubicBezTo>
                    <a:pt x="0" y="1235"/>
                    <a:pt x="50" y="2496"/>
                    <a:pt x="216" y="3781"/>
                  </a:cubicBezTo>
                  <a:lnTo>
                    <a:pt x="8880" y="10024"/>
                  </a:lnTo>
                  <a:lnTo>
                    <a:pt x="17544" y="16267"/>
                  </a:lnTo>
                  <a:lnTo>
                    <a:pt x="17553" y="16267"/>
                  </a:lnTo>
                  <a:lnTo>
                    <a:pt x="22635" y="19932"/>
                  </a:lnTo>
                  <a:cubicBezTo>
                    <a:pt x="22892" y="20114"/>
                    <a:pt x="23199" y="20206"/>
                    <a:pt x="23497" y="20206"/>
                  </a:cubicBezTo>
                  <a:lnTo>
                    <a:pt x="23945" y="20139"/>
                  </a:lnTo>
                  <a:cubicBezTo>
                    <a:pt x="23995" y="20123"/>
                    <a:pt x="24044" y="20106"/>
                    <a:pt x="24086" y="20089"/>
                  </a:cubicBezTo>
                  <a:lnTo>
                    <a:pt x="24708" y="19592"/>
                  </a:lnTo>
                  <a:cubicBezTo>
                    <a:pt x="25189" y="18929"/>
                    <a:pt x="25039" y="18000"/>
                    <a:pt x="24368" y="17519"/>
                  </a:cubicBezTo>
                  <a:lnTo>
                    <a:pt x="21184" y="15223"/>
                  </a:lnTo>
                  <a:lnTo>
                    <a:pt x="10621" y="76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93"/>
            <p:cNvSpPr/>
            <p:nvPr/>
          </p:nvSpPr>
          <p:spPr>
            <a:xfrm>
              <a:off x="4188075" y="3388125"/>
              <a:ext cx="407725" cy="314875"/>
            </a:xfrm>
            <a:custGeom>
              <a:avLst/>
              <a:gdLst/>
              <a:ahLst/>
              <a:cxnLst/>
              <a:rect l="l" t="t" r="r" b="b"/>
              <a:pathLst>
                <a:path w="16309" h="12595" extrusionOk="0">
                  <a:moveTo>
                    <a:pt x="1741" y="0"/>
                  </a:moveTo>
                  <a:lnTo>
                    <a:pt x="0" y="2413"/>
                  </a:lnTo>
                  <a:lnTo>
                    <a:pt x="8664" y="8656"/>
                  </a:lnTo>
                  <a:lnTo>
                    <a:pt x="8673" y="8656"/>
                  </a:lnTo>
                  <a:lnTo>
                    <a:pt x="13755" y="12321"/>
                  </a:lnTo>
                  <a:cubicBezTo>
                    <a:pt x="14012" y="12503"/>
                    <a:pt x="14319" y="12595"/>
                    <a:pt x="14617" y="12595"/>
                  </a:cubicBezTo>
                  <a:lnTo>
                    <a:pt x="15065" y="12528"/>
                  </a:lnTo>
                  <a:cubicBezTo>
                    <a:pt x="15115" y="12512"/>
                    <a:pt x="15164" y="12495"/>
                    <a:pt x="15206" y="12478"/>
                  </a:cubicBezTo>
                  <a:lnTo>
                    <a:pt x="15828" y="11981"/>
                  </a:lnTo>
                  <a:cubicBezTo>
                    <a:pt x="16309" y="11318"/>
                    <a:pt x="16159" y="10389"/>
                    <a:pt x="15488" y="9908"/>
                  </a:cubicBezTo>
                  <a:lnTo>
                    <a:pt x="12304" y="7612"/>
                  </a:lnTo>
                  <a:lnTo>
                    <a:pt x="1741" y="0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887" name="Google Shape;1887;p93"/>
          <p:cNvCxnSpPr/>
          <p:nvPr/>
        </p:nvCxnSpPr>
        <p:spPr>
          <a:xfrm flipH="1">
            <a:off x="5378400" y="4315025"/>
            <a:ext cx="587100" cy="587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ot"/>
            <a:round/>
            <a:headEnd type="none" w="med" len="med"/>
            <a:tailEnd type="oval" w="med" len="med"/>
          </a:ln>
        </p:spPr>
      </p:cxnSp>
      <p:grpSp>
        <p:nvGrpSpPr>
          <p:cNvPr id="1888" name="Google Shape;1888;p93"/>
          <p:cNvGrpSpPr/>
          <p:nvPr/>
        </p:nvGrpSpPr>
        <p:grpSpPr>
          <a:xfrm>
            <a:off x="6469125" y="3678646"/>
            <a:ext cx="613379" cy="610156"/>
            <a:chOff x="4705338" y="292646"/>
            <a:chExt cx="613379" cy="610156"/>
          </a:xfrm>
        </p:grpSpPr>
        <p:sp>
          <p:nvSpPr>
            <p:cNvPr id="1889" name="Google Shape;1889;p93"/>
            <p:cNvSpPr/>
            <p:nvPr/>
          </p:nvSpPr>
          <p:spPr>
            <a:xfrm>
              <a:off x="4705338" y="292646"/>
              <a:ext cx="613379" cy="610156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93"/>
            <p:cNvSpPr/>
            <p:nvPr/>
          </p:nvSpPr>
          <p:spPr>
            <a:xfrm>
              <a:off x="4847775" y="434340"/>
              <a:ext cx="328497" cy="326771"/>
            </a:xfrm>
            <a:custGeom>
              <a:avLst/>
              <a:gdLst/>
              <a:ahLst/>
              <a:cxnLst/>
              <a:rect l="l" t="t" r="r" b="b"/>
              <a:pathLst>
                <a:path w="5900" h="5869" extrusionOk="0">
                  <a:moveTo>
                    <a:pt x="2943" y="1"/>
                  </a:moveTo>
                  <a:cubicBezTo>
                    <a:pt x="2939" y="1"/>
                    <a:pt x="2935" y="1"/>
                    <a:pt x="2931" y="1"/>
                  </a:cubicBezTo>
                  <a:cubicBezTo>
                    <a:pt x="1315" y="7"/>
                    <a:pt x="4" y="1319"/>
                    <a:pt x="4" y="2935"/>
                  </a:cubicBezTo>
                  <a:cubicBezTo>
                    <a:pt x="1" y="4576"/>
                    <a:pt x="1294" y="5869"/>
                    <a:pt x="2941" y="5869"/>
                  </a:cubicBezTo>
                  <a:cubicBezTo>
                    <a:pt x="2943" y="5869"/>
                    <a:pt x="2945" y="5869"/>
                    <a:pt x="2947" y="5869"/>
                  </a:cubicBezTo>
                  <a:cubicBezTo>
                    <a:pt x="4579" y="5869"/>
                    <a:pt x="5900" y="4555"/>
                    <a:pt x="5897" y="2935"/>
                  </a:cubicBezTo>
                  <a:cubicBezTo>
                    <a:pt x="5897" y="1335"/>
                    <a:pt x="4551" y="1"/>
                    <a:pt x="2943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1" name="Google Shape;1891;p93"/>
          <p:cNvSpPr/>
          <p:nvPr/>
        </p:nvSpPr>
        <p:spPr>
          <a:xfrm>
            <a:off x="4725338" y="4421504"/>
            <a:ext cx="328497" cy="326771"/>
          </a:xfrm>
          <a:custGeom>
            <a:avLst/>
            <a:gdLst/>
            <a:ahLst/>
            <a:cxnLst/>
            <a:rect l="l" t="t" r="r" b="b"/>
            <a:pathLst>
              <a:path w="5900" h="5869" extrusionOk="0">
                <a:moveTo>
                  <a:pt x="2943" y="1"/>
                </a:moveTo>
                <a:cubicBezTo>
                  <a:pt x="2939" y="1"/>
                  <a:pt x="2935" y="1"/>
                  <a:pt x="2931" y="1"/>
                </a:cubicBezTo>
                <a:cubicBezTo>
                  <a:pt x="1315" y="7"/>
                  <a:pt x="4" y="1319"/>
                  <a:pt x="4" y="2935"/>
                </a:cubicBezTo>
                <a:cubicBezTo>
                  <a:pt x="1" y="4576"/>
                  <a:pt x="1294" y="5869"/>
                  <a:pt x="2941" y="5869"/>
                </a:cubicBezTo>
                <a:cubicBezTo>
                  <a:pt x="2943" y="5869"/>
                  <a:pt x="2945" y="5869"/>
                  <a:pt x="2947" y="5869"/>
                </a:cubicBezTo>
                <a:cubicBezTo>
                  <a:pt x="4579" y="5869"/>
                  <a:pt x="5900" y="4555"/>
                  <a:pt x="5897" y="2935"/>
                </a:cubicBezTo>
                <a:cubicBezTo>
                  <a:pt x="5897" y="1335"/>
                  <a:pt x="4551" y="1"/>
                  <a:pt x="2943" y="1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7B7149-B1EE-FE7C-ADFF-BB65E705F2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25A521-E5CA-4625-97A6-C520B261F1CB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017651"/>
      </p:ext>
    </p:extLst>
  </p:cSld>
  <p:clrMapOvr>
    <a:masterClrMapping/>
  </p:clrMapOvr>
</p:sld>
</file>

<file path=ppt/theme/theme1.xml><?xml version="1.0" encoding="utf-8"?>
<a:theme xmlns:a="http://schemas.openxmlformats.org/drawingml/2006/main" name="Molecular Genetics - Science - 10th Grade by Slidesgo">
  <a:themeElements>
    <a:clrScheme name="Simple Light">
      <a:dk1>
        <a:srgbClr val="134F5C"/>
      </a:dk1>
      <a:lt1>
        <a:srgbClr val="FDFDF8"/>
      </a:lt1>
      <a:dk2>
        <a:srgbClr val="FFFFFF"/>
      </a:dk2>
      <a:lt2>
        <a:srgbClr val="11DFDF"/>
      </a:lt2>
      <a:accent1>
        <a:srgbClr val="EA9999"/>
      </a:accent1>
      <a:accent2>
        <a:srgbClr val="C2C2C2"/>
      </a:accent2>
      <a:accent3>
        <a:srgbClr val="434343"/>
      </a:accent3>
      <a:accent4>
        <a:srgbClr val="FFFFFF"/>
      </a:accent4>
      <a:accent5>
        <a:srgbClr val="FFFFFF"/>
      </a:accent5>
      <a:accent6>
        <a:srgbClr val="FFFFFF"/>
      </a:accent6>
      <a:hlink>
        <a:srgbClr val="134F5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1697</TotalTime>
  <Words>1656</Words>
  <Application>Microsoft Office PowerPoint</Application>
  <PresentationFormat>On-screen Show (16:9)</PresentationFormat>
  <Paragraphs>272</Paragraphs>
  <Slides>29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Albert Sans</vt:lpstr>
      <vt:lpstr>Cairo</vt:lpstr>
      <vt:lpstr>Symbol</vt:lpstr>
      <vt:lpstr>Chivo</vt:lpstr>
      <vt:lpstr>Abhaya Libre</vt:lpstr>
      <vt:lpstr>Cairo Black</vt:lpstr>
      <vt:lpstr>Courier New</vt:lpstr>
      <vt:lpstr>Fredoka One</vt:lpstr>
      <vt:lpstr>Arial</vt:lpstr>
      <vt:lpstr>Roboto Condensed Light</vt:lpstr>
      <vt:lpstr>Molecular Genetics - Science - 10th Grade by Slidesgo</vt:lpstr>
      <vt:lpstr>Genetic Programming</vt:lpstr>
      <vt:lpstr>Brands of Evolutionary Algorithms</vt:lpstr>
      <vt:lpstr>Parse Trees</vt:lpstr>
      <vt:lpstr>GP Algorithm Flowchart</vt:lpstr>
      <vt:lpstr>Why to Use GP?</vt:lpstr>
      <vt:lpstr>Symbolic Regression sample problem for GP</vt:lpstr>
      <vt:lpstr>How to evaluate Programs Generated?</vt:lpstr>
      <vt:lpstr>Representation</vt:lpstr>
      <vt:lpstr>Representation</vt:lpstr>
      <vt:lpstr>Representation - validity</vt:lpstr>
      <vt:lpstr>Full Method</vt:lpstr>
      <vt:lpstr>Parent Selection</vt:lpstr>
      <vt:lpstr>Parent Selection Over-selection</vt:lpstr>
      <vt:lpstr>Mutation</vt:lpstr>
      <vt:lpstr>Mutation</vt:lpstr>
      <vt:lpstr>Mutation Parameters</vt:lpstr>
      <vt:lpstr>Recombination</vt:lpstr>
      <vt:lpstr>Recombination</vt:lpstr>
      <vt:lpstr>Recombination Parameters</vt:lpstr>
      <vt:lpstr>Survival Selection</vt:lpstr>
      <vt:lpstr>Survival Selection</vt:lpstr>
      <vt:lpstr>Problem</vt:lpstr>
      <vt:lpstr> What Is Bloat in GP?</vt:lpstr>
      <vt:lpstr>Why Does Bloat Happen?</vt:lpstr>
      <vt:lpstr>Why Is Bloat a Problem?</vt:lpstr>
      <vt:lpstr>How to Control Bloat?</vt:lpstr>
      <vt:lpstr>Summary</vt:lpstr>
      <vt:lpstr>Conclusion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Evolutionary Strategy</dc:title>
  <dc:creator>atefe rajabi</dc:creator>
  <cp:lastModifiedBy>atefe rajabi</cp:lastModifiedBy>
  <cp:revision>80</cp:revision>
  <dcterms:modified xsi:type="dcterms:W3CDTF">2025-04-27T15:36:49Z</dcterms:modified>
</cp:coreProperties>
</file>